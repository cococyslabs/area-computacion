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5D3DCB-4818-F0CF-3821-41C2F927A001}" v="2" dt="2025-10-31T22:15:44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9A5F1D-5D7C-47C1-A142-3B7F1CE3DD94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3FE7A1-7123-42EB-B931-D01D2A6239B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Escuela de Ingeniería en Ciencias y Sistemas</a:t>
          </a:r>
        </a:p>
      </dgm:t>
    </dgm:pt>
    <dgm:pt modelId="{CE8C20F9-52BE-4B9B-9226-D4DA9352A7C5}" type="parTrans" cxnId="{0490C998-4394-425A-8059-489312D8585E}">
      <dgm:prSet/>
      <dgm:spPr/>
      <dgm:t>
        <a:bodyPr/>
        <a:lstStyle/>
        <a:p>
          <a:endParaRPr lang="en-US"/>
        </a:p>
      </dgm:t>
    </dgm:pt>
    <dgm:pt modelId="{BC967284-318D-4941-AB51-3A49752034BF}" type="sibTrans" cxnId="{0490C998-4394-425A-8059-489312D8585E}">
      <dgm:prSet/>
      <dgm:spPr/>
      <dgm:t>
        <a:bodyPr/>
        <a:lstStyle/>
        <a:p>
          <a:endParaRPr lang="en-US"/>
        </a:p>
      </dgm:t>
    </dgm:pt>
    <dgm:pt modelId="{3CC9124C-5DBD-49D9-8B87-67FA178069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Facultad de Ingeniería</a:t>
          </a:r>
        </a:p>
      </dgm:t>
    </dgm:pt>
    <dgm:pt modelId="{31710C9C-4940-4AE2-9287-0429CBF72D34}" type="parTrans" cxnId="{5200B92A-45BF-4A8E-81BC-63618F24E7C7}">
      <dgm:prSet/>
      <dgm:spPr/>
      <dgm:t>
        <a:bodyPr/>
        <a:lstStyle/>
        <a:p>
          <a:endParaRPr lang="en-US"/>
        </a:p>
      </dgm:t>
    </dgm:pt>
    <dgm:pt modelId="{1DF08C29-0F48-4794-89E7-B4327435407D}" type="sibTrans" cxnId="{5200B92A-45BF-4A8E-81BC-63618F24E7C7}">
      <dgm:prSet/>
      <dgm:spPr/>
      <dgm:t>
        <a:bodyPr/>
        <a:lstStyle/>
        <a:p>
          <a:endParaRPr lang="en-US"/>
        </a:p>
      </dgm:t>
    </dgm:pt>
    <dgm:pt modelId="{964B43CD-FC2B-4E5C-841C-3B61184B335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Universidad de San Carlos de Guatemala</a:t>
          </a:r>
        </a:p>
      </dgm:t>
    </dgm:pt>
    <dgm:pt modelId="{05F63D19-89B0-4EB8-82B7-147A66EFCA72}" type="parTrans" cxnId="{65F0E679-1DD8-41C9-9B22-6F04C7B4E254}">
      <dgm:prSet/>
      <dgm:spPr/>
      <dgm:t>
        <a:bodyPr/>
        <a:lstStyle/>
        <a:p>
          <a:endParaRPr lang="en-US"/>
        </a:p>
      </dgm:t>
    </dgm:pt>
    <dgm:pt modelId="{B2943517-970F-4656-A6A4-4E5993C6DB17}" type="sibTrans" cxnId="{65F0E679-1DD8-41C9-9B22-6F04C7B4E254}">
      <dgm:prSet/>
      <dgm:spPr/>
      <dgm:t>
        <a:bodyPr/>
        <a:lstStyle/>
        <a:p>
          <a:endParaRPr lang="en-US"/>
        </a:p>
      </dgm:t>
    </dgm:pt>
    <dgm:pt modelId="{F7B922FD-7702-4BEF-A075-70190A83501A}" type="pres">
      <dgm:prSet presAssocID="{A19A5F1D-5D7C-47C1-A142-3B7F1CE3DD94}" presName="root" presStyleCnt="0">
        <dgm:presLayoutVars>
          <dgm:dir/>
          <dgm:resizeHandles val="exact"/>
        </dgm:presLayoutVars>
      </dgm:prSet>
      <dgm:spPr/>
    </dgm:pt>
    <dgm:pt modelId="{C418BDA1-3718-4ED2-B501-5A09379C7AE6}" type="pres">
      <dgm:prSet presAssocID="{D83FE7A1-7123-42EB-B931-D01D2A6239B0}" presName="compNode" presStyleCnt="0"/>
      <dgm:spPr/>
    </dgm:pt>
    <dgm:pt modelId="{793CDA44-F4DD-43D5-B326-0657CAC739CB}" type="pres">
      <dgm:prSet presAssocID="{D83FE7A1-7123-42EB-B931-D01D2A6239B0}" presName="iconBgRect" presStyleLbl="bgShp" presStyleIdx="0" presStyleCnt="3"/>
      <dgm:spPr/>
    </dgm:pt>
    <dgm:pt modelId="{A786E982-B2E2-4B80-AA1E-AD0C47B6F2CD}" type="pres">
      <dgm:prSet presAssocID="{D83FE7A1-7123-42EB-B931-D01D2A6239B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raz"/>
        </a:ext>
      </dgm:extLst>
    </dgm:pt>
    <dgm:pt modelId="{89895875-30A9-4395-A7EE-732708B3AF43}" type="pres">
      <dgm:prSet presAssocID="{D83FE7A1-7123-42EB-B931-D01D2A6239B0}" presName="spaceRect" presStyleCnt="0"/>
      <dgm:spPr/>
    </dgm:pt>
    <dgm:pt modelId="{112F8CD3-3429-4369-8ED6-5FCACE5C47BF}" type="pres">
      <dgm:prSet presAssocID="{D83FE7A1-7123-42EB-B931-D01D2A6239B0}" presName="textRect" presStyleLbl="revTx" presStyleIdx="0" presStyleCnt="3">
        <dgm:presLayoutVars>
          <dgm:chMax val="1"/>
          <dgm:chPref val="1"/>
        </dgm:presLayoutVars>
      </dgm:prSet>
      <dgm:spPr/>
    </dgm:pt>
    <dgm:pt modelId="{1C636EE7-7E43-4C96-8E32-EFAC899CFC01}" type="pres">
      <dgm:prSet presAssocID="{BC967284-318D-4941-AB51-3A49752034BF}" presName="sibTrans" presStyleCnt="0"/>
      <dgm:spPr/>
    </dgm:pt>
    <dgm:pt modelId="{EAFF3D51-1B10-4F22-9408-CE695660C22E}" type="pres">
      <dgm:prSet presAssocID="{3CC9124C-5DBD-49D9-8B87-67FA17806977}" presName="compNode" presStyleCnt="0"/>
      <dgm:spPr/>
    </dgm:pt>
    <dgm:pt modelId="{993E65D2-90FE-4C22-A720-176B78895B59}" type="pres">
      <dgm:prSet presAssocID="{3CC9124C-5DBD-49D9-8B87-67FA17806977}" presName="iconBgRect" presStyleLbl="bgShp" presStyleIdx="1" presStyleCnt="3"/>
      <dgm:spPr/>
    </dgm:pt>
    <dgm:pt modelId="{A183C09A-8724-404C-B53F-CDEB1FA8E24E}" type="pres">
      <dgm:prSet presAssocID="{3CC9124C-5DBD-49D9-8B87-67FA1780697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3554573F-10F8-4D86-B530-44776D8F501C}" type="pres">
      <dgm:prSet presAssocID="{3CC9124C-5DBD-49D9-8B87-67FA17806977}" presName="spaceRect" presStyleCnt="0"/>
      <dgm:spPr/>
    </dgm:pt>
    <dgm:pt modelId="{FF039012-28EE-4742-9B11-117EAFDC7D63}" type="pres">
      <dgm:prSet presAssocID="{3CC9124C-5DBD-49D9-8B87-67FA17806977}" presName="textRect" presStyleLbl="revTx" presStyleIdx="1" presStyleCnt="3">
        <dgm:presLayoutVars>
          <dgm:chMax val="1"/>
          <dgm:chPref val="1"/>
        </dgm:presLayoutVars>
      </dgm:prSet>
      <dgm:spPr/>
    </dgm:pt>
    <dgm:pt modelId="{1D093EFD-2548-4B3C-837C-9806F25E6C47}" type="pres">
      <dgm:prSet presAssocID="{1DF08C29-0F48-4794-89E7-B4327435407D}" presName="sibTrans" presStyleCnt="0"/>
      <dgm:spPr/>
    </dgm:pt>
    <dgm:pt modelId="{F3954095-2A3C-4954-A91D-87F3A691956F}" type="pres">
      <dgm:prSet presAssocID="{964B43CD-FC2B-4E5C-841C-3B61184B3355}" presName="compNode" presStyleCnt="0"/>
      <dgm:spPr/>
    </dgm:pt>
    <dgm:pt modelId="{25C1A80F-7254-4228-B5F2-2A72300A4747}" type="pres">
      <dgm:prSet presAssocID="{964B43CD-FC2B-4E5C-841C-3B61184B3355}" presName="iconBgRect" presStyleLbl="bgShp" presStyleIdx="2" presStyleCnt="3"/>
      <dgm:spPr/>
    </dgm:pt>
    <dgm:pt modelId="{0A6A4619-E9E0-4BD3-B574-6FA0E5E49F2F}" type="pres">
      <dgm:prSet presAssocID="{964B43CD-FC2B-4E5C-841C-3B61184B335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B424ED16-DE3A-493E-851A-D73CF9732F6A}" type="pres">
      <dgm:prSet presAssocID="{964B43CD-FC2B-4E5C-841C-3B61184B3355}" presName="spaceRect" presStyleCnt="0"/>
      <dgm:spPr/>
    </dgm:pt>
    <dgm:pt modelId="{A27EE76D-2FF6-4A41-8619-3F7C78A652C9}" type="pres">
      <dgm:prSet presAssocID="{964B43CD-FC2B-4E5C-841C-3B61184B335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BF63213-759C-4B9E-B8ED-5D69E92A66F3}" type="presOf" srcId="{3CC9124C-5DBD-49D9-8B87-67FA17806977}" destId="{FF039012-28EE-4742-9B11-117EAFDC7D63}" srcOrd="0" destOrd="0" presId="urn:microsoft.com/office/officeart/2018/5/layout/IconCircleLabelList"/>
    <dgm:cxn modelId="{5200B92A-45BF-4A8E-81BC-63618F24E7C7}" srcId="{A19A5F1D-5D7C-47C1-A142-3B7F1CE3DD94}" destId="{3CC9124C-5DBD-49D9-8B87-67FA17806977}" srcOrd="1" destOrd="0" parTransId="{31710C9C-4940-4AE2-9287-0429CBF72D34}" sibTransId="{1DF08C29-0F48-4794-89E7-B4327435407D}"/>
    <dgm:cxn modelId="{65F0E679-1DD8-41C9-9B22-6F04C7B4E254}" srcId="{A19A5F1D-5D7C-47C1-A142-3B7F1CE3DD94}" destId="{964B43CD-FC2B-4E5C-841C-3B61184B3355}" srcOrd="2" destOrd="0" parTransId="{05F63D19-89B0-4EB8-82B7-147A66EFCA72}" sibTransId="{B2943517-970F-4656-A6A4-4E5993C6DB17}"/>
    <dgm:cxn modelId="{0490C998-4394-425A-8059-489312D8585E}" srcId="{A19A5F1D-5D7C-47C1-A142-3B7F1CE3DD94}" destId="{D83FE7A1-7123-42EB-B931-D01D2A6239B0}" srcOrd="0" destOrd="0" parTransId="{CE8C20F9-52BE-4B9B-9226-D4DA9352A7C5}" sibTransId="{BC967284-318D-4941-AB51-3A49752034BF}"/>
    <dgm:cxn modelId="{504342A4-FBE1-4FDA-AFB3-A9AAA50054E4}" type="presOf" srcId="{D83FE7A1-7123-42EB-B931-D01D2A6239B0}" destId="{112F8CD3-3429-4369-8ED6-5FCACE5C47BF}" srcOrd="0" destOrd="0" presId="urn:microsoft.com/office/officeart/2018/5/layout/IconCircleLabelList"/>
    <dgm:cxn modelId="{5CF2BCDD-5DAE-493A-8003-560F622B18DD}" type="presOf" srcId="{964B43CD-FC2B-4E5C-841C-3B61184B3355}" destId="{A27EE76D-2FF6-4A41-8619-3F7C78A652C9}" srcOrd="0" destOrd="0" presId="urn:microsoft.com/office/officeart/2018/5/layout/IconCircleLabelList"/>
    <dgm:cxn modelId="{7AB70EFB-A514-4427-A34B-CE459984DB02}" type="presOf" srcId="{A19A5F1D-5D7C-47C1-A142-3B7F1CE3DD94}" destId="{F7B922FD-7702-4BEF-A075-70190A83501A}" srcOrd="0" destOrd="0" presId="urn:microsoft.com/office/officeart/2018/5/layout/IconCircleLabelList"/>
    <dgm:cxn modelId="{37B66346-C83F-475F-863C-CDC2BA1086A1}" type="presParOf" srcId="{F7B922FD-7702-4BEF-A075-70190A83501A}" destId="{C418BDA1-3718-4ED2-B501-5A09379C7AE6}" srcOrd="0" destOrd="0" presId="urn:microsoft.com/office/officeart/2018/5/layout/IconCircleLabelList"/>
    <dgm:cxn modelId="{2C8E6E27-6732-4598-96FC-1025A58E196B}" type="presParOf" srcId="{C418BDA1-3718-4ED2-B501-5A09379C7AE6}" destId="{793CDA44-F4DD-43D5-B326-0657CAC739CB}" srcOrd="0" destOrd="0" presId="urn:microsoft.com/office/officeart/2018/5/layout/IconCircleLabelList"/>
    <dgm:cxn modelId="{8BF1C576-E147-4B38-BC1F-5297AE42B6AE}" type="presParOf" srcId="{C418BDA1-3718-4ED2-B501-5A09379C7AE6}" destId="{A786E982-B2E2-4B80-AA1E-AD0C47B6F2CD}" srcOrd="1" destOrd="0" presId="urn:microsoft.com/office/officeart/2018/5/layout/IconCircleLabelList"/>
    <dgm:cxn modelId="{21C87766-E214-4684-AB46-6DD1241ED790}" type="presParOf" srcId="{C418BDA1-3718-4ED2-B501-5A09379C7AE6}" destId="{89895875-30A9-4395-A7EE-732708B3AF43}" srcOrd="2" destOrd="0" presId="urn:microsoft.com/office/officeart/2018/5/layout/IconCircleLabelList"/>
    <dgm:cxn modelId="{116BFBA2-9FCD-40EA-A3F2-FBCB04E3EEC1}" type="presParOf" srcId="{C418BDA1-3718-4ED2-B501-5A09379C7AE6}" destId="{112F8CD3-3429-4369-8ED6-5FCACE5C47BF}" srcOrd="3" destOrd="0" presId="urn:microsoft.com/office/officeart/2018/5/layout/IconCircleLabelList"/>
    <dgm:cxn modelId="{0BB20886-5445-42C6-99FA-4CEA668DF424}" type="presParOf" srcId="{F7B922FD-7702-4BEF-A075-70190A83501A}" destId="{1C636EE7-7E43-4C96-8E32-EFAC899CFC01}" srcOrd="1" destOrd="0" presId="urn:microsoft.com/office/officeart/2018/5/layout/IconCircleLabelList"/>
    <dgm:cxn modelId="{B7E53A7D-DDF6-4BE0-9211-F87249D7FAE2}" type="presParOf" srcId="{F7B922FD-7702-4BEF-A075-70190A83501A}" destId="{EAFF3D51-1B10-4F22-9408-CE695660C22E}" srcOrd="2" destOrd="0" presId="urn:microsoft.com/office/officeart/2018/5/layout/IconCircleLabelList"/>
    <dgm:cxn modelId="{08484844-C31C-4662-B769-E4168232E1EB}" type="presParOf" srcId="{EAFF3D51-1B10-4F22-9408-CE695660C22E}" destId="{993E65D2-90FE-4C22-A720-176B78895B59}" srcOrd="0" destOrd="0" presId="urn:microsoft.com/office/officeart/2018/5/layout/IconCircleLabelList"/>
    <dgm:cxn modelId="{9F5D1AF0-7240-48C2-A792-35A4B1AFEA54}" type="presParOf" srcId="{EAFF3D51-1B10-4F22-9408-CE695660C22E}" destId="{A183C09A-8724-404C-B53F-CDEB1FA8E24E}" srcOrd="1" destOrd="0" presId="urn:microsoft.com/office/officeart/2018/5/layout/IconCircleLabelList"/>
    <dgm:cxn modelId="{DF66E3F1-A493-497E-B0F5-68F56B5080BD}" type="presParOf" srcId="{EAFF3D51-1B10-4F22-9408-CE695660C22E}" destId="{3554573F-10F8-4D86-B530-44776D8F501C}" srcOrd="2" destOrd="0" presId="urn:microsoft.com/office/officeart/2018/5/layout/IconCircleLabelList"/>
    <dgm:cxn modelId="{7E617718-106E-489E-85DF-294CCBD22D4D}" type="presParOf" srcId="{EAFF3D51-1B10-4F22-9408-CE695660C22E}" destId="{FF039012-28EE-4742-9B11-117EAFDC7D63}" srcOrd="3" destOrd="0" presId="urn:microsoft.com/office/officeart/2018/5/layout/IconCircleLabelList"/>
    <dgm:cxn modelId="{07BDF4ED-E55F-492B-AF5F-890B3E011944}" type="presParOf" srcId="{F7B922FD-7702-4BEF-A075-70190A83501A}" destId="{1D093EFD-2548-4B3C-837C-9806F25E6C47}" srcOrd="3" destOrd="0" presId="urn:microsoft.com/office/officeart/2018/5/layout/IconCircleLabelList"/>
    <dgm:cxn modelId="{10BFCA3C-297D-4773-AC39-84C52A280A73}" type="presParOf" srcId="{F7B922FD-7702-4BEF-A075-70190A83501A}" destId="{F3954095-2A3C-4954-A91D-87F3A691956F}" srcOrd="4" destOrd="0" presId="urn:microsoft.com/office/officeart/2018/5/layout/IconCircleLabelList"/>
    <dgm:cxn modelId="{B141FC60-1B6D-480E-8DBB-64AF969DB4BA}" type="presParOf" srcId="{F3954095-2A3C-4954-A91D-87F3A691956F}" destId="{25C1A80F-7254-4228-B5F2-2A72300A4747}" srcOrd="0" destOrd="0" presId="urn:microsoft.com/office/officeart/2018/5/layout/IconCircleLabelList"/>
    <dgm:cxn modelId="{2EA3BAF5-6ED5-4D83-AADC-8DE28833FD21}" type="presParOf" srcId="{F3954095-2A3C-4954-A91D-87F3A691956F}" destId="{0A6A4619-E9E0-4BD3-B574-6FA0E5E49F2F}" srcOrd="1" destOrd="0" presId="urn:microsoft.com/office/officeart/2018/5/layout/IconCircleLabelList"/>
    <dgm:cxn modelId="{B0323034-A132-40B2-8460-6621D467A7F7}" type="presParOf" srcId="{F3954095-2A3C-4954-A91D-87F3A691956F}" destId="{B424ED16-DE3A-493E-851A-D73CF9732F6A}" srcOrd="2" destOrd="0" presId="urn:microsoft.com/office/officeart/2018/5/layout/IconCircleLabelList"/>
    <dgm:cxn modelId="{922AC09B-6D61-4B37-9B97-C7F5CA634B39}" type="presParOf" srcId="{F3954095-2A3C-4954-A91D-87F3A691956F}" destId="{A27EE76D-2FF6-4A41-8619-3F7C78A652C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694125-42D2-4573-9472-48D028CE232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8A46F25-49DD-4EA0-9186-43770D13B514}">
      <dgm:prSet/>
      <dgm:spPr/>
      <dgm:t>
        <a:bodyPr/>
        <a:lstStyle/>
        <a:p>
          <a:pPr>
            <a:defRPr cap="all"/>
          </a:pPr>
          <a:r>
            <a:rPr lang="en-US"/>
            <a:t>• Concepto de syscall y su rol en la comunicación con el sistema operativo.</a:t>
          </a:r>
        </a:p>
      </dgm:t>
    </dgm:pt>
    <dgm:pt modelId="{0C4F93EE-9E24-496D-9C62-1C03D50A38AB}" type="parTrans" cxnId="{2C373B55-5F0D-4769-BF28-FE380F6411DF}">
      <dgm:prSet/>
      <dgm:spPr/>
      <dgm:t>
        <a:bodyPr/>
        <a:lstStyle/>
        <a:p>
          <a:endParaRPr lang="en-US"/>
        </a:p>
      </dgm:t>
    </dgm:pt>
    <dgm:pt modelId="{181FCDAA-6F2A-4931-8BCB-56E7A6133EBC}" type="sibTrans" cxnId="{2C373B55-5F0D-4769-BF28-FE380F6411DF}">
      <dgm:prSet/>
      <dgm:spPr/>
      <dgm:t>
        <a:bodyPr/>
        <a:lstStyle/>
        <a:p>
          <a:endParaRPr lang="en-US"/>
        </a:p>
      </dgm:t>
    </dgm:pt>
    <dgm:pt modelId="{590F29E9-8117-45EA-A06E-2A5A589BC4B4}">
      <dgm:prSet/>
      <dgm:spPr/>
      <dgm:t>
        <a:bodyPr/>
        <a:lstStyle/>
        <a:p>
          <a:pPr>
            <a:defRPr cap="all"/>
          </a:pPr>
          <a:r>
            <a:rPr lang="en-US"/>
            <a:t>• Identificadores de llamadas al sistema en Linux.</a:t>
          </a:r>
        </a:p>
      </dgm:t>
    </dgm:pt>
    <dgm:pt modelId="{0DE8C81E-E1DF-4E4E-9DEB-79425AAB9E2E}" type="parTrans" cxnId="{F6DC9D1D-5645-482F-BA8A-9A799D067F4D}">
      <dgm:prSet/>
      <dgm:spPr/>
      <dgm:t>
        <a:bodyPr/>
        <a:lstStyle/>
        <a:p>
          <a:endParaRPr lang="en-US"/>
        </a:p>
      </dgm:t>
    </dgm:pt>
    <dgm:pt modelId="{EE5C3438-B38F-43DD-ABB8-64A72AE62712}" type="sibTrans" cxnId="{F6DC9D1D-5645-482F-BA8A-9A799D067F4D}">
      <dgm:prSet/>
      <dgm:spPr/>
      <dgm:t>
        <a:bodyPr/>
        <a:lstStyle/>
        <a:p>
          <a:endParaRPr lang="en-US"/>
        </a:p>
      </dgm:t>
    </dgm:pt>
    <dgm:pt modelId="{B39C6D21-6073-4B6A-9CF7-41D622EC6132}">
      <dgm:prSet/>
      <dgm:spPr/>
      <dgm:t>
        <a:bodyPr/>
        <a:lstStyle/>
        <a:p>
          <a:pPr>
            <a:defRPr cap="all"/>
          </a:pPr>
          <a:r>
            <a:rPr lang="en-US"/>
            <a:t>• Directivas .data, .bss, .text, .global, .equ.</a:t>
          </a:r>
        </a:p>
      </dgm:t>
    </dgm:pt>
    <dgm:pt modelId="{B8E01AF5-9FF3-4AD3-ACAE-E794BA1FFE75}" type="parTrans" cxnId="{A2510848-EB9A-4372-B822-E7A1A34B78F3}">
      <dgm:prSet/>
      <dgm:spPr/>
      <dgm:t>
        <a:bodyPr/>
        <a:lstStyle/>
        <a:p>
          <a:endParaRPr lang="en-US"/>
        </a:p>
      </dgm:t>
    </dgm:pt>
    <dgm:pt modelId="{438BB232-E155-4396-8F65-61D5D04D30C0}" type="sibTrans" cxnId="{A2510848-EB9A-4372-B822-E7A1A34B78F3}">
      <dgm:prSet/>
      <dgm:spPr/>
      <dgm:t>
        <a:bodyPr/>
        <a:lstStyle/>
        <a:p>
          <a:endParaRPr lang="en-US"/>
        </a:p>
      </dgm:t>
    </dgm:pt>
    <dgm:pt modelId="{8B1AF0A9-2493-46D4-A933-B134F2F14172}">
      <dgm:prSet/>
      <dgm:spPr/>
      <dgm:t>
        <a:bodyPr/>
        <a:lstStyle/>
        <a:p>
          <a:pPr>
            <a:defRPr cap="all"/>
          </a:pPr>
          <a:r>
            <a:rPr lang="en-US"/>
            <a:t>• Uso de registros x0–x7 para parámetros.</a:t>
          </a:r>
        </a:p>
      </dgm:t>
    </dgm:pt>
    <dgm:pt modelId="{BCEBAADC-4588-4E05-99A4-9981362FD0CE}" type="parTrans" cxnId="{384B56AA-8D00-4B63-A378-78E3F9924FE3}">
      <dgm:prSet/>
      <dgm:spPr/>
      <dgm:t>
        <a:bodyPr/>
        <a:lstStyle/>
        <a:p>
          <a:endParaRPr lang="en-US"/>
        </a:p>
      </dgm:t>
    </dgm:pt>
    <dgm:pt modelId="{701407ED-C94F-47A1-901E-0D62C70EA5A1}" type="sibTrans" cxnId="{384B56AA-8D00-4B63-A378-78E3F9924FE3}">
      <dgm:prSet/>
      <dgm:spPr/>
      <dgm:t>
        <a:bodyPr/>
        <a:lstStyle/>
        <a:p>
          <a:endParaRPr lang="en-US"/>
        </a:p>
      </dgm:t>
    </dgm:pt>
    <dgm:pt modelId="{E2046A61-AD92-4895-A16E-7E93DB32031A}">
      <dgm:prSet/>
      <dgm:spPr/>
      <dgm:t>
        <a:bodyPr/>
        <a:lstStyle/>
        <a:p>
          <a:pPr>
            <a:defRPr cap="all"/>
          </a:pPr>
          <a:r>
            <a:rPr lang="en-US"/>
            <a:t>• Instrucción SVC para interrupciones de software.</a:t>
          </a:r>
        </a:p>
      </dgm:t>
    </dgm:pt>
    <dgm:pt modelId="{D809B3E1-6703-449D-AE30-654F59B5A68F}" type="parTrans" cxnId="{EFCC10E0-B4A3-44BF-96AF-9DB9391EBA8D}">
      <dgm:prSet/>
      <dgm:spPr/>
      <dgm:t>
        <a:bodyPr/>
        <a:lstStyle/>
        <a:p>
          <a:endParaRPr lang="en-US"/>
        </a:p>
      </dgm:t>
    </dgm:pt>
    <dgm:pt modelId="{DF347A92-F6CC-4A4A-8F06-05C62FBF5D58}" type="sibTrans" cxnId="{EFCC10E0-B4A3-44BF-96AF-9DB9391EBA8D}">
      <dgm:prSet/>
      <dgm:spPr/>
      <dgm:t>
        <a:bodyPr/>
        <a:lstStyle/>
        <a:p>
          <a:endParaRPr lang="en-US"/>
        </a:p>
      </dgm:t>
    </dgm:pt>
    <dgm:pt modelId="{E1CCA1E6-C641-433B-A354-E8341EB04A22}" type="pres">
      <dgm:prSet presAssocID="{67694125-42D2-4573-9472-48D028CE232F}" presName="root" presStyleCnt="0">
        <dgm:presLayoutVars>
          <dgm:dir/>
          <dgm:resizeHandles val="exact"/>
        </dgm:presLayoutVars>
      </dgm:prSet>
      <dgm:spPr/>
    </dgm:pt>
    <dgm:pt modelId="{036589DC-C5C2-4900-8807-AD07687EB350}" type="pres">
      <dgm:prSet presAssocID="{E8A46F25-49DD-4EA0-9186-43770D13B514}" presName="compNode" presStyleCnt="0"/>
      <dgm:spPr/>
    </dgm:pt>
    <dgm:pt modelId="{05709575-0738-497F-A3F1-EBF3C86F6BAE}" type="pres">
      <dgm:prSet presAssocID="{E8A46F25-49DD-4EA0-9186-43770D13B514}" presName="iconBgRect" presStyleLbl="bgShp" presStyleIdx="0" presStyleCnt="5"/>
      <dgm:spPr/>
    </dgm:pt>
    <dgm:pt modelId="{AA74FEEA-87B3-4115-942C-4BF8EF653B13}" type="pres">
      <dgm:prSet presAssocID="{E8A46F25-49DD-4EA0-9186-43770D13B51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F6B27E9B-E1E3-494B-A66E-715B87A2F51E}" type="pres">
      <dgm:prSet presAssocID="{E8A46F25-49DD-4EA0-9186-43770D13B514}" presName="spaceRect" presStyleCnt="0"/>
      <dgm:spPr/>
    </dgm:pt>
    <dgm:pt modelId="{38442D11-4E98-413B-91BF-0DA3DCB631C7}" type="pres">
      <dgm:prSet presAssocID="{E8A46F25-49DD-4EA0-9186-43770D13B514}" presName="textRect" presStyleLbl="revTx" presStyleIdx="0" presStyleCnt="5">
        <dgm:presLayoutVars>
          <dgm:chMax val="1"/>
          <dgm:chPref val="1"/>
        </dgm:presLayoutVars>
      </dgm:prSet>
      <dgm:spPr/>
    </dgm:pt>
    <dgm:pt modelId="{F25B18C6-D7AF-4293-9019-7FD9D1824E94}" type="pres">
      <dgm:prSet presAssocID="{181FCDAA-6F2A-4931-8BCB-56E7A6133EBC}" presName="sibTrans" presStyleCnt="0"/>
      <dgm:spPr/>
    </dgm:pt>
    <dgm:pt modelId="{7BD46FB5-2A38-44C9-86C2-EEB332BA1A6D}" type="pres">
      <dgm:prSet presAssocID="{590F29E9-8117-45EA-A06E-2A5A589BC4B4}" presName="compNode" presStyleCnt="0"/>
      <dgm:spPr/>
    </dgm:pt>
    <dgm:pt modelId="{EA39E5B0-2E5E-405E-9F60-E29158F3AA53}" type="pres">
      <dgm:prSet presAssocID="{590F29E9-8117-45EA-A06E-2A5A589BC4B4}" presName="iconBgRect" presStyleLbl="bgShp" presStyleIdx="1" presStyleCnt="5"/>
      <dgm:spPr/>
    </dgm:pt>
    <dgm:pt modelId="{F9D725E8-4EEC-4F66-AC39-338D6BA69C9E}" type="pres">
      <dgm:prSet presAssocID="{590F29E9-8117-45EA-A06E-2A5A589BC4B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56739603-1F4E-4FD5-9A6B-6633C44D86FC}" type="pres">
      <dgm:prSet presAssocID="{590F29E9-8117-45EA-A06E-2A5A589BC4B4}" presName="spaceRect" presStyleCnt="0"/>
      <dgm:spPr/>
    </dgm:pt>
    <dgm:pt modelId="{987D1884-B2EE-4F0D-9164-B93D4C5766E9}" type="pres">
      <dgm:prSet presAssocID="{590F29E9-8117-45EA-A06E-2A5A589BC4B4}" presName="textRect" presStyleLbl="revTx" presStyleIdx="1" presStyleCnt="5">
        <dgm:presLayoutVars>
          <dgm:chMax val="1"/>
          <dgm:chPref val="1"/>
        </dgm:presLayoutVars>
      </dgm:prSet>
      <dgm:spPr/>
    </dgm:pt>
    <dgm:pt modelId="{9D5FABD8-9EC1-4AD7-9F86-FA318A7E2BEA}" type="pres">
      <dgm:prSet presAssocID="{EE5C3438-B38F-43DD-ABB8-64A72AE62712}" presName="sibTrans" presStyleCnt="0"/>
      <dgm:spPr/>
    </dgm:pt>
    <dgm:pt modelId="{B99F566B-6A24-4B3F-B972-5F70854D7900}" type="pres">
      <dgm:prSet presAssocID="{B39C6D21-6073-4B6A-9CF7-41D622EC6132}" presName="compNode" presStyleCnt="0"/>
      <dgm:spPr/>
    </dgm:pt>
    <dgm:pt modelId="{7B062CC8-9CC9-4B5A-AD70-C7DEF20D222E}" type="pres">
      <dgm:prSet presAssocID="{B39C6D21-6073-4B6A-9CF7-41D622EC6132}" presName="iconBgRect" presStyleLbl="bgShp" presStyleIdx="2" presStyleCnt="5"/>
      <dgm:spPr/>
    </dgm:pt>
    <dgm:pt modelId="{3AC0A955-B15C-4ACB-9E4B-590458183CD4}" type="pres">
      <dgm:prSet presAssocID="{B39C6D21-6073-4B6A-9CF7-41D622EC613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A4ECA0AB-23BF-428D-8C6E-02AA2C92B966}" type="pres">
      <dgm:prSet presAssocID="{B39C6D21-6073-4B6A-9CF7-41D622EC6132}" presName="spaceRect" presStyleCnt="0"/>
      <dgm:spPr/>
    </dgm:pt>
    <dgm:pt modelId="{FBC5D9F0-0568-471E-9AED-CF11A75BE98A}" type="pres">
      <dgm:prSet presAssocID="{B39C6D21-6073-4B6A-9CF7-41D622EC6132}" presName="textRect" presStyleLbl="revTx" presStyleIdx="2" presStyleCnt="5">
        <dgm:presLayoutVars>
          <dgm:chMax val="1"/>
          <dgm:chPref val="1"/>
        </dgm:presLayoutVars>
      </dgm:prSet>
      <dgm:spPr/>
    </dgm:pt>
    <dgm:pt modelId="{0C2B5B93-20FF-41E7-9E3B-217321B81C32}" type="pres">
      <dgm:prSet presAssocID="{438BB232-E155-4396-8F65-61D5D04D30C0}" presName="sibTrans" presStyleCnt="0"/>
      <dgm:spPr/>
    </dgm:pt>
    <dgm:pt modelId="{0006959C-1A22-4514-BD37-579354271148}" type="pres">
      <dgm:prSet presAssocID="{8B1AF0A9-2493-46D4-A933-B134F2F14172}" presName="compNode" presStyleCnt="0"/>
      <dgm:spPr/>
    </dgm:pt>
    <dgm:pt modelId="{2734C358-569A-42D7-A1A6-7BA88A6D30EC}" type="pres">
      <dgm:prSet presAssocID="{8B1AF0A9-2493-46D4-A933-B134F2F14172}" presName="iconBgRect" presStyleLbl="bgShp" presStyleIdx="3" presStyleCnt="5"/>
      <dgm:spPr/>
    </dgm:pt>
    <dgm:pt modelId="{B70ECAFB-573F-4211-B8F6-76F587DAFCEA}" type="pres">
      <dgm:prSet presAssocID="{8B1AF0A9-2493-46D4-A933-B134F2F1417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71A46068-7860-4D96-A35D-AA97F2063D41}" type="pres">
      <dgm:prSet presAssocID="{8B1AF0A9-2493-46D4-A933-B134F2F14172}" presName="spaceRect" presStyleCnt="0"/>
      <dgm:spPr/>
    </dgm:pt>
    <dgm:pt modelId="{1021A8B0-D100-4326-8DE2-F064E7CCCF95}" type="pres">
      <dgm:prSet presAssocID="{8B1AF0A9-2493-46D4-A933-B134F2F14172}" presName="textRect" presStyleLbl="revTx" presStyleIdx="3" presStyleCnt="5">
        <dgm:presLayoutVars>
          <dgm:chMax val="1"/>
          <dgm:chPref val="1"/>
        </dgm:presLayoutVars>
      </dgm:prSet>
      <dgm:spPr/>
    </dgm:pt>
    <dgm:pt modelId="{31FB9AF5-4391-46C2-926E-040025C47477}" type="pres">
      <dgm:prSet presAssocID="{701407ED-C94F-47A1-901E-0D62C70EA5A1}" presName="sibTrans" presStyleCnt="0"/>
      <dgm:spPr/>
    </dgm:pt>
    <dgm:pt modelId="{1AC61C41-C6AB-45CD-8784-33AFBAEB4FF8}" type="pres">
      <dgm:prSet presAssocID="{E2046A61-AD92-4895-A16E-7E93DB32031A}" presName="compNode" presStyleCnt="0"/>
      <dgm:spPr/>
    </dgm:pt>
    <dgm:pt modelId="{9FA51CD7-7DC7-4755-81CB-787495C5469D}" type="pres">
      <dgm:prSet presAssocID="{E2046A61-AD92-4895-A16E-7E93DB32031A}" presName="iconBgRect" presStyleLbl="bgShp" presStyleIdx="4" presStyleCnt="5"/>
      <dgm:spPr/>
    </dgm:pt>
    <dgm:pt modelId="{452594CD-DA8C-46F4-805A-4A9E38FF6746}" type="pres">
      <dgm:prSet presAssocID="{E2046A61-AD92-4895-A16E-7E93DB32031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9DD4ADAB-2CA8-4BA9-A8D9-C513FE11D534}" type="pres">
      <dgm:prSet presAssocID="{E2046A61-AD92-4895-A16E-7E93DB32031A}" presName="spaceRect" presStyleCnt="0"/>
      <dgm:spPr/>
    </dgm:pt>
    <dgm:pt modelId="{6EF7E195-76DD-44B9-85D3-1A7671647CA3}" type="pres">
      <dgm:prSet presAssocID="{E2046A61-AD92-4895-A16E-7E93DB32031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6DC9D1D-5645-482F-BA8A-9A799D067F4D}" srcId="{67694125-42D2-4573-9472-48D028CE232F}" destId="{590F29E9-8117-45EA-A06E-2A5A589BC4B4}" srcOrd="1" destOrd="0" parTransId="{0DE8C81E-E1DF-4E4E-9DEB-79425AAB9E2E}" sibTransId="{EE5C3438-B38F-43DD-ABB8-64A72AE62712}"/>
    <dgm:cxn modelId="{A2510848-EB9A-4372-B822-E7A1A34B78F3}" srcId="{67694125-42D2-4573-9472-48D028CE232F}" destId="{B39C6D21-6073-4B6A-9CF7-41D622EC6132}" srcOrd="2" destOrd="0" parTransId="{B8E01AF5-9FF3-4AD3-ACAE-E794BA1FFE75}" sibTransId="{438BB232-E155-4396-8F65-61D5D04D30C0}"/>
    <dgm:cxn modelId="{2C373B55-5F0D-4769-BF28-FE380F6411DF}" srcId="{67694125-42D2-4573-9472-48D028CE232F}" destId="{E8A46F25-49DD-4EA0-9186-43770D13B514}" srcOrd="0" destOrd="0" parTransId="{0C4F93EE-9E24-496D-9C62-1C03D50A38AB}" sibTransId="{181FCDAA-6F2A-4931-8BCB-56E7A6133EBC}"/>
    <dgm:cxn modelId="{97848359-314A-4094-9003-89CAE54AC40C}" type="presOf" srcId="{E8A46F25-49DD-4EA0-9186-43770D13B514}" destId="{38442D11-4E98-413B-91BF-0DA3DCB631C7}" srcOrd="0" destOrd="0" presId="urn:microsoft.com/office/officeart/2018/5/layout/IconCircleLabelList"/>
    <dgm:cxn modelId="{384B56AA-8D00-4B63-A378-78E3F9924FE3}" srcId="{67694125-42D2-4573-9472-48D028CE232F}" destId="{8B1AF0A9-2493-46D4-A933-B134F2F14172}" srcOrd="3" destOrd="0" parTransId="{BCEBAADC-4588-4E05-99A4-9981362FD0CE}" sibTransId="{701407ED-C94F-47A1-901E-0D62C70EA5A1}"/>
    <dgm:cxn modelId="{9FFA0DBD-43A1-4626-B59B-86EA0908BACE}" type="presOf" srcId="{67694125-42D2-4573-9472-48D028CE232F}" destId="{E1CCA1E6-C641-433B-A354-E8341EB04A22}" srcOrd="0" destOrd="0" presId="urn:microsoft.com/office/officeart/2018/5/layout/IconCircleLabelList"/>
    <dgm:cxn modelId="{C70705C4-1D41-4C0D-B4EB-8C7FD40433AC}" type="presOf" srcId="{590F29E9-8117-45EA-A06E-2A5A589BC4B4}" destId="{987D1884-B2EE-4F0D-9164-B93D4C5766E9}" srcOrd="0" destOrd="0" presId="urn:microsoft.com/office/officeart/2018/5/layout/IconCircleLabelList"/>
    <dgm:cxn modelId="{EFCC10E0-B4A3-44BF-96AF-9DB9391EBA8D}" srcId="{67694125-42D2-4573-9472-48D028CE232F}" destId="{E2046A61-AD92-4895-A16E-7E93DB32031A}" srcOrd="4" destOrd="0" parTransId="{D809B3E1-6703-449D-AE30-654F59B5A68F}" sibTransId="{DF347A92-F6CC-4A4A-8F06-05C62FBF5D58}"/>
    <dgm:cxn modelId="{24D312E2-F9A0-4E09-A454-C85E8EF95CD8}" type="presOf" srcId="{8B1AF0A9-2493-46D4-A933-B134F2F14172}" destId="{1021A8B0-D100-4326-8DE2-F064E7CCCF95}" srcOrd="0" destOrd="0" presId="urn:microsoft.com/office/officeart/2018/5/layout/IconCircleLabelList"/>
    <dgm:cxn modelId="{EBB1E6E2-0E31-40AF-AC64-230E82BA78E6}" type="presOf" srcId="{B39C6D21-6073-4B6A-9CF7-41D622EC6132}" destId="{FBC5D9F0-0568-471E-9AED-CF11A75BE98A}" srcOrd="0" destOrd="0" presId="urn:microsoft.com/office/officeart/2018/5/layout/IconCircleLabelList"/>
    <dgm:cxn modelId="{360117EB-178E-4931-8C25-F4682284BEB4}" type="presOf" srcId="{E2046A61-AD92-4895-A16E-7E93DB32031A}" destId="{6EF7E195-76DD-44B9-85D3-1A7671647CA3}" srcOrd="0" destOrd="0" presId="urn:microsoft.com/office/officeart/2018/5/layout/IconCircleLabelList"/>
    <dgm:cxn modelId="{C3C7EF7B-2FDF-45A5-8574-A425AE278056}" type="presParOf" srcId="{E1CCA1E6-C641-433B-A354-E8341EB04A22}" destId="{036589DC-C5C2-4900-8807-AD07687EB350}" srcOrd="0" destOrd="0" presId="urn:microsoft.com/office/officeart/2018/5/layout/IconCircleLabelList"/>
    <dgm:cxn modelId="{D09E8605-53F0-4E63-AF28-5ED715970C49}" type="presParOf" srcId="{036589DC-C5C2-4900-8807-AD07687EB350}" destId="{05709575-0738-497F-A3F1-EBF3C86F6BAE}" srcOrd="0" destOrd="0" presId="urn:microsoft.com/office/officeart/2018/5/layout/IconCircleLabelList"/>
    <dgm:cxn modelId="{E515510A-E390-4646-BF19-4A44C7724786}" type="presParOf" srcId="{036589DC-C5C2-4900-8807-AD07687EB350}" destId="{AA74FEEA-87B3-4115-942C-4BF8EF653B13}" srcOrd="1" destOrd="0" presId="urn:microsoft.com/office/officeart/2018/5/layout/IconCircleLabelList"/>
    <dgm:cxn modelId="{8649DFD8-6C19-4B56-967F-102B8D5148F9}" type="presParOf" srcId="{036589DC-C5C2-4900-8807-AD07687EB350}" destId="{F6B27E9B-E1E3-494B-A66E-715B87A2F51E}" srcOrd="2" destOrd="0" presId="urn:microsoft.com/office/officeart/2018/5/layout/IconCircleLabelList"/>
    <dgm:cxn modelId="{E902505B-B559-4F3C-A941-4E3799A0E08A}" type="presParOf" srcId="{036589DC-C5C2-4900-8807-AD07687EB350}" destId="{38442D11-4E98-413B-91BF-0DA3DCB631C7}" srcOrd="3" destOrd="0" presId="urn:microsoft.com/office/officeart/2018/5/layout/IconCircleLabelList"/>
    <dgm:cxn modelId="{0CEDDD6B-C1DD-414E-984A-37CF51860711}" type="presParOf" srcId="{E1CCA1E6-C641-433B-A354-E8341EB04A22}" destId="{F25B18C6-D7AF-4293-9019-7FD9D1824E94}" srcOrd="1" destOrd="0" presId="urn:microsoft.com/office/officeart/2018/5/layout/IconCircleLabelList"/>
    <dgm:cxn modelId="{9C72ECB5-7F81-422D-A8CF-AE553CE7F6C9}" type="presParOf" srcId="{E1CCA1E6-C641-433B-A354-E8341EB04A22}" destId="{7BD46FB5-2A38-44C9-86C2-EEB332BA1A6D}" srcOrd="2" destOrd="0" presId="urn:microsoft.com/office/officeart/2018/5/layout/IconCircleLabelList"/>
    <dgm:cxn modelId="{86778E3F-70EB-4FEC-8B6F-37FED5529D45}" type="presParOf" srcId="{7BD46FB5-2A38-44C9-86C2-EEB332BA1A6D}" destId="{EA39E5B0-2E5E-405E-9F60-E29158F3AA53}" srcOrd="0" destOrd="0" presId="urn:microsoft.com/office/officeart/2018/5/layout/IconCircleLabelList"/>
    <dgm:cxn modelId="{2C07EADB-F527-40CA-9915-226C52AA546A}" type="presParOf" srcId="{7BD46FB5-2A38-44C9-86C2-EEB332BA1A6D}" destId="{F9D725E8-4EEC-4F66-AC39-338D6BA69C9E}" srcOrd="1" destOrd="0" presId="urn:microsoft.com/office/officeart/2018/5/layout/IconCircleLabelList"/>
    <dgm:cxn modelId="{9619805D-2AD8-4A66-89FA-3CF74F29EAF8}" type="presParOf" srcId="{7BD46FB5-2A38-44C9-86C2-EEB332BA1A6D}" destId="{56739603-1F4E-4FD5-9A6B-6633C44D86FC}" srcOrd="2" destOrd="0" presId="urn:microsoft.com/office/officeart/2018/5/layout/IconCircleLabelList"/>
    <dgm:cxn modelId="{E460E5FC-84B0-42D9-9F34-ABFB4377048C}" type="presParOf" srcId="{7BD46FB5-2A38-44C9-86C2-EEB332BA1A6D}" destId="{987D1884-B2EE-4F0D-9164-B93D4C5766E9}" srcOrd="3" destOrd="0" presId="urn:microsoft.com/office/officeart/2018/5/layout/IconCircleLabelList"/>
    <dgm:cxn modelId="{95DBE54B-0B15-4B0D-BD6D-614E0D7DCE9F}" type="presParOf" srcId="{E1CCA1E6-C641-433B-A354-E8341EB04A22}" destId="{9D5FABD8-9EC1-4AD7-9F86-FA318A7E2BEA}" srcOrd="3" destOrd="0" presId="urn:microsoft.com/office/officeart/2018/5/layout/IconCircleLabelList"/>
    <dgm:cxn modelId="{213B3436-1990-4BFE-A758-8B40E75809CE}" type="presParOf" srcId="{E1CCA1E6-C641-433B-A354-E8341EB04A22}" destId="{B99F566B-6A24-4B3F-B972-5F70854D7900}" srcOrd="4" destOrd="0" presId="urn:microsoft.com/office/officeart/2018/5/layout/IconCircleLabelList"/>
    <dgm:cxn modelId="{E8F9A3BF-8223-4567-ADAB-E0E7B8AC17CC}" type="presParOf" srcId="{B99F566B-6A24-4B3F-B972-5F70854D7900}" destId="{7B062CC8-9CC9-4B5A-AD70-C7DEF20D222E}" srcOrd="0" destOrd="0" presId="urn:microsoft.com/office/officeart/2018/5/layout/IconCircleLabelList"/>
    <dgm:cxn modelId="{E6409A22-0F15-4694-9C5F-6247E03063CC}" type="presParOf" srcId="{B99F566B-6A24-4B3F-B972-5F70854D7900}" destId="{3AC0A955-B15C-4ACB-9E4B-590458183CD4}" srcOrd="1" destOrd="0" presId="urn:microsoft.com/office/officeart/2018/5/layout/IconCircleLabelList"/>
    <dgm:cxn modelId="{763C18F9-514A-48C9-A47A-BCE92665DD27}" type="presParOf" srcId="{B99F566B-6A24-4B3F-B972-5F70854D7900}" destId="{A4ECA0AB-23BF-428D-8C6E-02AA2C92B966}" srcOrd="2" destOrd="0" presId="urn:microsoft.com/office/officeart/2018/5/layout/IconCircleLabelList"/>
    <dgm:cxn modelId="{BEAD314D-B354-4E09-B207-AAC4D3980DC9}" type="presParOf" srcId="{B99F566B-6A24-4B3F-B972-5F70854D7900}" destId="{FBC5D9F0-0568-471E-9AED-CF11A75BE98A}" srcOrd="3" destOrd="0" presId="urn:microsoft.com/office/officeart/2018/5/layout/IconCircleLabelList"/>
    <dgm:cxn modelId="{7E6BA097-118C-4FC7-9806-94532F99D893}" type="presParOf" srcId="{E1CCA1E6-C641-433B-A354-E8341EB04A22}" destId="{0C2B5B93-20FF-41E7-9E3B-217321B81C32}" srcOrd="5" destOrd="0" presId="urn:microsoft.com/office/officeart/2018/5/layout/IconCircleLabelList"/>
    <dgm:cxn modelId="{B8A15C24-A28B-401A-9BF2-140BC306B22A}" type="presParOf" srcId="{E1CCA1E6-C641-433B-A354-E8341EB04A22}" destId="{0006959C-1A22-4514-BD37-579354271148}" srcOrd="6" destOrd="0" presId="urn:microsoft.com/office/officeart/2018/5/layout/IconCircleLabelList"/>
    <dgm:cxn modelId="{373EE556-9843-43CC-BDD3-4BF4FD73801D}" type="presParOf" srcId="{0006959C-1A22-4514-BD37-579354271148}" destId="{2734C358-569A-42D7-A1A6-7BA88A6D30EC}" srcOrd="0" destOrd="0" presId="urn:microsoft.com/office/officeart/2018/5/layout/IconCircleLabelList"/>
    <dgm:cxn modelId="{E017F182-F477-44E1-9EC4-8EE3C050F2E4}" type="presParOf" srcId="{0006959C-1A22-4514-BD37-579354271148}" destId="{B70ECAFB-573F-4211-B8F6-76F587DAFCEA}" srcOrd="1" destOrd="0" presId="urn:microsoft.com/office/officeart/2018/5/layout/IconCircleLabelList"/>
    <dgm:cxn modelId="{98E30A14-5E5F-4AFC-9643-179692834782}" type="presParOf" srcId="{0006959C-1A22-4514-BD37-579354271148}" destId="{71A46068-7860-4D96-A35D-AA97F2063D41}" srcOrd="2" destOrd="0" presId="urn:microsoft.com/office/officeart/2018/5/layout/IconCircleLabelList"/>
    <dgm:cxn modelId="{E89D976A-EA74-46BC-BE1F-F559BBD0D18D}" type="presParOf" srcId="{0006959C-1A22-4514-BD37-579354271148}" destId="{1021A8B0-D100-4326-8DE2-F064E7CCCF95}" srcOrd="3" destOrd="0" presId="urn:microsoft.com/office/officeart/2018/5/layout/IconCircleLabelList"/>
    <dgm:cxn modelId="{32C1A0EE-A5E7-4665-A6E4-CAD2BC3CDB50}" type="presParOf" srcId="{E1CCA1E6-C641-433B-A354-E8341EB04A22}" destId="{31FB9AF5-4391-46C2-926E-040025C47477}" srcOrd="7" destOrd="0" presId="urn:microsoft.com/office/officeart/2018/5/layout/IconCircleLabelList"/>
    <dgm:cxn modelId="{C8576324-4CB6-4A61-9890-EF1F4855FB3A}" type="presParOf" srcId="{E1CCA1E6-C641-433B-A354-E8341EB04A22}" destId="{1AC61C41-C6AB-45CD-8784-33AFBAEB4FF8}" srcOrd="8" destOrd="0" presId="urn:microsoft.com/office/officeart/2018/5/layout/IconCircleLabelList"/>
    <dgm:cxn modelId="{CBF514B8-B83A-44CB-BAA8-3487254D8EB7}" type="presParOf" srcId="{1AC61C41-C6AB-45CD-8784-33AFBAEB4FF8}" destId="{9FA51CD7-7DC7-4755-81CB-787495C5469D}" srcOrd="0" destOrd="0" presId="urn:microsoft.com/office/officeart/2018/5/layout/IconCircleLabelList"/>
    <dgm:cxn modelId="{5AD515D9-6CD1-4CB4-80BD-F646CF30D770}" type="presParOf" srcId="{1AC61C41-C6AB-45CD-8784-33AFBAEB4FF8}" destId="{452594CD-DA8C-46F4-805A-4A9E38FF6746}" srcOrd="1" destOrd="0" presId="urn:microsoft.com/office/officeart/2018/5/layout/IconCircleLabelList"/>
    <dgm:cxn modelId="{9514C3D5-2814-4CF7-B764-4D4B5AA614E0}" type="presParOf" srcId="{1AC61C41-C6AB-45CD-8784-33AFBAEB4FF8}" destId="{9DD4ADAB-2CA8-4BA9-A8D9-C513FE11D534}" srcOrd="2" destOrd="0" presId="urn:microsoft.com/office/officeart/2018/5/layout/IconCircleLabelList"/>
    <dgm:cxn modelId="{24286A91-5960-4B3F-BB8B-5C48DB2C1196}" type="presParOf" srcId="{1AC61C41-C6AB-45CD-8784-33AFBAEB4FF8}" destId="{6EF7E195-76DD-44B9-85D3-1A7671647C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BDD75E-252D-42BD-AEAA-C5A934A796E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566C9C-9FDF-413D-B98D-411CE00647B4}">
      <dgm:prSet/>
      <dgm:spPr/>
      <dgm:t>
        <a:bodyPr/>
        <a:lstStyle/>
        <a:p>
          <a:r>
            <a:rPr lang="en-US"/>
            <a:t>MOV x8, #64   // write syscall</a:t>
          </a:r>
        </a:p>
      </dgm:t>
    </dgm:pt>
    <dgm:pt modelId="{C323F3AC-872E-472B-9F7B-CA244E180069}" type="parTrans" cxnId="{5E6381C9-F32A-4E5A-B546-F1F1541896E5}">
      <dgm:prSet/>
      <dgm:spPr/>
      <dgm:t>
        <a:bodyPr/>
        <a:lstStyle/>
        <a:p>
          <a:endParaRPr lang="en-US"/>
        </a:p>
      </dgm:t>
    </dgm:pt>
    <dgm:pt modelId="{0BE4ED9B-F0ED-4FDC-B5F8-35D3230F9CE7}" type="sibTrans" cxnId="{5E6381C9-F32A-4E5A-B546-F1F1541896E5}">
      <dgm:prSet/>
      <dgm:spPr/>
      <dgm:t>
        <a:bodyPr/>
        <a:lstStyle/>
        <a:p>
          <a:endParaRPr lang="en-US"/>
        </a:p>
      </dgm:t>
    </dgm:pt>
    <dgm:pt modelId="{E10FEE7C-6142-4778-A54B-CEB63FDFA5D0}">
      <dgm:prSet/>
      <dgm:spPr/>
      <dgm:t>
        <a:bodyPr/>
        <a:lstStyle/>
        <a:p>
          <a:r>
            <a:rPr lang="en-US"/>
            <a:t>MOV x0, #1</a:t>
          </a:r>
        </a:p>
      </dgm:t>
    </dgm:pt>
    <dgm:pt modelId="{66A83A2E-3E5E-47C9-8679-F981432490F6}" type="parTrans" cxnId="{F1D2C954-B649-40A9-9D2D-437BB8CD71F3}">
      <dgm:prSet/>
      <dgm:spPr/>
      <dgm:t>
        <a:bodyPr/>
        <a:lstStyle/>
        <a:p>
          <a:endParaRPr lang="en-US"/>
        </a:p>
      </dgm:t>
    </dgm:pt>
    <dgm:pt modelId="{BF02DDF6-62AB-4B19-9828-3BA4F994BA0E}" type="sibTrans" cxnId="{F1D2C954-B649-40A9-9D2D-437BB8CD71F3}">
      <dgm:prSet/>
      <dgm:spPr/>
      <dgm:t>
        <a:bodyPr/>
        <a:lstStyle/>
        <a:p>
          <a:endParaRPr lang="en-US"/>
        </a:p>
      </dgm:t>
    </dgm:pt>
    <dgm:pt modelId="{91FEAD3B-5B2E-4990-AC1A-194C11D24D9F}">
      <dgm:prSet/>
      <dgm:spPr/>
      <dgm:t>
        <a:bodyPr/>
        <a:lstStyle/>
        <a:p>
          <a:r>
            <a:rPr lang="en-US"/>
            <a:t>ADR x1, msg</a:t>
          </a:r>
        </a:p>
      </dgm:t>
    </dgm:pt>
    <dgm:pt modelId="{E303A08F-A446-4CAE-9B70-BB80116E2D0F}" type="parTrans" cxnId="{C0712A53-6E5D-4103-9E94-9CED6A0C17A1}">
      <dgm:prSet/>
      <dgm:spPr/>
      <dgm:t>
        <a:bodyPr/>
        <a:lstStyle/>
        <a:p>
          <a:endParaRPr lang="en-US"/>
        </a:p>
      </dgm:t>
    </dgm:pt>
    <dgm:pt modelId="{591DC8DD-2121-4F7D-A4A4-35274D675A10}" type="sibTrans" cxnId="{C0712A53-6E5D-4103-9E94-9CED6A0C17A1}">
      <dgm:prSet/>
      <dgm:spPr/>
      <dgm:t>
        <a:bodyPr/>
        <a:lstStyle/>
        <a:p>
          <a:endParaRPr lang="en-US"/>
        </a:p>
      </dgm:t>
    </dgm:pt>
    <dgm:pt modelId="{1A70C169-E456-4E81-927A-1A46BA58F526}">
      <dgm:prSet/>
      <dgm:spPr/>
      <dgm:t>
        <a:bodyPr/>
        <a:lstStyle/>
        <a:p>
          <a:r>
            <a:rPr lang="en-US"/>
            <a:t>MOV x2, #13</a:t>
          </a:r>
        </a:p>
      </dgm:t>
    </dgm:pt>
    <dgm:pt modelId="{A14FBE36-E38B-4E34-878C-82D09F32D50C}" type="parTrans" cxnId="{B345E19C-EA38-4C83-80C5-6E5752A74F27}">
      <dgm:prSet/>
      <dgm:spPr/>
      <dgm:t>
        <a:bodyPr/>
        <a:lstStyle/>
        <a:p>
          <a:endParaRPr lang="en-US"/>
        </a:p>
      </dgm:t>
    </dgm:pt>
    <dgm:pt modelId="{2DBB83B0-90F2-4CFC-B5DF-841EF7C0C9F3}" type="sibTrans" cxnId="{B345E19C-EA38-4C83-80C5-6E5752A74F27}">
      <dgm:prSet/>
      <dgm:spPr/>
      <dgm:t>
        <a:bodyPr/>
        <a:lstStyle/>
        <a:p>
          <a:endParaRPr lang="en-US"/>
        </a:p>
      </dgm:t>
    </dgm:pt>
    <dgm:pt modelId="{856879C5-EED7-46DA-B953-505B2CBFEFF6}">
      <dgm:prSet/>
      <dgm:spPr/>
      <dgm:t>
        <a:bodyPr/>
        <a:lstStyle/>
        <a:p>
          <a:r>
            <a:rPr lang="en-US"/>
            <a:t>SVC 0</a:t>
          </a:r>
        </a:p>
      </dgm:t>
    </dgm:pt>
    <dgm:pt modelId="{6FA0A3EC-93CF-4C1B-99F3-E889C58C0D5E}" type="parTrans" cxnId="{5F2FBDEB-811E-4310-98CC-87642E7128C7}">
      <dgm:prSet/>
      <dgm:spPr/>
      <dgm:t>
        <a:bodyPr/>
        <a:lstStyle/>
        <a:p>
          <a:endParaRPr lang="en-US"/>
        </a:p>
      </dgm:t>
    </dgm:pt>
    <dgm:pt modelId="{052D43D3-8229-407E-98D7-DAA69515ACFF}" type="sibTrans" cxnId="{5F2FBDEB-811E-4310-98CC-87642E7128C7}">
      <dgm:prSet/>
      <dgm:spPr/>
      <dgm:t>
        <a:bodyPr/>
        <a:lstStyle/>
        <a:p>
          <a:endParaRPr lang="en-US"/>
        </a:p>
      </dgm:t>
    </dgm:pt>
    <dgm:pt modelId="{AE45621D-DAB9-44E1-9221-2F77A9ACFAC6}">
      <dgm:prSet/>
      <dgm:spPr/>
      <dgm:t>
        <a:bodyPr/>
        <a:lstStyle/>
        <a:p>
          <a:r>
            <a:rPr lang="en-US"/>
            <a:t>RET</a:t>
          </a:r>
        </a:p>
      </dgm:t>
    </dgm:pt>
    <dgm:pt modelId="{51810BAC-119B-4961-A5BD-8D6FB5C9C4B0}" type="parTrans" cxnId="{8C9D542B-B69A-4B5A-AC6D-FDF6637B2700}">
      <dgm:prSet/>
      <dgm:spPr/>
      <dgm:t>
        <a:bodyPr/>
        <a:lstStyle/>
        <a:p>
          <a:endParaRPr lang="en-US"/>
        </a:p>
      </dgm:t>
    </dgm:pt>
    <dgm:pt modelId="{FAA0929D-6D1A-4F32-87AE-492CFD647E8D}" type="sibTrans" cxnId="{8C9D542B-B69A-4B5A-AC6D-FDF6637B2700}">
      <dgm:prSet/>
      <dgm:spPr/>
      <dgm:t>
        <a:bodyPr/>
        <a:lstStyle/>
        <a:p>
          <a:endParaRPr lang="en-US"/>
        </a:p>
      </dgm:t>
    </dgm:pt>
    <dgm:pt modelId="{E888A79F-FFA9-41C6-ADF0-E6DEE3642FCC}" type="pres">
      <dgm:prSet presAssocID="{A1BDD75E-252D-42BD-AEAA-C5A934A796EE}" presName="linear" presStyleCnt="0">
        <dgm:presLayoutVars>
          <dgm:dir/>
          <dgm:animLvl val="lvl"/>
          <dgm:resizeHandles val="exact"/>
        </dgm:presLayoutVars>
      </dgm:prSet>
      <dgm:spPr/>
    </dgm:pt>
    <dgm:pt modelId="{C58ED6CF-5C71-4D09-AC81-C0B0417ACD4D}" type="pres">
      <dgm:prSet presAssocID="{2B566C9C-9FDF-413D-B98D-411CE00647B4}" presName="parentLin" presStyleCnt="0"/>
      <dgm:spPr/>
    </dgm:pt>
    <dgm:pt modelId="{722D4C90-C63F-47AF-8E6D-ED9645EFE811}" type="pres">
      <dgm:prSet presAssocID="{2B566C9C-9FDF-413D-B98D-411CE00647B4}" presName="parentLeftMargin" presStyleLbl="node1" presStyleIdx="0" presStyleCnt="6"/>
      <dgm:spPr/>
    </dgm:pt>
    <dgm:pt modelId="{55BAE6B6-9C80-438B-8479-FE74590913F9}" type="pres">
      <dgm:prSet presAssocID="{2B566C9C-9FDF-413D-B98D-411CE00647B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C6109CF-ED76-433C-BD43-C8BADD14C6EF}" type="pres">
      <dgm:prSet presAssocID="{2B566C9C-9FDF-413D-B98D-411CE00647B4}" presName="negativeSpace" presStyleCnt="0"/>
      <dgm:spPr/>
    </dgm:pt>
    <dgm:pt modelId="{3261D59D-E23E-4154-B765-43B0D0272D03}" type="pres">
      <dgm:prSet presAssocID="{2B566C9C-9FDF-413D-B98D-411CE00647B4}" presName="childText" presStyleLbl="conFgAcc1" presStyleIdx="0" presStyleCnt="6">
        <dgm:presLayoutVars>
          <dgm:bulletEnabled val="1"/>
        </dgm:presLayoutVars>
      </dgm:prSet>
      <dgm:spPr/>
    </dgm:pt>
    <dgm:pt modelId="{6D1EB9DF-6BBF-4EF4-B642-A1BC7C9DD42D}" type="pres">
      <dgm:prSet presAssocID="{0BE4ED9B-F0ED-4FDC-B5F8-35D3230F9CE7}" presName="spaceBetweenRectangles" presStyleCnt="0"/>
      <dgm:spPr/>
    </dgm:pt>
    <dgm:pt modelId="{EDFD3916-0C08-4616-A88D-8B3FD39311B5}" type="pres">
      <dgm:prSet presAssocID="{E10FEE7C-6142-4778-A54B-CEB63FDFA5D0}" presName="parentLin" presStyleCnt="0"/>
      <dgm:spPr/>
    </dgm:pt>
    <dgm:pt modelId="{1D1F751A-FE9B-4234-8D7C-BE94AE790E32}" type="pres">
      <dgm:prSet presAssocID="{E10FEE7C-6142-4778-A54B-CEB63FDFA5D0}" presName="parentLeftMargin" presStyleLbl="node1" presStyleIdx="0" presStyleCnt="6"/>
      <dgm:spPr/>
    </dgm:pt>
    <dgm:pt modelId="{683CB0E1-F77D-4CF0-9EB6-2A337D3A57C5}" type="pres">
      <dgm:prSet presAssocID="{E10FEE7C-6142-4778-A54B-CEB63FDFA5D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04D2FB4-BAEA-46C6-BA5C-D73EC553CFCC}" type="pres">
      <dgm:prSet presAssocID="{E10FEE7C-6142-4778-A54B-CEB63FDFA5D0}" presName="negativeSpace" presStyleCnt="0"/>
      <dgm:spPr/>
    </dgm:pt>
    <dgm:pt modelId="{F74C70A8-2061-4028-8B28-3AFD5FBB9712}" type="pres">
      <dgm:prSet presAssocID="{E10FEE7C-6142-4778-A54B-CEB63FDFA5D0}" presName="childText" presStyleLbl="conFgAcc1" presStyleIdx="1" presStyleCnt="6">
        <dgm:presLayoutVars>
          <dgm:bulletEnabled val="1"/>
        </dgm:presLayoutVars>
      </dgm:prSet>
      <dgm:spPr/>
    </dgm:pt>
    <dgm:pt modelId="{F65B3691-1B44-4067-AEE3-3B08E2CCF398}" type="pres">
      <dgm:prSet presAssocID="{BF02DDF6-62AB-4B19-9828-3BA4F994BA0E}" presName="spaceBetweenRectangles" presStyleCnt="0"/>
      <dgm:spPr/>
    </dgm:pt>
    <dgm:pt modelId="{826493EF-75FE-4923-88E0-28D9D1E92707}" type="pres">
      <dgm:prSet presAssocID="{91FEAD3B-5B2E-4990-AC1A-194C11D24D9F}" presName="parentLin" presStyleCnt="0"/>
      <dgm:spPr/>
    </dgm:pt>
    <dgm:pt modelId="{DB2FB6FC-5390-480F-A993-9DB178EDD2F7}" type="pres">
      <dgm:prSet presAssocID="{91FEAD3B-5B2E-4990-AC1A-194C11D24D9F}" presName="parentLeftMargin" presStyleLbl="node1" presStyleIdx="1" presStyleCnt="6"/>
      <dgm:spPr/>
    </dgm:pt>
    <dgm:pt modelId="{67C95B75-3A2B-4570-A9E3-5F7AE4BD56EA}" type="pres">
      <dgm:prSet presAssocID="{91FEAD3B-5B2E-4990-AC1A-194C11D24D9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82CD67D-76CC-42D6-BF07-B629DE15FE99}" type="pres">
      <dgm:prSet presAssocID="{91FEAD3B-5B2E-4990-AC1A-194C11D24D9F}" presName="negativeSpace" presStyleCnt="0"/>
      <dgm:spPr/>
    </dgm:pt>
    <dgm:pt modelId="{2C541A96-530D-4238-83A2-1B06FC7E9AB5}" type="pres">
      <dgm:prSet presAssocID="{91FEAD3B-5B2E-4990-AC1A-194C11D24D9F}" presName="childText" presStyleLbl="conFgAcc1" presStyleIdx="2" presStyleCnt="6">
        <dgm:presLayoutVars>
          <dgm:bulletEnabled val="1"/>
        </dgm:presLayoutVars>
      </dgm:prSet>
      <dgm:spPr/>
    </dgm:pt>
    <dgm:pt modelId="{6AB4A480-6E18-43C9-9B94-5461F0E6523E}" type="pres">
      <dgm:prSet presAssocID="{591DC8DD-2121-4F7D-A4A4-35274D675A10}" presName="spaceBetweenRectangles" presStyleCnt="0"/>
      <dgm:spPr/>
    </dgm:pt>
    <dgm:pt modelId="{DF9463F6-B032-4F32-8D2C-A814A8C3D635}" type="pres">
      <dgm:prSet presAssocID="{1A70C169-E456-4E81-927A-1A46BA58F526}" presName="parentLin" presStyleCnt="0"/>
      <dgm:spPr/>
    </dgm:pt>
    <dgm:pt modelId="{CEE06AE2-9385-4B50-A259-5C5F5FB290D0}" type="pres">
      <dgm:prSet presAssocID="{1A70C169-E456-4E81-927A-1A46BA58F526}" presName="parentLeftMargin" presStyleLbl="node1" presStyleIdx="2" presStyleCnt="6"/>
      <dgm:spPr/>
    </dgm:pt>
    <dgm:pt modelId="{66D6A688-3C27-405D-B187-43AC8372FC32}" type="pres">
      <dgm:prSet presAssocID="{1A70C169-E456-4E81-927A-1A46BA58F52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BBF1027-A31E-4939-A539-2304BC9B0D8D}" type="pres">
      <dgm:prSet presAssocID="{1A70C169-E456-4E81-927A-1A46BA58F526}" presName="negativeSpace" presStyleCnt="0"/>
      <dgm:spPr/>
    </dgm:pt>
    <dgm:pt modelId="{CCF173AF-DCE4-47D9-81EF-A87C66D5DDD4}" type="pres">
      <dgm:prSet presAssocID="{1A70C169-E456-4E81-927A-1A46BA58F526}" presName="childText" presStyleLbl="conFgAcc1" presStyleIdx="3" presStyleCnt="6">
        <dgm:presLayoutVars>
          <dgm:bulletEnabled val="1"/>
        </dgm:presLayoutVars>
      </dgm:prSet>
      <dgm:spPr/>
    </dgm:pt>
    <dgm:pt modelId="{22EEC9F4-B85E-4943-93A8-604B35EBEA60}" type="pres">
      <dgm:prSet presAssocID="{2DBB83B0-90F2-4CFC-B5DF-841EF7C0C9F3}" presName="spaceBetweenRectangles" presStyleCnt="0"/>
      <dgm:spPr/>
    </dgm:pt>
    <dgm:pt modelId="{CACF2C88-DEDE-4D2C-836F-F2D6D224E544}" type="pres">
      <dgm:prSet presAssocID="{856879C5-EED7-46DA-B953-505B2CBFEFF6}" presName="parentLin" presStyleCnt="0"/>
      <dgm:spPr/>
    </dgm:pt>
    <dgm:pt modelId="{40E28BED-25D8-4FE0-9538-A7A4CA031DCF}" type="pres">
      <dgm:prSet presAssocID="{856879C5-EED7-46DA-B953-505B2CBFEFF6}" presName="parentLeftMargin" presStyleLbl="node1" presStyleIdx="3" presStyleCnt="6"/>
      <dgm:spPr/>
    </dgm:pt>
    <dgm:pt modelId="{1BE96ED4-412C-4AAE-8E1D-AE73BBCFBE33}" type="pres">
      <dgm:prSet presAssocID="{856879C5-EED7-46DA-B953-505B2CBFEFF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B6DA388-E92B-4A03-B8AE-D39092A76B88}" type="pres">
      <dgm:prSet presAssocID="{856879C5-EED7-46DA-B953-505B2CBFEFF6}" presName="negativeSpace" presStyleCnt="0"/>
      <dgm:spPr/>
    </dgm:pt>
    <dgm:pt modelId="{8C8EA7D8-6F6C-466A-9786-DEB48D90D187}" type="pres">
      <dgm:prSet presAssocID="{856879C5-EED7-46DA-B953-505B2CBFEFF6}" presName="childText" presStyleLbl="conFgAcc1" presStyleIdx="4" presStyleCnt="6">
        <dgm:presLayoutVars>
          <dgm:bulletEnabled val="1"/>
        </dgm:presLayoutVars>
      </dgm:prSet>
      <dgm:spPr/>
    </dgm:pt>
    <dgm:pt modelId="{73E35EE7-14D9-4D37-A71C-C08598862A51}" type="pres">
      <dgm:prSet presAssocID="{052D43D3-8229-407E-98D7-DAA69515ACFF}" presName="spaceBetweenRectangles" presStyleCnt="0"/>
      <dgm:spPr/>
    </dgm:pt>
    <dgm:pt modelId="{C977867F-4991-4FC6-838E-B6CDD5FAD98B}" type="pres">
      <dgm:prSet presAssocID="{AE45621D-DAB9-44E1-9221-2F77A9ACFAC6}" presName="parentLin" presStyleCnt="0"/>
      <dgm:spPr/>
    </dgm:pt>
    <dgm:pt modelId="{9D78130B-C55C-4734-8E66-3EFF1650BFB7}" type="pres">
      <dgm:prSet presAssocID="{AE45621D-DAB9-44E1-9221-2F77A9ACFAC6}" presName="parentLeftMargin" presStyleLbl="node1" presStyleIdx="4" presStyleCnt="6"/>
      <dgm:spPr/>
    </dgm:pt>
    <dgm:pt modelId="{1C5E9D04-0547-41C9-A6DF-D3F4690AD40C}" type="pres">
      <dgm:prSet presAssocID="{AE45621D-DAB9-44E1-9221-2F77A9ACFAC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33C7AD58-85F6-421C-B4A5-219EF6478947}" type="pres">
      <dgm:prSet presAssocID="{AE45621D-DAB9-44E1-9221-2F77A9ACFAC6}" presName="negativeSpace" presStyleCnt="0"/>
      <dgm:spPr/>
    </dgm:pt>
    <dgm:pt modelId="{D2632634-8B84-48C6-8862-0837C3D7CD91}" type="pres">
      <dgm:prSet presAssocID="{AE45621D-DAB9-44E1-9221-2F77A9ACFAC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AA6A001B-3D5B-4EAB-8962-930B55BBFC56}" type="presOf" srcId="{856879C5-EED7-46DA-B953-505B2CBFEFF6}" destId="{40E28BED-25D8-4FE0-9538-A7A4CA031DCF}" srcOrd="0" destOrd="0" presId="urn:microsoft.com/office/officeart/2005/8/layout/list1"/>
    <dgm:cxn modelId="{7979BD1B-0335-4DD6-8C37-ED3492147690}" type="presOf" srcId="{E10FEE7C-6142-4778-A54B-CEB63FDFA5D0}" destId="{683CB0E1-F77D-4CF0-9EB6-2A337D3A57C5}" srcOrd="1" destOrd="0" presId="urn:microsoft.com/office/officeart/2005/8/layout/list1"/>
    <dgm:cxn modelId="{3E997C26-2352-43C7-A36E-DBB22A83063E}" type="presOf" srcId="{2B566C9C-9FDF-413D-B98D-411CE00647B4}" destId="{55BAE6B6-9C80-438B-8479-FE74590913F9}" srcOrd="1" destOrd="0" presId="urn:microsoft.com/office/officeart/2005/8/layout/list1"/>
    <dgm:cxn modelId="{8C9D542B-B69A-4B5A-AC6D-FDF6637B2700}" srcId="{A1BDD75E-252D-42BD-AEAA-C5A934A796EE}" destId="{AE45621D-DAB9-44E1-9221-2F77A9ACFAC6}" srcOrd="5" destOrd="0" parTransId="{51810BAC-119B-4961-A5BD-8D6FB5C9C4B0}" sibTransId="{FAA0929D-6D1A-4F32-87AE-492CFD647E8D}"/>
    <dgm:cxn modelId="{C838AA5F-A720-4785-AD98-2288F86A50BF}" type="presOf" srcId="{1A70C169-E456-4E81-927A-1A46BA58F526}" destId="{66D6A688-3C27-405D-B187-43AC8372FC32}" srcOrd="1" destOrd="0" presId="urn:microsoft.com/office/officeart/2005/8/layout/list1"/>
    <dgm:cxn modelId="{C0712A53-6E5D-4103-9E94-9CED6A0C17A1}" srcId="{A1BDD75E-252D-42BD-AEAA-C5A934A796EE}" destId="{91FEAD3B-5B2E-4990-AC1A-194C11D24D9F}" srcOrd="2" destOrd="0" parTransId="{E303A08F-A446-4CAE-9B70-BB80116E2D0F}" sibTransId="{591DC8DD-2121-4F7D-A4A4-35274D675A10}"/>
    <dgm:cxn modelId="{F1D2C954-B649-40A9-9D2D-437BB8CD71F3}" srcId="{A1BDD75E-252D-42BD-AEAA-C5A934A796EE}" destId="{E10FEE7C-6142-4778-A54B-CEB63FDFA5D0}" srcOrd="1" destOrd="0" parTransId="{66A83A2E-3E5E-47C9-8679-F981432490F6}" sibTransId="{BF02DDF6-62AB-4B19-9828-3BA4F994BA0E}"/>
    <dgm:cxn modelId="{B5BFA675-E689-46CF-81FB-5C32BE0AFBAB}" type="presOf" srcId="{A1BDD75E-252D-42BD-AEAA-C5A934A796EE}" destId="{E888A79F-FFA9-41C6-ADF0-E6DEE3642FCC}" srcOrd="0" destOrd="0" presId="urn:microsoft.com/office/officeart/2005/8/layout/list1"/>
    <dgm:cxn modelId="{EF1C938C-8777-4852-9B1B-54E7E6C31102}" type="presOf" srcId="{91FEAD3B-5B2E-4990-AC1A-194C11D24D9F}" destId="{67C95B75-3A2B-4570-A9E3-5F7AE4BD56EA}" srcOrd="1" destOrd="0" presId="urn:microsoft.com/office/officeart/2005/8/layout/list1"/>
    <dgm:cxn modelId="{B345E19C-EA38-4C83-80C5-6E5752A74F27}" srcId="{A1BDD75E-252D-42BD-AEAA-C5A934A796EE}" destId="{1A70C169-E456-4E81-927A-1A46BA58F526}" srcOrd="3" destOrd="0" parTransId="{A14FBE36-E38B-4E34-878C-82D09F32D50C}" sibTransId="{2DBB83B0-90F2-4CFC-B5DF-841EF7C0C9F3}"/>
    <dgm:cxn modelId="{56B67CA0-62D9-4A32-9588-F8A9D0F6429B}" type="presOf" srcId="{AE45621D-DAB9-44E1-9221-2F77A9ACFAC6}" destId="{9D78130B-C55C-4734-8E66-3EFF1650BFB7}" srcOrd="0" destOrd="0" presId="urn:microsoft.com/office/officeart/2005/8/layout/list1"/>
    <dgm:cxn modelId="{143A91A4-ECB6-46F9-BD21-003C6882D0A6}" type="presOf" srcId="{AE45621D-DAB9-44E1-9221-2F77A9ACFAC6}" destId="{1C5E9D04-0547-41C9-A6DF-D3F4690AD40C}" srcOrd="1" destOrd="0" presId="urn:microsoft.com/office/officeart/2005/8/layout/list1"/>
    <dgm:cxn modelId="{A4196CAD-9946-42DC-9DA7-3FC218E2F69A}" type="presOf" srcId="{1A70C169-E456-4E81-927A-1A46BA58F526}" destId="{CEE06AE2-9385-4B50-A259-5C5F5FB290D0}" srcOrd="0" destOrd="0" presId="urn:microsoft.com/office/officeart/2005/8/layout/list1"/>
    <dgm:cxn modelId="{17102FBD-72A0-4294-B817-581AD4D0D08F}" type="presOf" srcId="{856879C5-EED7-46DA-B953-505B2CBFEFF6}" destId="{1BE96ED4-412C-4AAE-8E1D-AE73BBCFBE33}" srcOrd="1" destOrd="0" presId="urn:microsoft.com/office/officeart/2005/8/layout/list1"/>
    <dgm:cxn modelId="{5E6381C9-F32A-4E5A-B546-F1F1541896E5}" srcId="{A1BDD75E-252D-42BD-AEAA-C5A934A796EE}" destId="{2B566C9C-9FDF-413D-B98D-411CE00647B4}" srcOrd="0" destOrd="0" parTransId="{C323F3AC-872E-472B-9F7B-CA244E180069}" sibTransId="{0BE4ED9B-F0ED-4FDC-B5F8-35D3230F9CE7}"/>
    <dgm:cxn modelId="{A97439DE-F6BD-41EF-9935-71D461B0E4C4}" type="presOf" srcId="{2B566C9C-9FDF-413D-B98D-411CE00647B4}" destId="{722D4C90-C63F-47AF-8E6D-ED9645EFE811}" srcOrd="0" destOrd="0" presId="urn:microsoft.com/office/officeart/2005/8/layout/list1"/>
    <dgm:cxn modelId="{93205EE2-8394-4F02-919B-87FE66277B1F}" type="presOf" srcId="{E10FEE7C-6142-4778-A54B-CEB63FDFA5D0}" destId="{1D1F751A-FE9B-4234-8D7C-BE94AE790E32}" srcOrd="0" destOrd="0" presId="urn:microsoft.com/office/officeart/2005/8/layout/list1"/>
    <dgm:cxn modelId="{0B529BE5-E521-4D0F-8D23-93D5F5DA18DD}" type="presOf" srcId="{91FEAD3B-5B2E-4990-AC1A-194C11D24D9F}" destId="{DB2FB6FC-5390-480F-A993-9DB178EDD2F7}" srcOrd="0" destOrd="0" presId="urn:microsoft.com/office/officeart/2005/8/layout/list1"/>
    <dgm:cxn modelId="{5F2FBDEB-811E-4310-98CC-87642E7128C7}" srcId="{A1BDD75E-252D-42BD-AEAA-C5A934A796EE}" destId="{856879C5-EED7-46DA-B953-505B2CBFEFF6}" srcOrd="4" destOrd="0" parTransId="{6FA0A3EC-93CF-4C1B-99F3-E889C58C0D5E}" sibTransId="{052D43D3-8229-407E-98D7-DAA69515ACFF}"/>
    <dgm:cxn modelId="{A602B5FE-363A-4109-87B9-7A8900BEB63F}" type="presParOf" srcId="{E888A79F-FFA9-41C6-ADF0-E6DEE3642FCC}" destId="{C58ED6CF-5C71-4D09-AC81-C0B0417ACD4D}" srcOrd="0" destOrd="0" presId="urn:microsoft.com/office/officeart/2005/8/layout/list1"/>
    <dgm:cxn modelId="{9CC485D9-6D9D-4EB2-8F97-C427B8DC0335}" type="presParOf" srcId="{C58ED6CF-5C71-4D09-AC81-C0B0417ACD4D}" destId="{722D4C90-C63F-47AF-8E6D-ED9645EFE811}" srcOrd="0" destOrd="0" presId="urn:microsoft.com/office/officeart/2005/8/layout/list1"/>
    <dgm:cxn modelId="{4758F61C-C5F5-4278-96C4-D439FE3FE11E}" type="presParOf" srcId="{C58ED6CF-5C71-4D09-AC81-C0B0417ACD4D}" destId="{55BAE6B6-9C80-438B-8479-FE74590913F9}" srcOrd="1" destOrd="0" presId="urn:microsoft.com/office/officeart/2005/8/layout/list1"/>
    <dgm:cxn modelId="{C70D03FB-51A9-4F4D-A844-E26EF35EBF7F}" type="presParOf" srcId="{E888A79F-FFA9-41C6-ADF0-E6DEE3642FCC}" destId="{3C6109CF-ED76-433C-BD43-C8BADD14C6EF}" srcOrd="1" destOrd="0" presId="urn:microsoft.com/office/officeart/2005/8/layout/list1"/>
    <dgm:cxn modelId="{25C74D99-1C78-4A4F-B6D7-33A90827A3AD}" type="presParOf" srcId="{E888A79F-FFA9-41C6-ADF0-E6DEE3642FCC}" destId="{3261D59D-E23E-4154-B765-43B0D0272D03}" srcOrd="2" destOrd="0" presId="urn:microsoft.com/office/officeart/2005/8/layout/list1"/>
    <dgm:cxn modelId="{05949150-611E-4FEB-87CC-EA7820E602F6}" type="presParOf" srcId="{E888A79F-FFA9-41C6-ADF0-E6DEE3642FCC}" destId="{6D1EB9DF-6BBF-4EF4-B642-A1BC7C9DD42D}" srcOrd="3" destOrd="0" presId="urn:microsoft.com/office/officeart/2005/8/layout/list1"/>
    <dgm:cxn modelId="{39405BFE-E7AB-47DA-A010-73635189FA1A}" type="presParOf" srcId="{E888A79F-FFA9-41C6-ADF0-E6DEE3642FCC}" destId="{EDFD3916-0C08-4616-A88D-8B3FD39311B5}" srcOrd="4" destOrd="0" presId="urn:microsoft.com/office/officeart/2005/8/layout/list1"/>
    <dgm:cxn modelId="{914D5984-A31D-443D-921E-BEE83E161243}" type="presParOf" srcId="{EDFD3916-0C08-4616-A88D-8B3FD39311B5}" destId="{1D1F751A-FE9B-4234-8D7C-BE94AE790E32}" srcOrd="0" destOrd="0" presId="urn:microsoft.com/office/officeart/2005/8/layout/list1"/>
    <dgm:cxn modelId="{09D695E0-C5E9-4719-915F-6DD7F430E62A}" type="presParOf" srcId="{EDFD3916-0C08-4616-A88D-8B3FD39311B5}" destId="{683CB0E1-F77D-4CF0-9EB6-2A337D3A57C5}" srcOrd="1" destOrd="0" presId="urn:microsoft.com/office/officeart/2005/8/layout/list1"/>
    <dgm:cxn modelId="{22CE8C83-EA9E-4F95-9759-58D6DB5F11B7}" type="presParOf" srcId="{E888A79F-FFA9-41C6-ADF0-E6DEE3642FCC}" destId="{904D2FB4-BAEA-46C6-BA5C-D73EC553CFCC}" srcOrd="5" destOrd="0" presId="urn:microsoft.com/office/officeart/2005/8/layout/list1"/>
    <dgm:cxn modelId="{7E364266-60B4-42A3-AA05-D9F20D08D1DE}" type="presParOf" srcId="{E888A79F-FFA9-41C6-ADF0-E6DEE3642FCC}" destId="{F74C70A8-2061-4028-8B28-3AFD5FBB9712}" srcOrd="6" destOrd="0" presId="urn:microsoft.com/office/officeart/2005/8/layout/list1"/>
    <dgm:cxn modelId="{4462163B-EF92-49B1-AEFF-BD99C8FB6939}" type="presParOf" srcId="{E888A79F-FFA9-41C6-ADF0-E6DEE3642FCC}" destId="{F65B3691-1B44-4067-AEE3-3B08E2CCF398}" srcOrd="7" destOrd="0" presId="urn:microsoft.com/office/officeart/2005/8/layout/list1"/>
    <dgm:cxn modelId="{23FAA35A-BF3D-437A-9385-2921C24B0C9F}" type="presParOf" srcId="{E888A79F-FFA9-41C6-ADF0-E6DEE3642FCC}" destId="{826493EF-75FE-4923-88E0-28D9D1E92707}" srcOrd="8" destOrd="0" presId="urn:microsoft.com/office/officeart/2005/8/layout/list1"/>
    <dgm:cxn modelId="{C1574103-6690-463D-9E40-97CC24F2381D}" type="presParOf" srcId="{826493EF-75FE-4923-88E0-28D9D1E92707}" destId="{DB2FB6FC-5390-480F-A993-9DB178EDD2F7}" srcOrd="0" destOrd="0" presId="urn:microsoft.com/office/officeart/2005/8/layout/list1"/>
    <dgm:cxn modelId="{DC23120A-0F23-4D45-A209-0723398BFF6D}" type="presParOf" srcId="{826493EF-75FE-4923-88E0-28D9D1E92707}" destId="{67C95B75-3A2B-4570-A9E3-5F7AE4BD56EA}" srcOrd="1" destOrd="0" presId="urn:microsoft.com/office/officeart/2005/8/layout/list1"/>
    <dgm:cxn modelId="{CBD06D99-9CB6-4895-AB4E-690F367CD452}" type="presParOf" srcId="{E888A79F-FFA9-41C6-ADF0-E6DEE3642FCC}" destId="{982CD67D-76CC-42D6-BF07-B629DE15FE99}" srcOrd="9" destOrd="0" presId="urn:microsoft.com/office/officeart/2005/8/layout/list1"/>
    <dgm:cxn modelId="{4544B2AA-AF0B-4045-BAAD-63F6ED7A453A}" type="presParOf" srcId="{E888A79F-FFA9-41C6-ADF0-E6DEE3642FCC}" destId="{2C541A96-530D-4238-83A2-1B06FC7E9AB5}" srcOrd="10" destOrd="0" presId="urn:microsoft.com/office/officeart/2005/8/layout/list1"/>
    <dgm:cxn modelId="{568DB8D7-8DDF-4FCC-B753-DC03712E36E2}" type="presParOf" srcId="{E888A79F-FFA9-41C6-ADF0-E6DEE3642FCC}" destId="{6AB4A480-6E18-43C9-9B94-5461F0E6523E}" srcOrd="11" destOrd="0" presId="urn:microsoft.com/office/officeart/2005/8/layout/list1"/>
    <dgm:cxn modelId="{01AA4C85-6ACD-460A-83EE-A9FD60F204AD}" type="presParOf" srcId="{E888A79F-FFA9-41C6-ADF0-E6DEE3642FCC}" destId="{DF9463F6-B032-4F32-8D2C-A814A8C3D635}" srcOrd="12" destOrd="0" presId="urn:microsoft.com/office/officeart/2005/8/layout/list1"/>
    <dgm:cxn modelId="{57C32C19-55E4-42DF-91BE-DCE20EC8CE06}" type="presParOf" srcId="{DF9463F6-B032-4F32-8D2C-A814A8C3D635}" destId="{CEE06AE2-9385-4B50-A259-5C5F5FB290D0}" srcOrd="0" destOrd="0" presId="urn:microsoft.com/office/officeart/2005/8/layout/list1"/>
    <dgm:cxn modelId="{72422C9E-6889-4E91-AE50-033E96A35A52}" type="presParOf" srcId="{DF9463F6-B032-4F32-8D2C-A814A8C3D635}" destId="{66D6A688-3C27-405D-B187-43AC8372FC32}" srcOrd="1" destOrd="0" presId="urn:microsoft.com/office/officeart/2005/8/layout/list1"/>
    <dgm:cxn modelId="{2391ACC1-5C8F-498E-BB6D-9D723E252656}" type="presParOf" srcId="{E888A79F-FFA9-41C6-ADF0-E6DEE3642FCC}" destId="{2BBF1027-A31E-4939-A539-2304BC9B0D8D}" srcOrd="13" destOrd="0" presId="urn:microsoft.com/office/officeart/2005/8/layout/list1"/>
    <dgm:cxn modelId="{C50F49FF-96CA-4DA5-915A-C90C5532146F}" type="presParOf" srcId="{E888A79F-FFA9-41C6-ADF0-E6DEE3642FCC}" destId="{CCF173AF-DCE4-47D9-81EF-A87C66D5DDD4}" srcOrd="14" destOrd="0" presId="urn:microsoft.com/office/officeart/2005/8/layout/list1"/>
    <dgm:cxn modelId="{F110F5E0-90A0-4277-BA20-FFF7BF96CB8C}" type="presParOf" srcId="{E888A79F-FFA9-41C6-ADF0-E6DEE3642FCC}" destId="{22EEC9F4-B85E-4943-93A8-604B35EBEA60}" srcOrd="15" destOrd="0" presId="urn:microsoft.com/office/officeart/2005/8/layout/list1"/>
    <dgm:cxn modelId="{3A2399E3-6393-4241-A2ED-49FAFF5409B4}" type="presParOf" srcId="{E888A79F-FFA9-41C6-ADF0-E6DEE3642FCC}" destId="{CACF2C88-DEDE-4D2C-836F-F2D6D224E544}" srcOrd="16" destOrd="0" presId="urn:microsoft.com/office/officeart/2005/8/layout/list1"/>
    <dgm:cxn modelId="{C073711A-7DD2-4277-860B-643338678D78}" type="presParOf" srcId="{CACF2C88-DEDE-4D2C-836F-F2D6D224E544}" destId="{40E28BED-25D8-4FE0-9538-A7A4CA031DCF}" srcOrd="0" destOrd="0" presId="urn:microsoft.com/office/officeart/2005/8/layout/list1"/>
    <dgm:cxn modelId="{81F367F4-1BBC-43A8-8E4E-08573F781F1E}" type="presParOf" srcId="{CACF2C88-DEDE-4D2C-836F-F2D6D224E544}" destId="{1BE96ED4-412C-4AAE-8E1D-AE73BBCFBE33}" srcOrd="1" destOrd="0" presId="urn:microsoft.com/office/officeart/2005/8/layout/list1"/>
    <dgm:cxn modelId="{922BA81A-C069-4EBD-8BFD-2729B48E6469}" type="presParOf" srcId="{E888A79F-FFA9-41C6-ADF0-E6DEE3642FCC}" destId="{3B6DA388-E92B-4A03-B8AE-D39092A76B88}" srcOrd="17" destOrd="0" presId="urn:microsoft.com/office/officeart/2005/8/layout/list1"/>
    <dgm:cxn modelId="{D328A4C2-649B-463C-B700-CFD0966050D8}" type="presParOf" srcId="{E888A79F-FFA9-41C6-ADF0-E6DEE3642FCC}" destId="{8C8EA7D8-6F6C-466A-9786-DEB48D90D187}" srcOrd="18" destOrd="0" presId="urn:microsoft.com/office/officeart/2005/8/layout/list1"/>
    <dgm:cxn modelId="{6A68FC4B-2E05-4D50-A3AA-651B32340E20}" type="presParOf" srcId="{E888A79F-FFA9-41C6-ADF0-E6DEE3642FCC}" destId="{73E35EE7-14D9-4D37-A71C-C08598862A51}" srcOrd="19" destOrd="0" presId="urn:microsoft.com/office/officeart/2005/8/layout/list1"/>
    <dgm:cxn modelId="{A5505F54-FBA4-425C-A04C-3FA52702F29F}" type="presParOf" srcId="{E888A79F-FFA9-41C6-ADF0-E6DEE3642FCC}" destId="{C977867F-4991-4FC6-838E-B6CDD5FAD98B}" srcOrd="20" destOrd="0" presId="urn:microsoft.com/office/officeart/2005/8/layout/list1"/>
    <dgm:cxn modelId="{B2721528-66B5-4DC3-9F03-6D796565DD5A}" type="presParOf" srcId="{C977867F-4991-4FC6-838E-B6CDD5FAD98B}" destId="{9D78130B-C55C-4734-8E66-3EFF1650BFB7}" srcOrd="0" destOrd="0" presId="urn:microsoft.com/office/officeart/2005/8/layout/list1"/>
    <dgm:cxn modelId="{85FC175B-1D1A-43B3-A3EC-5BA7C201081F}" type="presParOf" srcId="{C977867F-4991-4FC6-838E-B6CDD5FAD98B}" destId="{1C5E9D04-0547-41C9-A6DF-D3F4690AD40C}" srcOrd="1" destOrd="0" presId="urn:microsoft.com/office/officeart/2005/8/layout/list1"/>
    <dgm:cxn modelId="{7E2BE9BF-46DC-418F-86C4-DC5605B067C2}" type="presParOf" srcId="{E888A79F-FFA9-41C6-ADF0-E6DEE3642FCC}" destId="{33C7AD58-85F6-421C-B4A5-219EF6478947}" srcOrd="21" destOrd="0" presId="urn:microsoft.com/office/officeart/2005/8/layout/list1"/>
    <dgm:cxn modelId="{81EF1BED-4099-4766-BE79-F90C2EB39AC2}" type="presParOf" srcId="{E888A79F-FFA9-41C6-ADF0-E6DEE3642FCC}" destId="{D2632634-8B84-48C6-8862-0837C3D7CD91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E57A19-ACC4-4F18-852A-C32B892AD48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1B07AF8-07C3-476C-B6D6-4C4202D26BB8}">
      <dgm:prSet/>
      <dgm:spPr/>
      <dgm:t>
        <a:bodyPr/>
        <a:lstStyle/>
        <a:p>
          <a:r>
            <a:rPr lang="en-US"/>
            <a:t>• Una syscall permite ejecutar operaciones del SO desde ensamblador.</a:t>
          </a:r>
        </a:p>
      </dgm:t>
    </dgm:pt>
    <dgm:pt modelId="{39C36BF3-0833-453C-9218-B15CA507625A}" type="parTrans" cxnId="{B70B04F8-0C73-4847-AE0F-A415652A120D}">
      <dgm:prSet/>
      <dgm:spPr/>
      <dgm:t>
        <a:bodyPr/>
        <a:lstStyle/>
        <a:p>
          <a:endParaRPr lang="en-US"/>
        </a:p>
      </dgm:t>
    </dgm:pt>
    <dgm:pt modelId="{707F4401-2010-4896-A350-C7FE4B6B1119}" type="sibTrans" cxnId="{B70B04F8-0C73-4847-AE0F-A415652A120D}">
      <dgm:prSet/>
      <dgm:spPr/>
      <dgm:t>
        <a:bodyPr/>
        <a:lstStyle/>
        <a:p>
          <a:endParaRPr lang="en-US"/>
        </a:p>
      </dgm:t>
    </dgm:pt>
    <dgm:pt modelId="{56B2B78E-23A1-4C75-B1D9-B1681810488B}">
      <dgm:prSet/>
      <dgm:spPr/>
      <dgm:t>
        <a:bodyPr/>
        <a:lstStyle/>
        <a:p>
          <a:r>
            <a:rPr lang="en-US"/>
            <a:t>• Los registros se usan para pasar parámetros y obtener resultados.</a:t>
          </a:r>
        </a:p>
      </dgm:t>
    </dgm:pt>
    <dgm:pt modelId="{22CBC99C-CF18-4043-BE6A-3FA28EA9991E}" type="parTrans" cxnId="{2BA5EBC1-4B81-45D3-8199-2AE486F46789}">
      <dgm:prSet/>
      <dgm:spPr/>
      <dgm:t>
        <a:bodyPr/>
        <a:lstStyle/>
        <a:p>
          <a:endParaRPr lang="en-US"/>
        </a:p>
      </dgm:t>
    </dgm:pt>
    <dgm:pt modelId="{1D2C8EA7-35A5-43B5-9C5A-6899974C9F66}" type="sibTrans" cxnId="{2BA5EBC1-4B81-45D3-8199-2AE486F46789}">
      <dgm:prSet/>
      <dgm:spPr/>
      <dgm:t>
        <a:bodyPr/>
        <a:lstStyle/>
        <a:p>
          <a:endParaRPr lang="en-US"/>
        </a:p>
      </dgm:t>
    </dgm:pt>
    <dgm:pt modelId="{005D1810-9610-44FE-862D-A4C0817CA8C9}">
      <dgm:prSet/>
      <dgm:spPr/>
      <dgm:t>
        <a:bodyPr/>
        <a:lstStyle/>
        <a:p>
          <a:r>
            <a:rPr lang="en-US"/>
            <a:t>• Las directivas controlan la organización y definición de símbolos.</a:t>
          </a:r>
        </a:p>
      </dgm:t>
    </dgm:pt>
    <dgm:pt modelId="{B4251F40-DB69-47F0-ACE5-72D0EE1F96C4}" type="parTrans" cxnId="{E86A89B0-6401-4F1C-8B22-DD8A8F76B739}">
      <dgm:prSet/>
      <dgm:spPr/>
      <dgm:t>
        <a:bodyPr/>
        <a:lstStyle/>
        <a:p>
          <a:endParaRPr lang="en-US"/>
        </a:p>
      </dgm:t>
    </dgm:pt>
    <dgm:pt modelId="{2BCAEA3C-5E54-4CD2-A812-471F642BAE83}" type="sibTrans" cxnId="{E86A89B0-6401-4F1C-8B22-DD8A8F76B739}">
      <dgm:prSet/>
      <dgm:spPr/>
      <dgm:t>
        <a:bodyPr/>
        <a:lstStyle/>
        <a:p>
          <a:endParaRPr lang="en-US"/>
        </a:p>
      </dgm:t>
    </dgm:pt>
    <dgm:pt modelId="{E247EFC9-D068-4D68-9AB0-220377C2FE9C}" type="pres">
      <dgm:prSet presAssocID="{19E57A19-ACC4-4F18-852A-C32B892AD484}" presName="root" presStyleCnt="0">
        <dgm:presLayoutVars>
          <dgm:dir/>
          <dgm:resizeHandles val="exact"/>
        </dgm:presLayoutVars>
      </dgm:prSet>
      <dgm:spPr/>
    </dgm:pt>
    <dgm:pt modelId="{5179F251-D08D-435D-9BCB-9796616EEC39}" type="pres">
      <dgm:prSet presAssocID="{C1B07AF8-07C3-476C-B6D6-4C4202D26BB8}" presName="compNode" presStyleCnt="0"/>
      <dgm:spPr/>
    </dgm:pt>
    <dgm:pt modelId="{323EBF8C-0D4F-4575-B632-0BF17AFD3AF1}" type="pres">
      <dgm:prSet presAssocID="{C1B07AF8-07C3-476C-B6D6-4C4202D26B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B05E93B5-1A47-4642-9159-6B049E0907C3}" type="pres">
      <dgm:prSet presAssocID="{C1B07AF8-07C3-476C-B6D6-4C4202D26BB8}" presName="spaceRect" presStyleCnt="0"/>
      <dgm:spPr/>
    </dgm:pt>
    <dgm:pt modelId="{EC6F0838-3BA1-4293-9AE6-A774FA1D1DA8}" type="pres">
      <dgm:prSet presAssocID="{C1B07AF8-07C3-476C-B6D6-4C4202D26BB8}" presName="textRect" presStyleLbl="revTx" presStyleIdx="0" presStyleCnt="3">
        <dgm:presLayoutVars>
          <dgm:chMax val="1"/>
          <dgm:chPref val="1"/>
        </dgm:presLayoutVars>
      </dgm:prSet>
      <dgm:spPr/>
    </dgm:pt>
    <dgm:pt modelId="{1D1A2901-DB44-4551-B97B-0F1C0A68E841}" type="pres">
      <dgm:prSet presAssocID="{707F4401-2010-4896-A350-C7FE4B6B1119}" presName="sibTrans" presStyleCnt="0"/>
      <dgm:spPr/>
    </dgm:pt>
    <dgm:pt modelId="{D445297C-D084-43AC-9EFA-12046137F756}" type="pres">
      <dgm:prSet presAssocID="{56B2B78E-23A1-4C75-B1D9-B1681810488B}" presName="compNode" presStyleCnt="0"/>
      <dgm:spPr/>
    </dgm:pt>
    <dgm:pt modelId="{D3196B01-B5E9-431E-8BC1-D0E63F00F8CF}" type="pres">
      <dgm:prSet presAssocID="{56B2B78E-23A1-4C75-B1D9-B1681810488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AAF9F925-D9B4-4933-94AB-C4611ACBE203}" type="pres">
      <dgm:prSet presAssocID="{56B2B78E-23A1-4C75-B1D9-B1681810488B}" presName="spaceRect" presStyleCnt="0"/>
      <dgm:spPr/>
    </dgm:pt>
    <dgm:pt modelId="{3F2A5A4E-8BAD-4AB7-9C22-0BCE8C3BA5C4}" type="pres">
      <dgm:prSet presAssocID="{56B2B78E-23A1-4C75-B1D9-B1681810488B}" presName="textRect" presStyleLbl="revTx" presStyleIdx="1" presStyleCnt="3">
        <dgm:presLayoutVars>
          <dgm:chMax val="1"/>
          <dgm:chPref val="1"/>
        </dgm:presLayoutVars>
      </dgm:prSet>
      <dgm:spPr/>
    </dgm:pt>
    <dgm:pt modelId="{534C7937-AF79-47BF-A4D6-B8D905F2B50E}" type="pres">
      <dgm:prSet presAssocID="{1D2C8EA7-35A5-43B5-9C5A-6899974C9F66}" presName="sibTrans" presStyleCnt="0"/>
      <dgm:spPr/>
    </dgm:pt>
    <dgm:pt modelId="{E4DD2BC3-7577-4199-92F8-2D9D4E372759}" type="pres">
      <dgm:prSet presAssocID="{005D1810-9610-44FE-862D-A4C0817CA8C9}" presName="compNode" presStyleCnt="0"/>
      <dgm:spPr/>
    </dgm:pt>
    <dgm:pt modelId="{DB06AE9D-657E-4EFD-B77B-2D9F030FCC43}" type="pres">
      <dgm:prSet presAssocID="{005D1810-9610-44FE-862D-A4C0817CA8C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49AE6C6E-75FA-4937-A6FB-68A9D660E5B3}" type="pres">
      <dgm:prSet presAssocID="{005D1810-9610-44FE-862D-A4C0817CA8C9}" presName="spaceRect" presStyleCnt="0"/>
      <dgm:spPr/>
    </dgm:pt>
    <dgm:pt modelId="{3B58D5E3-460E-4F5A-8E27-253BDFD33180}" type="pres">
      <dgm:prSet presAssocID="{005D1810-9610-44FE-862D-A4C0817CA8C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5645F07-7E47-42BC-82AA-2F87401592E9}" type="presOf" srcId="{005D1810-9610-44FE-862D-A4C0817CA8C9}" destId="{3B58D5E3-460E-4F5A-8E27-253BDFD33180}" srcOrd="0" destOrd="0" presId="urn:microsoft.com/office/officeart/2018/2/layout/IconLabelList"/>
    <dgm:cxn modelId="{0D52A822-9F14-4B50-AF43-2B0A573E1BEA}" type="presOf" srcId="{56B2B78E-23A1-4C75-B1D9-B1681810488B}" destId="{3F2A5A4E-8BAD-4AB7-9C22-0BCE8C3BA5C4}" srcOrd="0" destOrd="0" presId="urn:microsoft.com/office/officeart/2018/2/layout/IconLabelList"/>
    <dgm:cxn modelId="{F28CF32D-03D4-4B01-9E28-98DE5D0BA4D9}" type="presOf" srcId="{C1B07AF8-07C3-476C-B6D6-4C4202D26BB8}" destId="{EC6F0838-3BA1-4293-9AE6-A774FA1D1DA8}" srcOrd="0" destOrd="0" presId="urn:microsoft.com/office/officeart/2018/2/layout/IconLabelList"/>
    <dgm:cxn modelId="{C99F5C64-6259-4086-B905-EBEACE8FCC57}" type="presOf" srcId="{19E57A19-ACC4-4F18-852A-C32B892AD484}" destId="{E247EFC9-D068-4D68-9AB0-220377C2FE9C}" srcOrd="0" destOrd="0" presId="urn:microsoft.com/office/officeart/2018/2/layout/IconLabelList"/>
    <dgm:cxn modelId="{E86A89B0-6401-4F1C-8B22-DD8A8F76B739}" srcId="{19E57A19-ACC4-4F18-852A-C32B892AD484}" destId="{005D1810-9610-44FE-862D-A4C0817CA8C9}" srcOrd="2" destOrd="0" parTransId="{B4251F40-DB69-47F0-ACE5-72D0EE1F96C4}" sibTransId="{2BCAEA3C-5E54-4CD2-A812-471F642BAE83}"/>
    <dgm:cxn modelId="{2BA5EBC1-4B81-45D3-8199-2AE486F46789}" srcId="{19E57A19-ACC4-4F18-852A-C32B892AD484}" destId="{56B2B78E-23A1-4C75-B1D9-B1681810488B}" srcOrd="1" destOrd="0" parTransId="{22CBC99C-CF18-4043-BE6A-3FA28EA9991E}" sibTransId="{1D2C8EA7-35A5-43B5-9C5A-6899974C9F66}"/>
    <dgm:cxn modelId="{B70B04F8-0C73-4847-AE0F-A415652A120D}" srcId="{19E57A19-ACC4-4F18-852A-C32B892AD484}" destId="{C1B07AF8-07C3-476C-B6D6-4C4202D26BB8}" srcOrd="0" destOrd="0" parTransId="{39C36BF3-0833-453C-9218-B15CA507625A}" sibTransId="{707F4401-2010-4896-A350-C7FE4B6B1119}"/>
    <dgm:cxn modelId="{94BFFD6E-AD85-4FFC-A440-CE4D0C95E088}" type="presParOf" srcId="{E247EFC9-D068-4D68-9AB0-220377C2FE9C}" destId="{5179F251-D08D-435D-9BCB-9796616EEC39}" srcOrd="0" destOrd="0" presId="urn:microsoft.com/office/officeart/2018/2/layout/IconLabelList"/>
    <dgm:cxn modelId="{A7206780-16C7-44F4-BB38-86253B086128}" type="presParOf" srcId="{5179F251-D08D-435D-9BCB-9796616EEC39}" destId="{323EBF8C-0D4F-4575-B632-0BF17AFD3AF1}" srcOrd="0" destOrd="0" presId="urn:microsoft.com/office/officeart/2018/2/layout/IconLabelList"/>
    <dgm:cxn modelId="{8ABF2762-7ABB-43BB-973B-6FBAF94149A1}" type="presParOf" srcId="{5179F251-D08D-435D-9BCB-9796616EEC39}" destId="{B05E93B5-1A47-4642-9159-6B049E0907C3}" srcOrd="1" destOrd="0" presId="urn:microsoft.com/office/officeart/2018/2/layout/IconLabelList"/>
    <dgm:cxn modelId="{CB9BD944-9650-4D13-B73A-4E9981C0F855}" type="presParOf" srcId="{5179F251-D08D-435D-9BCB-9796616EEC39}" destId="{EC6F0838-3BA1-4293-9AE6-A774FA1D1DA8}" srcOrd="2" destOrd="0" presId="urn:microsoft.com/office/officeart/2018/2/layout/IconLabelList"/>
    <dgm:cxn modelId="{4E6C4BD6-D3C8-4AD3-BB72-125BB4BEB72D}" type="presParOf" srcId="{E247EFC9-D068-4D68-9AB0-220377C2FE9C}" destId="{1D1A2901-DB44-4551-B97B-0F1C0A68E841}" srcOrd="1" destOrd="0" presId="urn:microsoft.com/office/officeart/2018/2/layout/IconLabelList"/>
    <dgm:cxn modelId="{69FB3A72-F273-48F1-9901-ED36B64E5C46}" type="presParOf" srcId="{E247EFC9-D068-4D68-9AB0-220377C2FE9C}" destId="{D445297C-D084-43AC-9EFA-12046137F756}" srcOrd="2" destOrd="0" presId="urn:microsoft.com/office/officeart/2018/2/layout/IconLabelList"/>
    <dgm:cxn modelId="{382AB753-F869-45DF-9037-08C894D829A2}" type="presParOf" srcId="{D445297C-D084-43AC-9EFA-12046137F756}" destId="{D3196B01-B5E9-431E-8BC1-D0E63F00F8CF}" srcOrd="0" destOrd="0" presId="urn:microsoft.com/office/officeart/2018/2/layout/IconLabelList"/>
    <dgm:cxn modelId="{B83B9ED3-708D-4500-A121-86351D6F909D}" type="presParOf" srcId="{D445297C-D084-43AC-9EFA-12046137F756}" destId="{AAF9F925-D9B4-4933-94AB-C4611ACBE203}" srcOrd="1" destOrd="0" presId="urn:microsoft.com/office/officeart/2018/2/layout/IconLabelList"/>
    <dgm:cxn modelId="{AEEF8EB4-B6E7-4D9E-9AB6-CD7D82A94195}" type="presParOf" srcId="{D445297C-D084-43AC-9EFA-12046137F756}" destId="{3F2A5A4E-8BAD-4AB7-9C22-0BCE8C3BA5C4}" srcOrd="2" destOrd="0" presId="urn:microsoft.com/office/officeart/2018/2/layout/IconLabelList"/>
    <dgm:cxn modelId="{F7056869-C7A9-447B-9B60-0A23261695F1}" type="presParOf" srcId="{E247EFC9-D068-4D68-9AB0-220377C2FE9C}" destId="{534C7937-AF79-47BF-A4D6-B8D905F2B50E}" srcOrd="3" destOrd="0" presId="urn:microsoft.com/office/officeart/2018/2/layout/IconLabelList"/>
    <dgm:cxn modelId="{BB70110C-110A-43F6-86AD-DF44D3B9DD16}" type="presParOf" srcId="{E247EFC9-D068-4D68-9AB0-220377C2FE9C}" destId="{E4DD2BC3-7577-4199-92F8-2D9D4E372759}" srcOrd="4" destOrd="0" presId="urn:microsoft.com/office/officeart/2018/2/layout/IconLabelList"/>
    <dgm:cxn modelId="{8C775464-2D9F-4429-ADA7-0E00910007C6}" type="presParOf" srcId="{E4DD2BC3-7577-4199-92F8-2D9D4E372759}" destId="{DB06AE9D-657E-4EFD-B77B-2D9F030FCC43}" srcOrd="0" destOrd="0" presId="urn:microsoft.com/office/officeart/2018/2/layout/IconLabelList"/>
    <dgm:cxn modelId="{3181D04C-D378-452E-A621-84DA32F8D364}" type="presParOf" srcId="{E4DD2BC3-7577-4199-92F8-2D9D4E372759}" destId="{49AE6C6E-75FA-4937-A6FB-68A9D660E5B3}" srcOrd="1" destOrd="0" presId="urn:microsoft.com/office/officeart/2018/2/layout/IconLabelList"/>
    <dgm:cxn modelId="{35C1CD6B-A8A3-4036-80D8-D93DD61F2C26}" type="presParOf" srcId="{E4DD2BC3-7577-4199-92F8-2D9D4E372759}" destId="{3B58D5E3-460E-4F5A-8E27-253BDFD3318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D19FA9-336D-4B90-883F-DCC730486DF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8379859-03A9-4361-867A-E107AF8215EE}">
      <dgm:prSet/>
      <dgm:spPr/>
      <dgm:t>
        <a:bodyPr/>
        <a:lstStyle/>
        <a:p>
          <a:r>
            <a:rPr lang="en-US"/>
            <a:t>• Ética profesional: uso correcto de los recursos del sistema.</a:t>
          </a:r>
        </a:p>
      </dgm:t>
    </dgm:pt>
    <dgm:pt modelId="{485E6EE0-8EE3-4D83-ADC8-23816442C61C}" type="parTrans" cxnId="{D8EFBD4F-575E-44BB-B724-8E11DD2F2C18}">
      <dgm:prSet/>
      <dgm:spPr/>
      <dgm:t>
        <a:bodyPr/>
        <a:lstStyle/>
        <a:p>
          <a:endParaRPr lang="en-US"/>
        </a:p>
      </dgm:t>
    </dgm:pt>
    <dgm:pt modelId="{1B76A942-1D8A-40C7-8DC9-95EB1009A854}" type="sibTrans" cxnId="{D8EFBD4F-575E-44BB-B724-8E11DD2F2C18}">
      <dgm:prSet/>
      <dgm:spPr/>
      <dgm:t>
        <a:bodyPr/>
        <a:lstStyle/>
        <a:p>
          <a:endParaRPr lang="en-US"/>
        </a:p>
      </dgm:t>
    </dgm:pt>
    <dgm:pt modelId="{25AC09E1-88DD-4D54-B2CC-58A1AD3CD69E}">
      <dgm:prSet/>
      <dgm:spPr/>
      <dgm:t>
        <a:bodyPr/>
        <a:lstStyle/>
        <a:p>
          <a:r>
            <a:rPr lang="en-US"/>
            <a:t>• Responsabilidad: comprender los límites entre software y hardware.</a:t>
          </a:r>
        </a:p>
      </dgm:t>
    </dgm:pt>
    <dgm:pt modelId="{5F461F6A-7775-40CD-B111-B8D1764514A4}" type="parTrans" cxnId="{3C40E54A-532E-44E7-AB20-757C300029A5}">
      <dgm:prSet/>
      <dgm:spPr/>
      <dgm:t>
        <a:bodyPr/>
        <a:lstStyle/>
        <a:p>
          <a:endParaRPr lang="en-US"/>
        </a:p>
      </dgm:t>
    </dgm:pt>
    <dgm:pt modelId="{8AE0E28C-852B-4F00-A6C0-DC5C5B71F048}" type="sibTrans" cxnId="{3C40E54A-532E-44E7-AB20-757C300029A5}">
      <dgm:prSet/>
      <dgm:spPr/>
      <dgm:t>
        <a:bodyPr/>
        <a:lstStyle/>
        <a:p>
          <a:endParaRPr lang="en-US"/>
        </a:p>
      </dgm:t>
    </dgm:pt>
    <dgm:pt modelId="{57D9165B-B603-4914-88AF-F8884344A222}" type="pres">
      <dgm:prSet presAssocID="{DAD19FA9-336D-4B90-883F-DCC730486DF5}" presName="root" presStyleCnt="0">
        <dgm:presLayoutVars>
          <dgm:dir/>
          <dgm:resizeHandles val="exact"/>
        </dgm:presLayoutVars>
      </dgm:prSet>
      <dgm:spPr/>
    </dgm:pt>
    <dgm:pt modelId="{5ECB788E-B268-4BF0-B250-4EEE6671A5E3}" type="pres">
      <dgm:prSet presAssocID="{E8379859-03A9-4361-867A-E107AF8215EE}" presName="compNode" presStyleCnt="0"/>
      <dgm:spPr/>
    </dgm:pt>
    <dgm:pt modelId="{4065A7C2-95E8-4D1E-9ADD-CB3D73625975}" type="pres">
      <dgm:prSet presAssocID="{E8379859-03A9-4361-867A-E107AF8215E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90DC0812-C997-4725-AA9F-45BE2B8FA815}" type="pres">
      <dgm:prSet presAssocID="{E8379859-03A9-4361-867A-E107AF8215EE}" presName="spaceRect" presStyleCnt="0"/>
      <dgm:spPr/>
    </dgm:pt>
    <dgm:pt modelId="{751BEBB1-2FE1-4F7F-B5A8-7474FB472BE2}" type="pres">
      <dgm:prSet presAssocID="{E8379859-03A9-4361-867A-E107AF8215EE}" presName="textRect" presStyleLbl="revTx" presStyleIdx="0" presStyleCnt="2">
        <dgm:presLayoutVars>
          <dgm:chMax val="1"/>
          <dgm:chPref val="1"/>
        </dgm:presLayoutVars>
      </dgm:prSet>
      <dgm:spPr/>
    </dgm:pt>
    <dgm:pt modelId="{2141B54F-2D43-42E7-BDA1-05289466249A}" type="pres">
      <dgm:prSet presAssocID="{1B76A942-1D8A-40C7-8DC9-95EB1009A854}" presName="sibTrans" presStyleCnt="0"/>
      <dgm:spPr/>
    </dgm:pt>
    <dgm:pt modelId="{7B0EB50A-136A-4FF3-BE66-E1350FED61BE}" type="pres">
      <dgm:prSet presAssocID="{25AC09E1-88DD-4D54-B2CC-58A1AD3CD69E}" presName="compNode" presStyleCnt="0"/>
      <dgm:spPr/>
    </dgm:pt>
    <dgm:pt modelId="{8B7C8AB2-E454-4D44-8540-C6B99D3C183D}" type="pres">
      <dgm:prSet presAssocID="{25AC09E1-88DD-4D54-B2CC-58A1AD3CD69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ez"/>
        </a:ext>
      </dgm:extLst>
    </dgm:pt>
    <dgm:pt modelId="{C40A55E3-4F15-4476-A666-633C4642D2EE}" type="pres">
      <dgm:prSet presAssocID="{25AC09E1-88DD-4D54-B2CC-58A1AD3CD69E}" presName="spaceRect" presStyleCnt="0"/>
      <dgm:spPr/>
    </dgm:pt>
    <dgm:pt modelId="{E70DE213-7635-415C-AC17-0FF23738A169}" type="pres">
      <dgm:prSet presAssocID="{25AC09E1-88DD-4D54-B2CC-58A1AD3CD69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C40E54A-532E-44E7-AB20-757C300029A5}" srcId="{DAD19FA9-336D-4B90-883F-DCC730486DF5}" destId="{25AC09E1-88DD-4D54-B2CC-58A1AD3CD69E}" srcOrd="1" destOrd="0" parTransId="{5F461F6A-7775-40CD-B111-B8D1764514A4}" sibTransId="{8AE0E28C-852B-4F00-A6C0-DC5C5B71F048}"/>
    <dgm:cxn modelId="{D8EFBD4F-575E-44BB-B724-8E11DD2F2C18}" srcId="{DAD19FA9-336D-4B90-883F-DCC730486DF5}" destId="{E8379859-03A9-4361-867A-E107AF8215EE}" srcOrd="0" destOrd="0" parTransId="{485E6EE0-8EE3-4D83-ADC8-23816442C61C}" sibTransId="{1B76A942-1D8A-40C7-8DC9-95EB1009A854}"/>
    <dgm:cxn modelId="{AD29BB58-503F-4E1D-A1A6-9C0EF6ECDC26}" type="presOf" srcId="{25AC09E1-88DD-4D54-B2CC-58A1AD3CD69E}" destId="{E70DE213-7635-415C-AC17-0FF23738A169}" srcOrd="0" destOrd="0" presId="urn:microsoft.com/office/officeart/2018/2/layout/IconLabelList"/>
    <dgm:cxn modelId="{1EC15B84-46C0-48DE-9DFE-8E7036D9FF21}" type="presOf" srcId="{E8379859-03A9-4361-867A-E107AF8215EE}" destId="{751BEBB1-2FE1-4F7F-B5A8-7474FB472BE2}" srcOrd="0" destOrd="0" presId="urn:microsoft.com/office/officeart/2018/2/layout/IconLabelList"/>
    <dgm:cxn modelId="{898A10B1-E765-49A4-AEBD-776D8EB9E0F2}" type="presOf" srcId="{DAD19FA9-336D-4B90-883F-DCC730486DF5}" destId="{57D9165B-B603-4914-88AF-F8884344A222}" srcOrd="0" destOrd="0" presId="urn:microsoft.com/office/officeart/2018/2/layout/IconLabelList"/>
    <dgm:cxn modelId="{702951D2-802B-4FAE-9E05-DA5F8F0564DC}" type="presParOf" srcId="{57D9165B-B603-4914-88AF-F8884344A222}" destId="{5ECB788E-B268-4BF0-B250-4EEE6671A5E3}" srcOrd="0" destOrd="0" presId="urn:microsoft.com/office/officeart/2018/2/layout/IconLabelList"/>
    <dgm:cxn modelId="{29CF84A0-536C-488A-B727-5D259CAF05A4}" type="presParOf" srcId="{5ECB788E-B268-4BF0-B250-4EEE6671A5E3}" destId="{4065A7C2-95E8-4D1E-9ADD-CB3D73625975}" srcOrd="0" destOrd="0" presId="urn:microsoft.com/office/officeart/2018/2/layout/IconLabelList"/>
    <dgm:cxn modelId="{27417047-3D27-4EA4-819E-FC5EE0DDA213}" type="presParOf" srcId="{5ECB788E-B268-4BF0-B250-4EEE6671A5E3}" destId="{90DC0812-C997-4725-AA9F-45BE2B8FA815}" srcOrd="1" destOrd="0" presId="urn:microsoft.com/office/officeart/2018/2/layout/IconLabelList"/>
    <dgm:cxn modelId="{B7BDB26F-B367-47DA-89BA-E18F7A37202E}" type="presParOf" srcId="{5ECB788E-B268-4BF0-B250-4EEE6671A5E3}" destId="{751BEBB1-2FE1-4F7F-B5A8-7474FB472BE2}" srcOrd="2" destOrd="0" presId="urn:microsoft.com/office/officeart/2018/2/layout/IconLabelList"/>
    <dgm:cxn modelId="{C5E306AF-CB8A-4E16-A2C2-C5EDC3BC237B}" type="presParOf" srcId="{57D9165B-B603-4914-88AF-F8884344A222}" destId="{2141B54F-2D43-42E7-BDA1-05289466249A}" srcOrd="1" destOrd="0" presId="urn:microsoft.com/office/officeart/2018/2/layout/IconLabelList"/>
    <dgm:cxn modelId="{ADD6356E-565B-43E5-91E7-F37EF5EBC9CD}" type="presParOf" srcId="{57D9165B-B603-4914-88AF-F8884344A222}" destId="{7B0EB50A-136A-4FF3-BE66-E1350FED61BE}" srcOrd="2" destOrd="0" presId="urn:microsoft.com/office/officeart/2018/2/layout/IconLabelList"/>
    <dgm:cxn modelId="{35EDFCBE-1931-4328-AF35-DA21C5636F92}" type="presParOf" srcId="{7B0EB50A-136A-4FF3-BE66-E1350FED61BE}" destId="{8B7C8AB2-E454-4D44-8540-C6B99D3C183D}" srcOrd="0" destOrd="0" presId="urn:microsoft.com/office/officeart/2018/2/layout/IconLabelList"/>
    <dgm:cxn modelId="{4B1AAB57-B2B7-460C-B491-05EC85B886E2}" type="presParOf" srcId="{7B0EB50A-136A-4FF3-BE66-E1350FED61BE}" destId="{C40A55E3-4F15-4476-A666-633C4642D2EE}" srcOrd="1" destOrd="0" presId="urn:microsoft.com/office/officeart/2018/2/layout/IconLabelList"/>
    <dgm:cxn modelId="{FDA070CA-8992-41AE-92A3-A411D713DD12}" type="presParOf" srcId="{7B0EB50A-136A-4FF3-BE66-E1350FED61BE}" destId="{E70DE213-7635-415C-AC17-0FF23738A16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1AAE40-551D-4F8D-B098-BE7147A874A0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DF8D02F-8BCF-453F-B523-C3B9FBB5C156}">
      <dgm:prSet/>
      <dgm:spPr/>
      <dgm:t>
        <a:bodyPr/>
        <a:lstStyle/>
        <a:p>
          <a:r>
            <a:rPr lang="en-US"/>
            <a:t>1. ¿Qué instrucción ejecuta una syscall?</a:t>
          </a:r>
        </a:p>
      </dgm:t>
    </dgm:pt>
    <dgm:pt modelId="{687204E7-B060-41C1-A0CC-5C0734C7CD72}" type="parTrans" cxnId="{0579EC2C-0654-449C-9B4B-150841D657E4}">
      <dgm:prSet/>
      <dgm:spPr/>
      <dgm:t>
        <a:bodyPr/>
        <a:lstStyle/>
        <a:p>
          <a:endParaRPr lang="en-US"/>
        </a:p>
      </dgm:t>
    </dgm:pt>
    <dgm:pt modelId="{B7D4933F-DA46-430E-9838-A2178E6AFF66}" type="sibTrans" cxnId="{0579EC2C-0654-449C-9B4B-150841D657E4}">
      <dgm:prSet/>
      <dgm:spPr/>
      <dgm:t>
        <a:bodyPr/>
        <a:lstStyle/>
        <a:p>
          <a:endParaRPr lang="en-US"/>
        </a:p>
      </dgm:t>
    </dgm:pt>
    <dgm:pt modelId="{11449D32-FE64-45F8-A852-C53942E0DADC}">
      <dgm:prSet/>
      <dgm:spPr/>
      <dgm:t>
        <a:bodyPr/>
        <a:lstStyle/>
        <a:p>
          <a:r>
            <a:rPr lang="en-US"/>
            <a:t>a) BL</a:t>
          </a:r>
        </a:p>
      </dgm:t>
    </dgm:pt>
    <dgm:pt modelId="{E5AB4DC2-4F0B-404A-88E4-66C42C8631FE}" type="parTrans" cxnId="{1A49E6E3-9414-433D-9722-DF12225B9672}">
      <dgm:prSet/>
      <dgm:spPr/>
      <dgm:t>
        <a:bodyPr/>
        <a:lstStyle/>
        <a:p>
          <a:endParaRPr lang="en-US"/>
        </a:p>
      </dgm:t>
    </dgm:pt>
    <dgm:pt modelId="{ED7FB4F9-800C-4874-83D7-C52DF249D6F2}" type="sibTrans" cxnId="{1A49E6E3-9414-433D-9722-DF12225B9672}">
      <dgm:prSet/>
      <dgm:spPr/>
      <dgm:t>
        <a:bodyPr/>
        <a:lstStyle/>
        <a:p>
          <a:endParaRPr lang="en-US"/>
        </a:p>
      </dgm:t>
    </dgm:pt>
    <dgm:pt modelId="{F964BC76-2FE6-4870-B6A4-D4E1B2C39877}">
      <dgm:prSet/>
      <dgm:spPr/>
      <dgm:t>
        <a:bodyPr/>
        <a:lstStyle/>
        <a:p>
          <a:r>
            <a:rPr lang="en-US"/>
            <a:t>b) SVC</a:t>
          </a:r>
        </a:p>
      </dgm:t>
    </dgm:pt>
    <dgm:pt modelId="{526FEA62-CD31-48E1-8D41-55F7FBA57F7D}" type="parTrans" cxnId="{9ED7867C-88A5-4B7E-ABCB-1A2365C95399}">
      <dgm:prSet/>
      <dgm:spPr/>
      <dgm:t>
        <a:bodyPr/>
        <a:lstStyle/>
        <a:p>
          <a:endParaRPr lang="en-US"/>
        </a:p>
      </dgm:t>
    </dgm:pt>
    <dgm:pt modelId="{96BFD0B8-354F-457A-A311-54827B43456A}" type="sibTrans" cxnId="{9ED7867C-88A5-4B7E-ABCB-1A2365C95399}">
      <dgm:prSet/>
      <dgm:spPr/>
      <dgm:t>
        <a:bodyPr/>
        <a:lstStyle/>
        <a:p>
          <a:endParaRPr lang="en-US"/>
        </a:p>
      </dgm:t>
    </dgm:pt>
    <dgm:pt modelId="{C3D0D847-D915-4A96-A6BE-69F71D162557}">
      <dgm:prSet/>
      <dgm:spPr/>
      <dgm:t>
        <a:bodyPr/>
        <a:lstStyle/>
        <a:p>
          <a:r>
            <a:rPr lang="en-US"/>
            <a:t>c) MOV</a:t>
          </a:r>
        </a:p>
      </dgm:t>
    </dgm:pt>
    <dgm:pt modelId="{8A8A253D-5921-47B1-A3DC-E14776B9CA08}" type="parTrans" cxnId="{10526088-22CB-4BF0-B033-62C70251416C}">
      <dgm:prSet/>
      <dgm:spPr/>
      <dgm:t>
        <a:bodyPr/>
        <a:lstStyle/>
        <a:p>
          <a:endParaRPr lang="en-US"/>
        </a:p>
      </dgm:t>
    </dgm:pt>
    <dgm:pt modelId="{9CDDDAE2-4513-4149-91BC-79CB269C240E}" type="sibTrans" cxnId="{10526088-22CB-4BF0-B033-62C70251416C}">
      <dgm:prSet/>
      <dgm:spPr/>
      <dgm:t>
        <a:bodyPr/>
        <a:lstStyle/>
        <a:p>
          <a:endParaRPr lang="en-US"/>
        </a:p>
      </dgm:t>
    </dgm:pt>
    <dgm:pt modelId="{A8FD6BBD-C0FE-4CB7-AF36-361F4AE7AC6B}">
      <dgm:prSet/>
      <dgm:spPr/>
      <dgm:t>
        <a:bodyPr/>
        <a:lstStyle/>
        <a:p>
          <a:r>
            <a:rPr lang="en-US"/>
            <a:t>d) RET</a:t>
          </a:r>
        </a:p>
      </dgm:t>
    </dgm:pt>
    <dgm:pt modelId="{29D49D23-1E02-4941-9B94-EBF7B67BB12F}" type="parTrans" cxnId="{63818BEC-3E4A-469B-93A1-1CD638F16A59}">
      <dgm:prSet/>
      <dgm:spPr/>
      <dgm:t>
        <a:bodyPr/>
        <a:lstStyle/>
        <a:p>
          <a:endParaRPr lang="en-US"/>
        </a:p>
      </dgm:t>
    </dgm:pt>
    <dgm:pt modelId="{6F040CE3-1CCB-44CA-BC26-8B45BCC9B206}" type="sibTrans" cxnId="{63818BEC-3E4A-469B-93A1-1CD638F16A59}">
      <dgm:prSet/>
      <dgm:spPr/>
      <dgm:t>
        <a:bodyPr/>
        <a:lstStyle/>
        <a:p>
          <a:endParaRPr lang="en-US"/>
        </a:p>
      </dgm:t>
    </dgm:pt>
    <dgm:pt modelId="{591FDE9E-6CC9-4E72-8335-7AEF043FED38}">
      <dgm:prSet/>
      <dgm:spPr/>
      <dgm:t>
        <a:bodyPr/>
        <a:lstStyle/>
        <a:p>
          <a:r>
            <a:rPr lang="en-US"/>
            <a:t>2. ¿Qué directiva define una variable de texto?</a:t>
          </a:r>
        </a:p>
      </dgm:t>
    </dgm:pt>
    <dgm:pt modelId="{56B989E2-D98F-4966-9051-96A6D61E185C}" type="parTrans" cxnId="{676F4092-EE5A-4ABB-88CE-234B49194EEA}">
      <dgm:prSet/>
      <dgm:spPr/>
      <dgm:t>
        <a:bodyPr/>
        <a:lstStyle/>
        <a:p>
          <a:endParaRPr lang="en-US"/>
        </a:p>
      </dgm:t>
    </dgm:pt>
    <dgm:pt modelId="{448CE8A0-4974-40B8-9918-221C88654618}" type="sibTrans" cxnId="{676F4092-EE5A-4ABB-88CE-234B49194EEA}">
      <dgm:prSet/>
      <dgm:spPr/>
      <dgm:t>
        <a:bodyPr/>
        <a:lstStyle/>
        <a:p>
          <a:endParaRPr lang="en-US"/>
        </a:p>
      </dgm:t>
    </dgm:pt>
    <dgm:pt modelId="{7CCFA2AF-00EA-44D2-AFC2-4DD06814CAC1}">
      <dgm:prSet/>
      <dgm:spPr/>
      <dgm:t>
        <a:bodyPr/>
        <a:lstStyle/>
        <a:p>
          <a:r>
            <a:rPr lang="en-US"/>
            <a:t>a) .word</a:t>
          </a:r>
        </a:p>
      </dgm:t>
    </dgm:pt>
    <dgm:pt modelId="{82D5BAE5-1395-4433-8031-B86D76444F3E}" type="parTrans" cxnId="{36843EC5-3C5A-4732-9156-8AD49208CE17}">
      <dgm:prSet/>
      <dgm:spPr/>
      <dgm:t>
        <a:bodyPr/>
        <a:lstStyle/>
        <a:p>
          <a:endParaRPr lang="en-US"/>
        </a:p>
      </dgm:t>
    </dgm:pt>
    <dgm:pt modelId="{B0DE44CB-974D-4B8E-81E5-0652821BD132}" type="sibTrans" cxnId="{36843EC5-3C5A-4732-9156-8AD49208CE17}">
      <dgm:prSet/>
      <dgm:spPr/>
      <dgm:t>
        <a:bodyPr/>
        <a:lstStyle/>
        <a:p>
          <a:endParaRPr lang="en-US"/>
        </a:p>
      </dgm:t>
    </dgm:pt>
    <dgm:pt modelId="{E75A1DD3-8EEE-444F-9208-8CE2BE106064}">
      <dgm:prSet/>
      <dgm:spPr/>
      <dgm:t>
        <a:bodyPr/>
        <a:lstStyle/>
        <a:p>
          <a:r>
            <a:rPr lang="en-US"/>
            <a:t>b) .asciz</a:t>
          </a:r>
        </a:p>
      </dgm:t>
    </dgm:pt>
    <dgm:pt modelId="{D48C6E7B-D5A4-466B-9D30-128F0C1FDD5C}" type="parTrans" cxnId="{8642EF46-FFB2-4836-AA93-0C3EE4BBCC5E}">
      <dgm:prSet/>
      <dgm:spPr/>
      <dgm:t>
        <a:bodyPr/>
        <a:lstStyle/>
        <a:p>
          <a:endParaRPr lang="en-US"/>
        </a:p>
      </dgm:t>
    </dgm:pt>
    <dgm:pt modelId="{1E47CCB9-D9B2-4398-97B1-734770ACB60D}" type="sibTrans" cxnId="{8642EF46-FFB2-4836-AA93-0C3EE4BBCC5E}">
      <dgm:prSet/>
      <dgm:spPr/>
      <dgm:t>
        <a:bodyPr/>
        <a:lstStyle/>
        <a:p>
          <a:endParaRPr lang="en-US"/>
        </a:p>
      </dgm:t>
    </dgm:pt>
    <dgm:pt modelId="{0025C0B5-5617-4AED-A862-5158F3120E0F}">
      <dgm:prSet/>
      <dgm:spPr/>
      <dgm:t>
        <a:bodyPr/>
        <a:lstStyle/>
        <a:p>
          <a:r>
            <a:rPr lang="en-US"/>
            <a:t>c) .byte</a:t>
          </a:r>
        </a:p>
      </dgm:t>
    </dgm:pt>
    <dgm:pt modelId="{6A0F0AA9-9F07-48D7-8D1B-240AEFBF99C6}" type="parTrans" cxnId="{FA05762E-CC60-4B01-A46C-F11619E106C0}">
      <dgm:prSet/>
      <dgm:spPr/>
      <dgm:t>
        <a:bodyPr/>
        <a:lstStyle/>
        <a:p>
          <a:endParaRPr lang="en-US"/>
        </a:p>
      </dgm:t>
    </dgm:pt>
    <dgm:pt modelId="{323642FB-A4AA-4CF8-BB46-01FCC3FAE4AC}" type="sibTrans" cxnId="{FA05762E-CC60-4B01-A46C-F11619E106C0}">
      <dgm:prSet/>
      <dgm:spPr/>
      <dgm:t>
        <a:bodyPr/>
        <a:lstStyle/>
        <a:p>
          <a:endParaRPr lang="en-US"/>
        </a:p>
      </dgm:t>
    </dgm:pt>
    <dgm:pt modelId="{A14AAD8A-A6DE-4128-B52C-3594D5357F3E}">
      <dgm:prSet/>
      <dgm:spPr/>
      <dgm:t>
        <a:bodyPr/>
        <a:lstStyle/>
        <a:p>
          <a:r>
            <a:rPr lang="en-US"/>
            <a:t>d) .global</a:t>
          </a:r>
        </a:p>
      </dgm:t>
    </dgm:pt>
    <dgm:pt modelId="{3E96D811-8FFF-49B7-B49A-3AEF2B642832}" type="parTrans" cxnId="{596EF25D-2DAE-469F-B165-8B26B62B05DF}">
      <dgm:prSet/>
      <dgm:spPr/>
      <dgm:t>
        <a:bodyPr/>
        <a:lstStyle/>
        <a:p>
          <a:endParaRPr lang="en-US"/>
        </a:p>
      </dgm:t>
    </dgm:pt>
    <dgm:pt modelId="{E7FB4618-4655-467D-ADEF-7E55781A0AED}" type="sibTrans" cxnId="{596EF25D-2DAE-469F-B165-8B26B62B05DF}">
      <dgm:prSet/>
      <dgm:spPr/>
      <dgm:t>
        <a:bodyPr/>
        <a:lstStyle/>
        <a:p>
          <a:endParaRPr lang="en-US"/>
        </a:p>
      </dgm:t>
    </dgm:pt>
    <dgm:pt modelId="{E8BC01B7-9C0A-40CE-9286-FA7518DC5BF2}">
      <dgm:prSet/>
      <dgm:spPr/>
      <dgm:t>
        <a:bodyPr/>
        <a:lstStyle/>
        <a:p>
          <a:r>
            <a:rPr lang="en-US"/>
            <a:t>3. ¿Cuál registro indica el número de syscall?</a:t>
          </a:r>
        </a:p>
      </dgm:t>
    </dgm:pt>
    <dgm:pt modelId="{D798EBF9-65E3-4690-AD86-A61D582C0B37}" type="parTrans" cxnId="{635ADA9F-177D-4D89-A188-020E796B00C0}">
      <dgm:prSet/>
      <dgm:spPr/>
      <dgm:t>
        <a:bodyPr/>
        <a:lstStyle/>
        <a:p>
          <a:endParaRPr lang="en-US"/>
        </a:p>
      </dgm:t>
    </dgm:pt>
    <dgm:pt modelId="{D648AF66-54BB-4F27-84A3-D3550B3DE0D8}" type="sibTrans" cxnId="{635ADA9F-177D-4D89-A188-020E796B00C0}">
      <dgm:prSet/>
      <dgm:spPr/>
      <dgm:t>
        <a:bodyPr/>
        <a:lstStyle/>
        <a:p>
          <a:endParaRPr lang="en-US"/>
        </a:p>
      </dgm:t>
    </dgm:pt>
    <dgm:pt modelId="{8B8CA684-618A-419A-9271-2842D13A6933}">
      <dgm:prSet/>
      <dgm:spPr/>
      <dgm:t>
        <a:bodyPr/>
        <a:lstStyle/>
        <a:p>
          <a:r>
            <a:rPr lang="en-US"/>
            <a:t>a) x0</a:t>
          </a:r>
        </a:p>
      </dgm:t>
    </dgm:pt>
    <dgm:pt modelId="{26DA83EA-8A71-46AC-9F95-BB0D67CED780}" type="parTrans" cxnId="{8356A63A-D176-4C39-A06F-11D8406B52F1}">
      <dgm:prSet/>
      <dgm:spPr/>
      <dgm:t>
        <a:bodyPr/>
        <a:lstStyle/>
        <a:p>
          <a:endParaRPr lang="en-US"/>
        </a:p>
      </dgm:t>
    </dgm:pt>
    <dgm:pt modelId="{7C9DB7E2-6A2F-42A7-A619-2904FAA5F77C}" type="sibTrans" cxnId="{8356A63A-D176-4C39-A06F-11D8406B52F1}">
      <dgm:prSet/>
      <dgm:spPr/>
      <dgm:t>
        <a:bodyPr/>
        <a:lstStyle/>
        <a:p>
          <a:endParaRPr lang="en-US"/>
        </a:p>
      </dgm:t>
    </dgm:pt>
    <dgm:pt modelId="{DDC81752-0C70-48A3-895C-3A8E1112341A}">
      <dgm:prSet/>
      <dgm:spPr/>
      <dgm:t>
        <a:bodyPr/>
        <a:lstStyle/>
        <a:p>
          <a:r>
            <a:rPr lang="en-US"/>
            <a:t>b) x8</a:t>
          </a:r>
        </a:p>
      </dgm:t>
    </dgm:pt>
    <dgm:pt modelId="{41EED021-D763-4A93-8399-B5AA525278A0}" type="parTrans" cxnId="{F575050A-C2D1-45F3-A52D-AAC087A43244}">
      <dgm:prSet/>
      <dgm:spPr/>
      <dgm:t>
        <a:bodyPr/>
        <a:lstStyle/>
        <a:p>
          <a:endParaRPr lang="en-US"/>
        </a:p>
      </dgm:t>
    </dgm:pt>
    <dgm:pt modelId="{B4CABA47-3E92-4E8E-BC8E-0137A18CFB9C}" type="sibTrans" cxnId="{F575050A-C2D1-45F3-A52D-AAC087A43244}">
      <dgm:prSet/>
      <dgm:spPr/>
      <dgm:t>
        <a:bodyPr/>
        <a:lstStyle/>
        <a:p>
          <a:endParaRPr lang="en-US"/>
        </a:p>
      </dgm:t>
    </dgm:pt>
    <dgm:pt modelId="{6C1E68BD-A5FC-4244-A526-D3A498B333DD}">
      <dgm:prSet/>
      <dgm:spPr/>
      <dgm:t>
        <a:bodyPr/>
        <a:lstStyle/>
        <a:p>
          <a:r>
            <a:rPr lang="en-US"/>
            <a:t>c) x1</a:t>
          </a:r>
        </a:p>
      </dgm:t>
    </dgm:pt>
    <dgm:pt modelId="{9A4F1E6B-7E01-4744-9C70-B026449087C2}" type="parTrans" cxnId="{686E43E9-CFAB-40F4-91B9-90602D96FA31}">
      <dgm:prSet/>
      <dgm:spPr/>
      <dgm:t>
        <a:bodyPr/>
        <a:lstStyle/>
        <a:p>
          <a:endParaRPr lang="en-US"/>
        </a:p>
      </dgm:t>
    </dgm:pt>
    <dgm:pt modelId="{9885B7DE-A8E7-490B-8C44-68096DEE7A5E}" type="sibTrans" cxnId="{686E43E9-CFAB-40F4-91B9-90602D96FA31}">
      <dgm:prSet/>
      <dgm:spPr/>
      <dgm:t>
        <a:bodyPr/>
        <a:lstStyle/>
        <a:p>
          <a:endParaRPr lang="en-US"/>
        </a:p>
      </dgm:t>
    </dgm:pt>
    <dgm:pt modelId="{2ED2996B-D6C9-40BC-A54A-99667B1FF01D}">
      <dgm:prSet/>
      <dgm:spPr/>
      <dgm:t>
        <a:bodyPr/>
        <a:lstStyle/>
        <a:p>
          <a:r>
            <a:rPr lang="en-US"/>
            <a:t>d) x30</a:t>
          </a:r>
        </a:p>
      </dgm:t>
    </dgm:pt>
    <dgm:pt modelId="{0722E903-D390-4E81-B9F6-2847E20C4E52}" type="parTrans" cxnId="{065CD81A-41AB-4818-B9FF-8178A40E7302}">
      <dgm:prSet/>
      <dgm:spPr/>
      <dgm:t>
        <a:bodyPr/>
        <a:lstStyle/>
        <a:p>
          <a:endParaRPr lang="en-US"/>
        </a:p>
      </dgm:t>
    </dgm:pt>
    <dgm:pt modelId="{FEBFE018-A5B9-4D52-8BC1-1221C9BE42A3}" type="sibTrans" cxnId="{065CD81A-41AB-4818-B9FF-8178A40E7302}">
      <dgm:prSet/>
      <dgm:spPr/>
      <dgm:t>
        <a:bodyPr/>
        <a:lstStyle/>
        <a:p>
          <a:endParaRPr lang="en-US"/>
        </a:p>
      </dgm:t>
    </dgm:pt>
    <dgm:pt modelId="{B10F6484-F605-481A-BBCD-813AF4437B81}">
      <dgm:prSet/>
      <dgm:spPr/>
      <dgm:t>
        <a:bodyPr/>
        <a:lstStyle/>
        <a:p>
          <a:r>
            <a:rPr lang="en-US"/>
            <a:t>4. ¿Qué directiva se usa para datos no inicializados?</a:t>
          </a:r>
        </a:p>
      </dgm:t>
    </dgm:pt>
    <dgm:pt modelId="{79BACBBF-5F01-4117-9119-FEA63ED7D83D}" type="parTrans" cxnId="{11D2CEBD-97D9-444E-BBA6-C6B094D23AF2}">
      <dgm:prSet/>
      <dgm:spPr/>
      <dgm:t>
        <a:bodyPr/>
        <a:lstStyle/>
        <a:p>
          <a:endParaRPr lang="en-US"/>
        </a:p>
      </dgm:t>
    </dgm:pt>
    <dgm:pt modelId="{2F948023-29B7-413F-A348-36D1D6A9BD94}" type="sibTrans" cxnId="{11D2CEBD-97D9-444E-BBA6-C6B094D23AF2}">
      <dgm:prSet/>
      <dgm:spPr/>
      <dgm:t>
        <a:bodyPr/>
        <a:lstStyle/>
        <a:p>
          <a:endParaRPr lang="en-US"/>
        </a:p>
      </dgm:t>
    </dgm:pt>
    <dgm:pt modelId="{69AE97A9-89AD-467F-8A4B-F0EA1379BC53}">
      <dgm:prSet/>
      <dgm:spPr/>
      <dgm:t>
        <a:bodyPr/>
        <a:lstStyle/>
        <a:p>
          <a:r>
            <a:rPr lang="en-US"/>
            <a:t>a) .bss</a:t>
          </a:r>
        </a:p>
      </dgm:t>
    </dgm:pt>
    <dgm:pt modelId="{FD9C6A88-F961-4370-8BAB-A0B9C645BA3A}" type="parTrans" cxnId="{BCE9AE60-F2A2-4CE9-921F-153E06F96055}">
      <dgm:prSet/>
      <dgm:spPr/>
      <dgm:t>
        <a:bodyPr/>
        <a:lstStyle/>
        <a:p>
          <a:endParaRPr lang="en-US"/>
        </a:p>
      </dgm:t>
    </dgm:pt>
    <dgm:pt modelId="{E1AF60A4-EB82-46EF-9E41-C840D20DB05E}" type="sibTrans" cxnId="{BCE9AE60-F2A2-4CE9-921F-153E06F96055}">
      <dgm:prSet/>
      <dgm:spPr/>
      <dgm:t>
        <a:bodyPr/>
        <a:lstStyle/>
        <a:p>
          <a:endParaRPr lang="en-US"/>
        </a:p>
      </dgm:t>
    </dgm:pt>
    <dgm:pt modelId="{608FDD38-9825-4DE5-98CF-E40EB18B5CDB}">
      <dgm:prSet/>
      <dgm:spPr/>
      <dgm:t>
        <a:bodyPr/>
        <a:lstStyle/>
        <a:p>
          <a:r>
            <a:rPr lang="en-US"/>
            <a:t>b) .data</a:t>
          </a:r>
        </a:p>
      </dgm:t>
    </dgm:pt>
    <dgm:pt modelId="{2F7DF02E-06C0-43DF-9405-03E256133744}" type="parTrans" cxnId="{7B3875CF-5916-4C2C-841F-9AA8B2BB14A3}">
      <dgm:prSet/>
      <dgm:spPr/>
      <dgm:t>
        <a:bodyPr/>
        <a:lstStyle/>
        <a:p>
          <a:endParaRPr lang="en-US"/>
        </a:p>
      </dgm:t>
    </dgm:pt>
    <dgm:pt modelId="{A94BBD24-8138-4C21-A562-F5F7EB9CD739}" type="sibTrans" cxnId="{7B3875CF-5916-4C2C-841F-9AA8B2BB14A3}">
      <dgm:prSet/>
      <dgm:spPr/>
      <dgm:t>
        <a:bodyPr/>
        <a:lstStyle/>
        <a:p>
          <a:endParaRPr lang="en-US"/>
        </a:p>
      </dgm:t>
    </dgm:pt>
    <dgm:pt modelId="{BCC6F5C7-0CFC-4BC7-9432-A1073B991F84}">
      <dgm:prSet/>
      <dgm:spPr/>
      <dgm:t>
        <a:bodyPr/>
        <a:lstStyle/>
        <a:p>
          <a:r>
            <a:rPr lang="en-US"/>
            <a:t>c) .text</a:t>
          </a:r>
        </a:p>
      </dgm:t>
    </dgm:pt>
    <dgm:pt modelId="{1387D09E-A5BA-44DC-B741-F3BE865DCF95}" type="parTrans" cxnId="{2AF3BC35-9A91-413A-A4E4-D6C215BD14DC}">
      <dgm:prSet/>
      <dgm:spPr/>
      <dgm:t>
        <a:bodyPr/>
        <a:lstStyle/>
        <a:p>
          <a:endParaRPr lang="en-US"/>
        </a:p>
      </dgm:t>
    </dgm:pt>
    <dgm:pt modelId="{7F0F1718-CE59-4F4E-8929-8C5CC87F0903}" type="sibTrans" cxnId="{2AF3BC35-9A91-413A-A4E4-D6C215BD14DC}">
      <dgm:prSet/>
      <dgm:spPr/>
      <dgm:t>
        <a:bodyPr/>
        <a:lstStyle/>
        <a:p>
          <a:endParaRPr lang="en-US"/>
        </a:p>
      </dgm:t>
    </dgm:pt>
    <dgm:pt modelId="{CCEC046B-A3B3-4A62-AA2B-520C8D5C9C12}">
      <dgm:prSet/>
      <dgm:spPr/>
      <dgm:t>
        <a:bodyPr/>
        <a:lstStyle/>
        <a:p>
          <a:r>
            <a:rPr lang="en-US"/>
            <a:t>d) .equ</a:t>
          </a:r>
        </a:p>
      </dgm:t>
    </dgm:pt>
    <dgm:pt modelId="{38461416-8460-4380-A73D-DF251818E587}" type="parTrans" cxnId="{79B59440-A7C3-443B-9A23-851D26370315}">
      <dgm:prSet/>
      <dgm:spPr/>
      <dgm:t>
        <a:bodyPr/>
        <a:lstStyle/>
        <a:p>
          <a:endParaRPr lang="en-US"/>
        </a:p>
      </dgm:t>
    </dgm:pt>
    <dgm:pt modelId="{014F97A4-5E5C-4C2D-A84C-DCCDC7847A8F}" type="sibTrans" cxnId="{79B59440-A7C3-443B-9A23-851D26370315}">
      <dgm:prSet/>
      <dgm:spPr/>
      <dgm:t>
        <a:bodyPr/>
        <a:lstStyle/>
        <a:p>
          <a:endParaRPr lang="en-US"/>
        </a:p>
      </dgm:t>
    </dgm:pt>
    <dgm:pt modelId="{1EA214D3-3005-4692-B9D5-82ACC3482093}">
      <dgm:prSet/>
      <dgm:spPr/>
      <dgm:t>
        <a:bodyPr/>
        <a:lstStyle/>
        <a:p>
          <a:r>
            <a:rPr lang="en-US"/>
            <a:t>5. ¿Cuál instrucción finaliza un programa?</a:t>
          </a:r>
        </a:p>
      </dgm:t>
    </dgm:pt>
    <dgm:pt modelId="{90D068DD-0503-4AF5-B359-1B1D8D8FF889}" type="parTrans" cxnId="{EDEB0CB0-FDC0-4555-9514-12A850DB4431}">
      <dgm:prSet/>
      <dgm:spPr/>
      <dgm:t>
        <a:bodyPr/>
        <a:lstStyle/>
        <a:p>
          <a:endParaRPr lang="en-US"/>
        </a:p>
      </dgm:t>
    </dgm:pt>
    <dgm:pt modelId="{21297ACA-36CF-411E-87A5-F8CE4E921568}" type="sibTrans" cxnId="{EDEB0CB0-FDC0-4555-9514-12A850DB4431}">
      <dgm:prSet/>
      <dgm:spPr/>
      <dgm:t>
        <a:bodyPr/>
        <a:lstStyle/>
        <a:p>
          <a:endParaRPr lang="en-US"/>
        </a:p>
      </dgm:t>
    </dgm:pt>
    <dgm:pt modelId="{A035921D-7E3A-42E6-BB3B-B65E15283C54}">
      <dgm:prSet/>
      <dgm:spPr/>
      <dgm:t>
        <a:bodyPr/>
        <a:lstStyle/>
        <a:p>
          <a:r>
            <a:rPr lang="en-US"/>
            <a:t>a) SVC</a:t>
          </a:r>
        </a:p>
      </dgm:t>
    </dgm:pt>
    <dgm:pt modelId="{E1163B5A-B2D1-4930-9A23-E5C2C2911648}" type="parTrans" cxnId="{FB14E86A-B5A1-481A-BFB6-EDCAE08D0CF9}">
      <dgm:prSet/>
      <dgm:spPr/>
      <dgm:t>
        <a:bodyPr/>
        <a:lstStyle/>
        <a:p>
          <a:endParaRPr lang="en-US"/>
        </a:p>
      </dgm:t>
    </dgm:pt>
    <dgm:pt modelId="{6C385104-C341-469D-8B70-8BB9111AF2F3}" type="sibTrans" cxnId="{FB14E86A-B5A1-481A-BFB6-EDCAE08D0CF9}">
      <dgm:prSet/>
      <dgm:spPr/>
      <dgm:t>
        <a:bodyPr/>
        <a:lstStyle/>
        <a:p>
          <a:endParaRPr lang="en-US"/>
        </a:p>
      </dgm:t>
    </dgm:pt>
    <dgm:pt modelId="{5A21AFA1-3909-4D1B-9C72-E75D35295021}">
      <dgm:prSet/>
      <dgm:spPr/>
      <dgm:t>
        <a:bodyPr/>
        <a:lstStyle/>
        <a:p>
          <a:r>
            <a:rPr lang="en-US"/>
            <a:t>b) BL</a:t>
          </a:r>
        </a:p>
      </dgm:t>
    </dgm:pt>
    <dgm:pt modelId="{F510A8DC-B2C4-4E10-B97C-6F6049BFC36A}" type="parTrans" cxnId="{81E47F46-870C-4C9C-9643-B7BA5A6AA5ED}">
      <dgm:prSet/>
      <dgm:spPr/>
      <dgm:t>
        <a:bodyPr/>
        <a:lstStyle/>
        <a:p>
          <a:endParaRPr lang="en-US"/>
        </a:p>
      </dgm:t>
    </dgm:pt>
    <dgm:pt modelId="{32EFF483-B406-4558-9A0F-43DA119A620A}" type="sibTrans" cxnId="{81E47F46-870C-4C9C-9643-B7BA5A6AA5ED}">
      <dgm:prSet/>
      <dgm:spPr/>
      <dgm:t>
        <a:bodyPr/>
        <a:lstStyle/>
        <a:p>
          <a:endParaRPr lang="en-US"/>
        </a:p>
      </dgm:t>
    </dgm:pt>
    <dgm:pt modelId="{8AE7985E-7A88-4D2F-B77B-91657675FFD5}">
      <dgm:prSet/>
      <dgm:spPr/>
      <dgm:t>
        <a:bodyPr/>
        <a:lstStyle/>
        <a:p>
          <a:r>
            <a:rPr lang="en-US"/>
            <a:t>c) RET</a:t>
          </a:r>
        </a:p>
      </dgm:t>
    </dgm:pt>
    <dgm:pt modelId="{8E611C8A-0CA3-4690-BE33-4D688D282764}" type="parTrans" cxnId="{42E01AB3-370F-44E7-9DF0-44C3C5E23FB1}">
      <dgm:prSet/>
      <dgm:spPr/>
      <dgm:t>
        <a:bodyPr/>
        <a:lstStyle/>
        <a:p>
          <a:endParaRPr lang="en-US"/>
        </a:p>
      </dgm:t>
    </dgm:pt>
    <dgm:pt modelId="{91A04A93-5BA5-4B16-BBE0-8CADC127709F}" type="sibTrans" cxnId="{42E01AB3-370F-44E7-9DF0-44C3C5E23FB1}">
      <dgm:prSet/>
      <dgm:spPr/>
      <dgm:t>
        <a:bodyPr/>
        <a:lstStyle/>
        <a:p>
          <a:endParaRPr lang="en-US"/>
        </a:p>
      </dgm:t>
    </dgm:pt>
    <dgm:pt modelId="{EE027559-CA2E-41D2-A24F-2750AC40A9A8}">
      <dgm:prSet/>
      <dgm:spPr/>
      <dgm:t>
        <a:bodyPr/>
        <a:lstStyle/>
        <a:p>
          <a:r>
            <a:rPr lang="en-US"/>
            <a:t>d) CMP</a:t>
          </a:r>
        </a:p>
      </dgm:t>
    </dgm:pt>
    <dgm:pt modelId="{1DF564FC-80AF-4B47-BB04-84A42C10C0BE}" type="parTrans" cxnId="{AFAA7323-4EF4-4F73-90ED-9372E4035AC0}">
      <dgm:prSet/>
      <dgm:spPr/>
      <dgm:t>
        <a:bodyPr/>
        <a:lstStyle/>
        <a:p>
          <a:endParaRPr lang="en-US"/>
        </a:p>
      </dgm:t>
    </dgm:pt>
    <dgm:pt modelId="{FEE0718F-36DA-4EBD-A29F-AC213088B23F}" type="sibTrans" cxnId="{AFAA7323-4EF4-4F73-90ED-9372E4035AC0}">
      <dgm:prSet/>
      <dgm:spPr/>
      <dgm:t>
        <a:bodyPr/>
        <a:lstStyle/>
        <a:p>
          <a:endParaRPr lang="en-US"/>
        </a:p>
      </dgm:t>
    </dgm:pt>
    <dgm:pt modelId="{D4BD00B3-4F93-4829-8A6F-E0A05B28A0AD}" type="pres">
      <dgm:prSet presAssocID="{331AAE40-551D-4F8D-B098-BE7147A874A0}" presName="Name0" presStyleCnt="0">
        <dgm:presLayoutVars>
          <dgm:dir/>
          <dgm:resizeHandles val="exact"/>
        </dgm:presLayoutVars>
      </dgm:prSet>
      <dgm:spPr/>
    </dgm:pt>
    <dgm:pt modelId="{CCE262C4-DF83-489C-B7DE-F1C288762D85}" type="pres">
      <dgm:prSet presAssocID="{4DF8D02F-8BCF-453F-B523-C3B9FBB5C156}" presName="node" presStyleLbl="node1" presStyleIdx="0" presStyleCnt="25">
        <dgm:presLayoutVars>
          <dgm:bulletEnabled val="1"/>
        </dgm:presLayoutVars>
      </dgm:prSet>
      <dgm:spPr/>
    </dgm:pt>
    <dgm:pt modelId="{2CF6B398-B89F-459C-9D5F-7E525B8F4F3F}" type="pres">
      <dgm:prSet presAssocID="{B7D4933F-DA46-430E-9838-A2178E6AFF66}" presName="sibTrans" presStyleLbl="sibTrans1D1" presStyleIdx="0" presStyleCnt="24"/>
      <dgm:spPr/>
    </dgm:pt>
    <dgm:pt modelId="{5FD5218C-E425-48BF-9D1E-180306217595}" type="pres">
      <dgm:prSet presAssocID="{B7D4933F-DA46-430E-9838-A2178E6AFF66}" presName="connectorText" presStyleLbl="sibTrans1D1" presStyleIdx="0" presStyleCnt="24"/>
      <dgm:spPr/>
    </dgm:pt>
    <dgm:pt modelId="{AE2CD3E3-F9FD-4984-B734-FB61770F5625}" type="pres">
      <dgm:prSet presAssocID="{11449D32-FE64-45F8-A852-C53942E0DADC}" presName="node" presStyleLbl="node1" presStyleIdx="1" presStyleCnt="25">
        <dgm:presLayoutVars>
          <dgm:bulletEnabled val="1"/>
        </dgm:presLayoutVars>
      </dgm:prSet>
      <dgm:spPr/>
    </dgm:pt>
    <dgm:pt modelId="{0B097742-681D-4E95-890F-6C14E309D7A4}" type="pres">
      <dgm:prSet presAssocID="{ED7FB4F9-800C-4874-83D7-C52DF249D6F2}" presName="sibTrans" presStyleLbl="sibTrans1D1" presStyleIdx="1" presStyleCnt="24"/>
      <dgm:spPr/>
    </dgm:pt>
    <dgm:pt modelId="{373FCF9B-1A76-4BD0-A24F-D6E6E793A33B}" type="pres">
      <dgm:prSet presAssocID="{ED7FB4F9-800C-4874-83D7-C52DF249D6F2}" presName="connectorText" presStyleLbl="sibTrans1D1" presStyleIdx="1" presStyleCnt="24"/>
      <dgm:spPr/>
    </dgm:pt>
    <dgm:pt modelId="{D3414ACE-E485-4217-9967-DABB57C8B38A}" type="pres">
      <dgm:prSet presAssocID="{F964BC76-2FE6-4870-B6A4-D4E1B2C39877}" presName="node" presStyleLbl="node1" presStyleIdx="2" presStyleCnt="25">
        <dgm:presLayoutVars>
          <dgm:bulletEnabled val="1"/>
        </dgm:presLayoutVars>
      </dgm:prSet>
      <dgm:spPr/>
    </dgm:pt>
    <dgm:pt modelId="{80BC7F36-AC8C-4E07-B9FF-D51213389D7D}" type="pres">
      <dgm:prSet presAssocID="{96BFD0B8-354F-457A-A311-54827B43456A}" presName="sibTrans" presStyleLbl="sibTrans1D1" presStyleIdx="2" presStyleCnt="24"/>
      <dgm:spPr/>
    </dgm:pt>
    <dgm:pt modelId="{D2FFDD96-D86A-4433-AC19-314608307F48}" type="pres">
      <dgm:prSet presAssocID="{96BFD0B8-354F-457A-A311-54827B43456A}" presName="connectorText" presStyleLbl="sibTrans1D1" presStyleIdx="2" presStyleCnt="24"/>
      <dgm:spPr/>
    </dgm:pt>
    <dgm:pt modelId="{62612CD5-4713-4C90-A1AC-272A9440CAB8}" type="pres">
      <dgm:prSet presAssocID="{C3D0D847-D915-4A96-A6BE-69F71D162557}" presName="node" presStyleLbl="node1" presStyleIdx="3" presStyleCnt="25">
        <dgm:presLayoutVars>
          <dgm:bulletEnabled val="1"/>
        </dgm:presLayoutVars>
      </dgm:prSet>
      <dgm:spPr/>
    </dgm:pt>
    <dgm:pt modelId="{71118C72-142F-4D8A-8209-F6F0C5C2D330}" type="pres">
      <dgm:prSet presAssocID="{9CDDDAE2-4513-4149-91BC-79CB269C240E}" presName="sibTrans" presStyleLbl="sibTrans1D1" presStyleIdx="3" presStyleCnt="24"/>
      <dgm:spPr/>
    </dgm:pt>
    <dgm:pt modelId="{A6F62AB1-498A-4559-AEE1-4BF4516AFAA0}" type="pres">
      <dgm:prSet presAssocID="{9CDDDAE2-4513-4149-91BC-79CB269C240E}" presName="connectorText" presStyleLbl="sibTrans1D1" presStyleIdx="3" presStyleCnt="24"/>
      <dgm:spPr/>
    </dgm:pt>
    <dgm:pt modelId="{3E782AAD-EC5C-47AB-BB2C-4D01454E7AE7}" type="pres">
      <dgm:prSet presAssocID="{A8FD6BBD-C0FE-4CB7-AF36-361F4AE7AC6B}" presName="node" presStyleLbl="node1" presStyleIdx="4" presStyleCnt="25">
        <dgm:presLayoutVars>
          <dgm:bulletEnabled val="1"/>
        </dgm:presLayoutVars>
      </dgm:prSet>
      <dgm:spPr/>
    </dgm:pt>
    <dgm:pt modelId="{2485EF8C-E977-4E05-BBAF-81AA79673D88}" type="pres">
      <dgm:prSet presAssocID="{6F040CE3-1CCB-44CA-BC26-8B45BCC9B206}" presName="sibTrans" presStyleLbl="sibTrans1D1" presStyleIdx="4" presStyleCnt="24"/>
      <dgm:spPr/>
    </dgm:pt>
    <dgm:pt modelId="{3AFA2331-9CF6-4A75-A6D1-9890243EA34A}" type="pres">
      <dgm:prSet presAssocID="{6F040CE3-1CCB-44CA-BC26-8B45BCC9B206}" presName="connectorText" presStyleLbl="sibTrans1D1" presStyleIdx="4" presStyleCnt="24"/>
      <dgm:spPr/>
    </dgm:pt>
    <dgm:pt modelId="{DBBABDED-4F1A-47FA-A75E-43CEFDECA369}" type="pres">
      <dgm:prSet presAssocID="{591FDE9E-6CC9-4E72-8335-7AEF043FED38}" presName="node" presStyleLbl="node1" presStyleIdx="5" presStyleCnt="25">
        <dgm:presLayoutVars>
          <dgm:bulletEnabled val="1"/>
        </dgm:presLayoutVars>
      </dgm:prSet>
      <dgm:spPr/>
    </dgm:pt>
    <dgm:pt modelId="{B73EBCE0-B97D-4411-B480-5B95FFF78819}" type="pres">
      <dgm:prSet presAssocID="{448CE8A0-4974-40B8-9918-221C88654618}" presName="sibTrans" presStyleLbl="sibTrans1D1" presStyleIdx="5" presStyleCnt="24"/>
      <dgm:spPr/>
    </dgm:pt>
    <dgm:pt modelId="{5F37AC04-8F5C-45C4-A2C5-EA7C4D570201}" type="pres">
      <dgm:prSet presAssocID="{448CE8A0-4974-40B8-9918-221C88654618}" presName="connectorText" presStyleLbl="sibTrans1D1" presStyleIdx="5" presStyleCnt="24"/>
      <dgm:spPr/>
    </dgm:pt>
    <dgm:pt modelId="{B2679CAA-3808-4EE0-B0E0-A26977C006C1}" type="pres">
      <dgm:prSet presAssocID="{7CCFA2AF-00EA-44D2-AFC2-4DD06814CAC1}" presName="node" presStyleLbl="node1" presStyleIdx="6" presStyleCnt="25">
        <dgm:presLayoutVars>
          <dgm:bulletEnabled val="1"/>
        </dgm:presLayoutVars>
      </dgm:prSet>
      <dgm:spPr/>
    </dgm:pt>
    <dgm:pt modelId="{228E4B2B-C82B-4CAB-B554-0AD2EECC39F8}" type="pres">
      <dgm:prSet presAssocID="{B0DE44CB-974D-4B8E-81E5-0652821BD132}" presName="sibTrans" presStyleLbl="sibTrans1D1" presStyleIdx="6" presStyleCnt="24"/>
      <dgm:spPr/>
    </dgm:pt>
    <dgm:pt modelId="{C0BF839D-A56D-44A8-964F-C0EC77CAD4A9}" type="pres">
      <dgm:prSet presAssocID="{B0DE44CB-974D-4B8E-81E5-0652821BD132}" presName="connectorText" presStyleLbl="sibTrans1D1" presStyleIdx="6" presStyleCnt="24"/>
      <dgm:spPr/>
    </dgm:pt>
    <dgm:pt modelId="{8FD924E0-C0CF-4121-B524-40597F647C4A}" type="pres">
      <dgm:prSet presAssocID="{E75A1DD3-8EEE-444F-9208-8CE2BE106064}" presName="node" presStyleLbl="node1" presStyleIdx="7" presStyleCnt="25">
        <dgm:presLayoutVars>
          <dgm:bulletEnabled val="1"/>
        </dgm:presLayoutVars>
      </dgm:prSet>
      <dgm:spPr/>
    </dgm:pt>
    <dgm:pt modelId="{03E28D09-7F10-4397-9EF2-341FE520255F}" type="pres">
      <dgm:prSet presAssocID="{1E47CCB9-D9B2-4398-97B1-734770ACB60D}" presName="sibTrans" presStyleLbl="sibTrans1D1" presStyleIdx="7" presStyleCnt="24"/>
      <dgm:spPr/>
    </dgm:pt>
    <dgm:pt modelId="{D1FCFC5C-A9BA-469D-9FD1-89BA73F5F35C}" type="pres">
      <dgm:prSet presAssocID="{1E47CCB9-D9B2-4398-97B1-734770ACB60D}" presName="connectorText" presStyleLbl="sibTrans1D1" presStyleIdx="7" presStyleCnt="24"/>
      <dgm:spPr/>
    </dgm:pt>
    <dgm:pt modelId="{215FABD6-5107-4B1B-83D4-1436CD5CC141}" type="pres">
      <dgm:prSet presAssocID="{0025C0B5-5617-4AED-A862-5158F3120E0F}" presName="node" presStyleLbl="node1" presStyleIdx="8" presStyleCnt="25">
        <dgm:presLayoutVars>
          <dgm:bulletEnabled val="1"/>
        </dgm:presLayoutVars>
      </dgm:prSet>
      <dgm:spPr/>
    </dgm:pt>
    <dgm:pt modelId="{3E112D97-8829-4299-9E4A-2200AB309F52}" type="pres">
      <dgm:prSet presAssocID="{323642FB-A4AA-4CF8-BB46-01FCC3FAE4AC}" presName="sibTrans" presStyleLbl="sibTrans1D1" presStyleIdx="8" presStyleCnt="24"/>
      <dgm:spPr/>
    </dgm:pt>
    <dgm:pt modelId="{5E56BFE1-63AF-4DB6-B72D-2A337C643830}" type="pres">
      <dgm:prSet presAssocID="{323642FB-A4AA-4CF8-BB46-01FCC3FAE4AC}" presName="connectorText" presStyleLbl="sibTrans1D1" presStyleIdx="8" presStyleCnt="24"/>
      <dgm:spPr/>
    </dgm:pt>
    <dgm:pt modelId="{9DD973CD-F7D2-4B76-B9E0-44CA459D31F7}" type="pres">
      <dgm:prSet presAssocID="{A14AAD8A-A6DE-4128-B52C-3594D5357F3E}" presName="node" presStyleLbl="node1" presStyleIdx="9" presStyleCnt="25">
        <dgm:presLayoutVars>
          <dgm:bulletEnabled val="1"/>
        </dgm:presLayoutVars>
      </dgm:prSet>
      <dgm:spPr/>
    </dgm:pt>
    <dgm:pt modelId="{4FF4C1BF-8B60-4B53-A83A-B94C4C5E8E88}" type="pres">
      <dgm:prSet presAssocID="{E7FB4618-4655-467D-ADEF-7E55781A0AED}" presName="sibTrans" presStyleLbl="sibTrans1D1" presStyleIdx="9" presStyleCnt="24"/>
      <dgm:spPr/>
    </dgm:pt>
    <dgm:pt modelId="{EBDC08C9-6AC6-4990-A08D-2D6D815BD130}" type="pres">
      <dgm:prSet presAssocID="{E7FB4618-4655-467D-ADEF-7E55781A0AED}" presName="connectorText" presStyleLbl="sibTrans1D1" presStyleIdx="9" presStyleCnt="24"/>
      <dgm:spPr/>
    </dgm:pt>
    <dgm:pt modelId="{F53B8F0F-78FB-4217-9B3F-1F7700A212E7}" type="pres">
      <dgm:prSet presAssocID="{E8BC01B7-9C0A-40CE-9286-FA7518DC5BF2}" presName="node" presStyleLbl="node1" presStyleIdx="10" presStyleCnt="25">
        <dgm:presLayoutVars>
          <dgm:bulletEnabled val="1"/>
        </dgm:presLayoutVars>
      </dgm:prSet>
      <dgm:spPr/>
    </dgm:pt>
    <dgm:pt modelId="{C4CAAA90-42FF-4B41-BE4B-E8ABBBDA6A61}" type="pres">
      <dgm:prSet presAssocID="{D648AF66-54BB-4F27-84A3-D3550B3DE0D8}" presName="sibTrans" presStyleLbl="sibTrans1D1" presStyleIdx="10" presStyleCnt="24"/>
      <dgm:spPr/>
    </dgm:pt>
    <dgm:pt modelId="{2684CE47-4B17-4695-86F8-7238D6738BE1}" type="pres">
      <dgm:prSet presAssocID="{D648AF66-54BB-4F27-84A3-D3550B3DE0D8}" presName="connectorText" presStyleLbl="sibTrans1D1" presStyleIdx="10" presStyleCnt="24"/>
      <dgm:spPr/>
    </dgm:pt>
    <dgm:pt modelId="{7EBF0BE4-09BF-477E-83CE-B766A736CDD6}" type="pres">
      <dgm:prSet presAssocID="{8B8CA684-618A-419A-9271-2842D13A6933}" presName="node" presStyleLbl="node1" presStyleIdx="11" presStyleCnt="25">
        <dgm:presLayoutVars>
          <dgm:bulletEnabled val="1"/>
        </dgm:presLayoutVars>
      </dgm:prSet>
      <dgm:spPr/>
    </dgm:pt>
    <dgm:pt modelId="{7C49E193-2A5A-4CA6-8388-239CF88189CF}" type="pres">
      <dgm:prSet presAssocID="{7C9DB7E2-6A2F-42A7-A619-2904FAA5F77C}" presName="sibTrans" presStyleLbl="sibTrans1D1" presStyleIdx="11" presStyleCnt="24"/>
      <dgm:spPr/>
    </dgm:pt>
    <dgm:pt modelId="{65004B10-C2F7-4B78-A1A3-F42369D6B911}" type="pres">
      <dgm:prSet presAssocID="{7C9DB7E2-6A2F-42A7-A619-2904FAA5F77C}" presName="connectorText" presStyleLbl="sibTrans1D1" presStyleIdx="11" presStyleCnt="24"/>
      <dgm:spPr/>
    </dgm:pt>
    <dgm:pt modelId="{94BFAB57-48C2-485F-8ECA-0D4A8ADAF283}" type="pres">
      <dgm:prSet presAssocID="{DDC81752-0C70-48A3-895C-3A8E1112341A}" presName="node" presStyleLbl="node1" presStyleIdx="12" presStyleCnt="25">
        <dgm:presLayoutVars>
          <dgm:bulletEnabled val="1"/>
        </dgm:presLayoutVars>
      </dgm:prSet>
      <dgm:spPr/>
    </dgm:pt>
    <dgm:pt modelId="{142F68B0-2241-4710-B6EF-167E085C2B1E}" type="pres">
      <dgm:prSet presAssocID="{B4CABA47-3E92-4E8E-BC8E-0137A18CFB9C}" presName="sibTrans" presStyleLbl="sibTrans1D1" presStyleIdx="12" presStyleCnt="24"/>
      <dgm:spPr/>
    </dgm:pt>
    <dgm:pt modelId="{D4F7E28E-BCC8-4A6D-9333-427C300B1AD5}" type="pres">
      <dgm:prSet presAssocID="{B4CABA47-3E92-4E8E-BC8E-0137A18CFB9C}" presName="connectorText" presStyleLbl="sibTrans1D1" presStyleIdx="12" presStyleCnt="24"/>
      <dgm:spPr/>
    </dgm:pt>
    <dgm:pt modelId="{67F9BFBF-89FF-4BDF-BAD1-8349D854207E}" type="pres">
      <dgm:prSet presAssocID="{6C1E68BD-A5FC-4244-A526-D3A498B333DD}" presName="node" presStyleLbl="node1" presStyleIdx="13" presStyleCnt="25">
        <dgm:presLayoutVars>
          <dgm:bulletEnabled val="1"/>
        </dgm:presLayoutVars>
      </dgm:prSet>
      <dgm:spPr/>
    </dgm:pt>
    <dgm:pt modelId="{7F3CADFA-08A6-4DE4-94A5-47475C8FCB37}" type="pres">
      <dgm:prSet presAssocID="{9885B7DE-A8E7-490B-8C44-68096DEE7A5E}" presName="sibTrans" presStyleLbl="sibTrans1D1" presStyleIdx="13" presStyleCnt="24"/>
      <dgm:spPr/>
    </dgm:pt>
    <dgm:pt modelId="{DA269A26-10BE-464F-BCA3-BA9F468AA282}" type="pres">
      <dgm:prSet presAssocID="{9885B7DE-A8E7-490B-8C44-68096DEE7A5E}" presName="connectorText" presStyleLbl="sibTrans1D1" presStyleIdx="13" presStyleCnt="24"/>
      <dgm:spPr/>
    </dgm:pt>
    <dgm:pt modelId="{EB242FD6-C4EB-44DD-93B8-07EBB8DEFC13}" type="pres">
      <dgm:prSet presAssocID="{2ED2996B-D6C9-40BC-A54A-99667B1FF01D}" presName="node" presStyleLbl="node1" presStyleIdx="14" presStyleCnt="25">
        <dgm:presLayoutVars>
          <dgm:bulletEnabled val="1"/>
        </dgm:presLayoutVars>
      </dgm:prSet>
      <dgm:spPr/>
    </dgm:pt>
    <dgm:pt modelId="{E753B388-BD0E-4C3C-B1E3-4479300850CA}" type="pres">
      <dgm:prSet presAssocID="{FEBFE018-A5B9-4D52-8BC1-1221C9BE42A3}" presName="sibTrans" presStyleLbl="sibTrans1D1" presStyleIdx="14" presStyleCnt="24"/>
      <dgm:spPr/>
    </dgm:pt>
    <dgm:pt modelId="{CBDECFCF-747D-440F-B12E-A4E3A1B2B4D1}" type="pres">
      <dgm:prSet presAssocID="{FEBFE018-A5B9-4D52-8BC1-1221C9BE42A3}" presName="connectorText" presStyleLbl="sibTrans1D1" presStyleIdx="14" presStyleCnt="24"/>
      <dgm:spPr/>
    </dgm:pt>
    <dgm:pt modelId="{40D1929C-6A5F-481F-81BC-2166F4C9D2EA}" type="pres">
      <dgm:prSet presAssocID="{B10F6484-F605-481A-BBCD-813AF4437B81}" presName="node" presStyleLbl="node1" presStyleIdx="15" presStyleCnt="25">
        <dgm:presLayoutVars>
          <dgm:bulletEnabled val="1"/>
        </dgm:presLayoutVars>
      </dgm:prSet>
      <dgm:spPr/>
    </dgm:pt>
    <dgm:pt modelId="{772273E6-32C0-46F5-B9D4-FA30BC0F575D}" type="pres">
      <dgm:prSet presAssocID="{2F948023-29B7-413F-A348-36D1D6A9BD94}" presName="sibTrans" presStyleLbl="sibTrans1D1" presStyleIdx="15" presStyleCnt="24"/>
      <dgm:spPr/>
    </dgm:pt>
    <dgm:pt modelId="{A684918A-7099-450D-B053-67603D37A5B6}" type="pres">
      <dgm:prSet presAssocID="{2F948023-29B7-413F-A348-36D1D6A9BD94}" presName="connectorText" presStyleLbl="sibTrans1D1" presStyleIdx="15" presStyleCnt="24"/>
      <dgm:spPr/>
    </dgm:pt>
    <dgm:pt modelId="{DF2BE97A-515C-44F5-89BF-E7F7653CAE51}" type="pres">
      <dgm:prSet presAssocID="{69AE97A9-89AD-467F-8A4B-F0EA1379BC53}" presName="node" presStyleLbl="node1" presStyleIdx="16" presStyleCnt="25">
        <dgm:presLayoutVars>
          <dgm:bulletEnabled val="1"/>
        </dgm:presLayoutVars>
      </dgm:prSet>
      <dgm:spPr/>
    </dgm:pt>
    <dgm:pt modelId="{7B183A7B-B81B-4C16-8654-A58B633805F8}" type="pres">
      <dgm:prSet presAssocID="{E1AF60A4-EB82-46EF-9E41-C840D20DB05E}" presName="sibTrans" presStyleLbl="sibTrans1D1" presStyleIdx="16" presStyleCnt="24"/>
      <dgm:spPr/>
    </dgm:pt>
    <dgm:pt modelId="{3DD9F841-BFDD-405A-B56C-643DE159FAC8}" type="pres">
      <dgm:prSet presAssocID="{E1AF60A4-EB82-46EF-9E41-C840D20DB05E}" presName="connectorText" presStyleLbl="sibTrans1D1" presStyleIdx="16" presStyleCnt="24"/>
      <dgm:spPr/>
    </dgm:pt>
    <dgm:pt modelId="{B1B50EDF-4E7E-419D-96CD-E37D22DABD6F}" type="pres">
      <dgm:prSet presAssocID="{608FDD38-9825-4DE5-98CF-E40EB18B5CDB}" presName="node" presStyleLbl="node1" presStyleIdx="17" presStyleCnt="25">
        <dgm:presLayoutVars>
          <dgm:bulletEnabled val="1"/>
        </dgm:presLayoutVars>
      </dgm:prSet>
      <dgm:spPr/>
    </dgm:pt>
    <dgm:pt modelId="{4BC89E45-D146-425D-A097-AD0405EAE8C4}" type="pres">
      <dgm:prSet presAssocID="{A94BBD24-8138-4C21-A562-F5F7EB9CD739}" presName="sibTrans" presStyleLbl="sibTrans1D1" presStyleIdx="17" presStyleCnt="24"/>
      <dgm:spPr/>
    </dgm:pt>
    <dgm:pt modelId="{6FE582D5-4588-495B-A8FB-9CDE97704F5C}" type="pres">
      <dgm:prSet presAssocID="{A94BBD24-8138-4C21-A562-F5F7EB9CD739}" presName="connectorText" presStyleLbl="sibTrans1D1" presStyleIdx="17" presStyleCnt="24"/>
      <dgm:spPr/>
    </dgm:pt>
    <dgm:pt modelId="{C7BDE2C7-D499-4ED5-9332-BAB6B563FC4B}" type="pres">
      <dgm:prSet presAssocID="{BCC6F5C7-0CFC-4BC7-9432-A1073B991F84}" presName="node" presStyleLbl="node1" presStyleIdx="18" presStyleCnt="25">
        <dgm:presLayoutVars>
          <dgm:bulletEnabled val="1"/>
        </dgm:presLayoutVars>
      </dgm:prSet>
      <dgm:spPr/>
    </dgm:pt>
    <dgm:pt modelId="{CF350667-DA32-41BD-922F-04019A1D9925}" type="pres">
      <dgm:prSet presAssocID="{7F0F1718-CE59-4F4E-8929-8C5CC87F0903}" presName="sibTrans" presStyleLbl="sibTrans1D1" presStyleIdx="18" presStyleCnt="24"/>
      <dgm:spPr/>
    </dgm:pt>
    <dgm:pt modelId="{3263357F-AA5E-4FF3-85B6-B399F5E03387}" type="pres">
      <dgm:prSet presAssocID="{7F0F1718-CE59-4F4E-8929-8C5CC87F0903}" presName="connectorText" presStyleLbl="sibTrans1D1" presStyleIdx="18" presStyleCnt="24"/>
      <dgm:spPr/>
    </dgm:pt>
    <dgm:pt modelId="{65EBA16D-00DE-4C4C-8606-322E792122BA}" type="pres">
      <dgm:prSet presAssocID="{CCEC046B-A3B3-4A62-AA2B-520C8D5C9C12}" presName="node" presStyleLbl="node1" presStyleIdx="19" presStyleCnt="25">
        <dgm:presLayoutVars>
          <dgm:bulletEnabled val="1"/>
        </dgm:presLayoutVars>
      </dgm:prSet>
      <dgm:spPr/>
    </dgm:pt>
    <dgm:pt modelId="{AAC8886D-488D-430E-B90E-08102598F9E1}" type="pres">
      <dgm:prSet presAssocID="{014F97A4-5E5C-4C2D-A84C-DCCDC7847A8F}" presName="sibTrans" presStyleLbl="sibTrans1D1" presStyleIdx="19" presStyleCnt="24"/>
      <dgm:spPr/>
    </dgm:pt>
    <dgm:pt modelId="{E24852A0-D133-4F73-AC0E-5CCCF78ADCC6}" type="pres">
      <dgm:prSet presAssocID="{014F97A4-5E5C-4C2D-A84C-DCCDC7847A8F}" presName="connectorText" presStyleLbl="sibTrans1D1" presStyleIdx="19" presStyleCnt="24"/>
      <dgm:spPr/>
    </dgm:pt>
    <dgm:pt modelId="{C6F39ADA-2C98-4128-AEB8-DE42EA6F5CC5}" type="pres">
      <dgm:prSet presAssocID="{1EA214D3-3005-4692-B9D5-82ACC3482093}" presName="node" presStyleLbl="node1" presStyleIdx="20" presStyleCnt="25">
        <dgm:presLayoutVars>
          <dgm:bulletEnabled val="1"/>
        </dgm:presLayoutVars>
      </dgm:prSet>
      <dgm:spPr/>
    </dgm:pt>
    <dgm:pt modelId="{E03E0A4D-1FD4-42C9-8F26-977F4FA98BE0}" type="pres">
      <dgm:prSet presAssocID="{21297ACA-36CF-411E-87A5-F8CE4E921568}" presName="sibTrans" presStyleLbl="sibTrans1D1" presStyleIdx="20" presStyleCnt="24"/>
      <dgm:spPr/>
    </dgm:pt>
    <dgm:pt modelId="{CE75C234-2202-4361-8040-3A882E95473D}" type="pres">
      <dgm:prSet presAssocID="{21297ACA-36CF-411E-87A5-F8CE4E921568}" presName="connectorText" presStyleLbl="sibTrans1D1" presStyleIdx="20" presStyleCnt="24"/>
      <dgm:spPr/>
    </dgm:pt>
    <dgm:pt modelId="{EBACB791-A783-4999-8D7D-4F4706165D3B}" type="pres">
      <dgm:prSet presAssocID="{A035921D-7E3A-42E6-BB3B-B65E15283C54}" presName="node" presStyleLbl="node1" presStyleIdx="21" presStyleCnt="25">
        <dgm:presLayoutVars>
          <dgm:bulletEnabled val="1"/>
        </dgm:presLayoutVars>
      </dgm:prSet>
      <dgm:spPr/>
    </dgm:pt>
    <dgm:pt modelId="{FED8C055-2806-439D-9E2F-0602AE530879}" type="pres">
      <dgm:prSet presAssocID="{6C385104-C341-469D-8B70-8BB9111AF2F3}" presName="sibTrans" presStyleLbl="sibTrans1D1" presStyleIdx="21" presStyleCnt="24"/>
      <dgm:spPr/>
    </dgm:pt>
    <dgm:pt modelId="{4D22B028-072A-4DEE-9500-A09DD8165A3D}" type="pres">
      <dgm:prSet presAssocID="{6C385104-C341-469D-8B70-8BB9111AF2F3}" presName="connectorText" presStyleLbl="sibTrans1D1" presStyleIdx="21" presStyleCnt="24"/>
      <dgm:spPr/>
    </dgm:pt>
    <dgm:pt modelId="{C919A70A-7582-49A6-ADDC-B9D5D05D1A5C}" type="pres">
      <dgm:prSet presAssocID="{5A21AFA1-3909-4D1B-9C72-E75D35295021}" presName="node" presStyleLbl="node1" presStyleIdx="22" presStyleCnt="25">
        <dgm:presLayoutVars>
          <dgm:bulletEnabled val="1"/>
        </dgm:presLayoutVars>
      </dgm:prSet>
      <dgm:spPr/>
    </dgm:pt>
    <dgm:pt modelId="{5EB29CAE-2467-47E7-987D-1B57240866FC}" type="pres">
      <dgm:prSet presAssocID="{32EFF483-B406-4558-9A0F-43DA119A620A}" presName="sibTrans" presStyleLbl="sibTrans1D1" presStyleIdx="22" presStyleCnt="24"/>
      <dgm:spPr/>
    </dgm:pt>
    <dgm:pt modelId="{0B8552AC-6B0F-4DBE-9ABD-BDF71B4617D3}" type="pres">
      <dgm:prSet presAssocID="{32EFF483-B406-4558-9A0F-43DA119A620A}" presName="connectorText" presStyleLbl="sibTrans1D1" presStyleIdx="22" presStyleCnt="24"/>
      <dgm:spPr/>
    </dgm:pt>
    <dgm:pt modelId="{7443809F-8475-4CEC-B68F-2D2F0DA02A4F}" type="pres">
      <dgm:prSet presAssocID="{8AE7985E-7A88-4D2F-B77B-91657675FFD5}" presName="node" presStyleLbl="node1" presStyleIdx="23" presStyleCnt="25">
        <dgm:presLayoutVars>
          <dgm:bulletEnabled val="1"/>
        </dgm:presLayoutVars>
      </dgm:prSet>
      <dgm:spPr/>
    </dgm:pt>
    <dgm:pt modelId="{B861236A-02B2-4D74-8745-7E5C6BBFB93A}" type="pres">
      <dgm:prSet presAssocID="{91A04A93-5BA5-4B16-BBE0-8CADC127709F}" presName="sibTrans" presStyleLbl="sibTrans1D1" presStyleIdx="23" presStyleCnt="24"/>
      <dgm:spPr/>
    </dgm:pt>
    <dgm:pt modelId="{B6A98AF9-F1EB-4598-8488-1E796F8DDCD3}" type="pres">
      <dgm:prSet presAssocID="{91A04A93-5BA5-4B16-BBE0-8CADC127709F}" presName="connectorText" presStyleLbl="sibTrans1D1" presStyleIdx="23" presStyleCnt="24"/>
      <dgm:spPr/>
    </dgm:pt>
    <dgm:pt modelId="{DE4A4DC4-8E6F-4005-9BD1-BFCF3E710BA9}" type="pres">
      <dgm:prSet presAssocID="{EE027559-CA2E-41D2-A24F-2750AC40A9A8}" presName="node" presStyleLbl="node1" presStyleIdx="24" presStyleCnt="25">
        <dgm:presLayoutVars>
          <dgm:bulletEnabled val="1"/>
        </dgm:presLayoutVars>
      </dgm:prSet>
      <dgm:spPr/>
    </dgm:pt>
  </dgm:ptLst>
  <dgm:cxnLst>
    <dgm:cxn modelId="{447A5E08-98BE-4012-A3EF-5FA6446CE451}" type="presOf" srcId="{2F948023-29B7-413F-A348-36D1D6A9BD94}" destId="{772273E6-32C0-46F5-B9D4-FA30BC0F575D}" srcOrd="0" destOrd="0" presId="urn:microsoft.com/office/officeart/2016/7/layout/RepeatingBendingProcessNew"/>
    <dgm:cxn modelId="{C1C94808-D3E0-4457-A5B2-2AAF538CBE03}" type="presOf" srcId="{6F040CE3-1CCB-44CA-BC26-8B45BCC9B206}" destId="{3AFA2331-9CF6-4A75-A6D1-9890243EA34A}" srcOrd="1" destOrd="0" presId="urn:microsoft.com/office/officeart/2016/7/layout/RepeatingBendingProcessNew"/>
    <dgm:cxn modelId="{3AE3DF08-82A5-4F8E-ADFE-B92109D97D36}" type="presOf" srcId="{91A04A93-5BA5-4B16-BBE0-8CADC127709F}" destId="{B6A98AF9-F1EB-4598-8488-1E796F8DDCD3}" srcOrd="1" destOrd="0" presId="urn:microsoft.com/office/officeart/2016/7/layout/RepeatingBendingProcessNew"/>
    <dgm:cxn modelId="{F575050A-C2D1-45F3-A52D-AAC087A43244}" srcId="{331AAE40-551D-4F8D-B098-BE7147A874A0}" destId="{DDC81752-0C70-48A3-895C-3A8E1112341A}" srcOrd="12" destOrd="0" parTransId="{41EED021-D763-4A93-8399-B5AA525278A0}" sibTransId="{B4CABA47-3E92-4E8E-BC8E-0137A18CFB9C}"/>
    <dgm:cxn modelId="{71D1040C-48AE-44C5-9AC7-6125FD111E0F}" type="presOf" srcId="{E8BC01B7-9C0A-40CE-9286-FA7518DC5BF2}" destId="{F53B8F0F-78FB-4217-9B3F-1F7700A212E7}" srcOrd="0" destOrd="0" presId="urn:microsoft.com/office/officeart/2016/7/layout/RepeatingBendingProcessNew"/>
    <dgm:cxn modelId="{83EC790C-B9B5-4DB9-B8D2-0214FD1A9BC2}" type="presOf" srcId="{B4CABA47-3E92-4E8E-BC8E-0137A18CFB9C}" destId="{142F68B0-2241-4710-B6EF-167E085C2B1E}" srcOrd="0" destOrd="0" presId="urn:microsoft.com/office/officeart/2016/7/layout/RepeatingBendingProcessNew"/>
    <dgm:cxn modelId="{DDF24F10-2FDF-46FB-A487-93AC6D838200}" type="presOf" srcId="{E75A1DD3-8EEE-444F-9208-8CE2BE106064}" destId="{8FD924E0-C0CF-4121-B524-40597F647C4A}" srcOrd="0" destOrd="0" presId="urn:microsoft.com/office/officeart/2016/7/layout/RepeatingBendingProcessNew"/>
    <dgm:cxn modelId="{7FD51F12-8851-4A22-934A-6C683734C599}" type="presOf" srcId="{1E47CCB9-D9B2-4398-97B1-734770ACB60D}" destId="{D1FCFC5C-A9BA-469D-9FD1-89BA73F5F35C}" srcOrd="1" destOrd="0" presId="urn:microsoft.com/office/officeart/2016/7/layout/RepeatingBendingProcessNew"/>
    <dgm:cxn modelId="{EFB3BD12-1554-442F-9DF6-7DE5EF296322}" type="presOf" srcId="{CCEC046B-A3B3-4A62-AA2B-520C8D5C9C12}" destId="{65EBA16D-00DE-4C4C-8606-322E792122BA}" srcOrd="0" destOrd="0" presId="urn:microsoft.com/office/officeart/2016/7/layout/RepeatingBendingProcessNew"/>
    <dgm:cxn modelId="{78A92314-625C-48D0-8705-335D7BF9361E}" type="presOf" srcId="{C3D0D847-D915-4A96-A6BE-69F71D162557}" destId="{62612CD5-4713-4C90-A1AC-272A9440CAB8}" srcOrd="0" destOrd="0" presId="urn:microsoft.com/office/officeart/2016/7/layout/RepeatingBendingProcessNew"/>
    <dgm:cxn modelId="{EE062617-C979-4838-BCED-563E39C13B1A}" type="presOf" srcId="{ED7FB4F9-800C-4874-83D7-C52DF249D6F2}" destId="{373FCF9B-1A76-4BD0-A24F-D6E6E793A33B}" srcOrd="1" destOrd="0" presId="urn:microsoft.com/office/officeart/2016/7/layout/RepeatingBendingProcessNew"/>
    <dgm:cxn modelId="{4B01D017-C15C-4D09-A32D-C8EC0A1B0E89}" type="presOf" srcId="{A14AAD8A-A6DE-4128-B52C-3594D5357F3E}" destId="{9DD973CD-F7D2-4B76-B9E0-44CA459D31F7}" srcOrd="0" destOrd="0" presId="urn:microsoft.com/office/officeart/2016/7/layout/RepeatingBendingProcessNew"/>
    <dgm:cxn modelId="{065CD81A-41AB-4818-B9FF-8178A40E7302}" srcId="{331AAE40-551D-4F8D-B098-BE7147A874A0}" destId="{2ED2996B-D6C9-40BC-A54A-99667B1FF01D}" srcOrd="14" destOrd="0" parTransId="{0722E903-D390-4E81-B9F6-2847E20C4E52}" sibTransId="{FEBFE018-A5B9-4D52-8BC1-1221C9BE42A3}"/>
    <dgm:cxn modelId="{E062571C-455E-4DA3-B107-2AE8CD8FF706}" type="presOf" srcId="{6C385104-C341-469D-8B70-8BB9111AF2F3}" destId="{FED8C055-2806-439D-9E2F-0602AE530879}" srcOrd="0" destOrd="0" presId="urn:microsoft.com/office/officeart/2016/7/layout/RepeatingBendingProcessNew"/>
    <dgm:cxn modelId="{DAC52E1F-5508-4685-BD34-ECD784BD635B}" type="presOf" srcId="{21297ACA-36CF-411E-87A5-F8CE4E921568}" destId="{CE75C234-2202-4361-8040-3A882E95473D}" srcOrd="1" destOrd="0" presId="urn:microsoft.com/office/officeart/2016/7/layout/RepeatingBendingProcessNew"/>
    <dgm:cxn modelId="{67849921-D415-4131-A8B1-8461A68804F0}" type="presOf" srcId="{EE027559-CA2E-41D2-A24F-2750AC40A9A8}" destId="{DE4A4DC4-8E6F-4005-9BD1-BFCF3E710BA9}" srcOrd="0" destOrd="0" presId="urn:microsoft.com/office/officeart/2016/7/layout/RepeatingBendingProcessNew"/>
    <dgm:cxn modelId="{AFAA7323-4EF4-4F73-90ED-9372E4035AC0}" srcId="{331AAE40-551D-4F8D-B098-BE7147A874A0}" destId="{EE027559-CA2E-41D2-A24F-2750AC40A9A8}" srcOrd="24" destOrd="0" parTransId="{1DF564FC-80AF-4B47-BB04-84A42C10C0BE}" sibTransId="{FEE0718F-36DA-4EBD-A29F-AC213088B23F}"/>
    <dgm:cxn modelId="{24818826-11E7-4C33-AE2D-7AC4A533E1D6}" type="presOf" srcId="{96BFD0B8-354F-457A-A311-54827B43456A}" destId="{D2FFDD96-D86A-4433-AC19-314608307F48}" srcOrd="1" destOrd="0" presId="urn:microsoft.com/office/officeart/2016/7/layout/RepeatingBendingProcessNew"/>
    <dgm:cxn modelId="{CF48C42A-8D60-49F9-95D4-93CCF41704C2}" type="presOf" srcId="{9885B7DE-A8E7-490B-8C44-68096DEE7A5E}" destId="{7F3CADFA-08A6-4DE4-94A5-47475C8FCB37}" srcOrd="0" destOrd="0" presId="urn:microsoft.com/office/officeart/2016/7/layout/RepeatingBendingProcessNew"/>
    <dgm:cxn modelId="{0610342B-A541-47F5-8DC1-72963E6C6282}" type="presOf" srcId="{8B8CA684-618A-419A-9271-2842D13A6933}" destId="{7EBF0BE4-09BF-477E-83CE-B766A736CDD6}" srcOrd="0" destOrd="0" presId="urn:microsoft.com/office/officeart/2016/7/layout/RepeatingBendingProcessNew"/>
    <dgm:cxn modelId="{05FA712C-784C-45E6-A3BE-9B2B68BFD709}" type="presOf" srcId="{ED7FB4F9-800C-4874-83D7-C52DF249D6F2}" destId="{0B097742-681D-4E95-890F-6C14E309D7A4}" srcOrd="0" destOrd="0" presId="urn:microsoft.com/office/officeart/2016/7/layout/RepeatingBendingProcessNew"/>
    <dgm:cxn modelId="{0579EC2C-0654-449C-9B4B-150841D657E4}" srcId="{331AAE40-551D-4F8D-B098-BE7147A874A0}" destId="{4DF8D02F-8BCF-453F-B523-C3B9FBB5C156}" srcOrd="0" destOrd="0" parTransId="{687204E7-B060-41C1-A0CC-5C0734C7CD72}" sibTransId="{B7D4933F-DA46-430E-9838-A2178E6AFF66}"/>
    <dgm:cxn modelId="{FA05762E-CC60-4B01-A46C-F11619E106C0}" srcId="{331AAE40-551D-4F8D-B098-BE7147A874A0}" destId="{0025C0B5-5617-4AED-A862-5158F3120E0F}" srcOrd="8" destOrd="0" parTransId="{6A0F0AA9-9F07-48D7-8D1B-240AEFBF99C6}" sibTransId="{323642FB-A4AA-4CF8-BB46-01FCC3FAE4AC}"/>
    <dgm:cxn modelId="{0F130B2F-9A69-4E24-92F8-C1F534B907BA}" type="presOf" srcId="{608FDD38-9825-4DE5-98CF-E40EB18B5CDB}" destId="{B1B50EDF-4E7E-419D-96CD-E37D22DABD6F}" srcOrd="0" destOrd="0" presId="urn:microsoft.com/office/officeart/2016/7/layout/RepeatingBendingProcessNew"/>
    <dgm:cxn modelId="{9F5C0631-72AF-49B1-B049-DE3164AA7E4A}" type="presOf" srcId="{448CE8A0-4974-40B8-9918-221C88654618}" destId="{5F37AC04-8F5C-45C4-A2C5-EA7C4D570201}" srcOrd="1" destOrd="0" presId="urn:microsoft.com/office/officeart/2016/7/layout/RepeatingBendingProcessNew"/>
    <dgm:cxn modelId="{2F664831-C079-4871-B3BF-908240F0F980}" type="presOf" srcId="{21297ACA-36CF-411E-87A5-F8CE4E921568}" destId="{E03E0A4D-1FD4-42C9-8F26-977F4FA98BE0}" srcOrd="0" destOrd="0" presId="urn:microsoft.com/office/officeart/2016/7/layout/RepeatingBendingProcessNew"/>
    <dgm:cxn modelId="{C4CF7831-AC2D-4FA8-A73F-4D558177CDCF}" type="presOf" srcId="{6C385104-C341-469D-8B70-8BB9111AF2F3}" destId="{4D22B028-072A-4DEE-9500-A09DD8165A3D}" srcOrd="1" destOrd="0" presId="urn:microsoft.com/office/officeart/2016/7/layout/RepeatingBendingProcessNew"/>
    <dgm:cxn modelId="{9E1EA733-DC16-4A2F-80B7-43FA06E289D9}" type="presOf" srcId="{323642FB-A4AA-4CF8-BB46-01FCC3FAE4AC}" destId="{5E56BFE1-63AF-4DB6-B72D-2A337C643830}" srcOrd="1" destOrd="0" presId="urn:microsoft.com/office/officeart/2016/7/layout/RepeatingBendingProcessNew"/>
    <dgm:cxn modelId="{2AF3BC35-9A91-413A-A4E4-D6C215BD14DC}" srcId="{331AAE40-551D-4F8D-B098-BE7147A874A0}" destId="{BCC6F5C7-0CFC-4BC7-9432-A1073B991F84}" srcOrd="18" destOrd="0" parTransId="{1387D09E-A5BA-44DC-B741-F3BE865DCF95}" sibTransId="{7F0F1718-CE59-4F4E-8929-8C5CC87F0903}"/>
    <dgm:cxn modelId="{A0B53A37-F0AC-4180-939B-84702C673687}" type="presOf" srcId="{E7FB4618-4655-467D-ADEF-7E55781A0AED}" destId="{EBDC08C9-6AC6-4990-A08D-2D6D815BD130}" srcOrd="1" destOrd="0" presId="urn:microsoft.com/office/officeart/2016/7/layout/RepeatingBendingProcessNew"/>
    <dgm:cxn modelId="{E6E29538-2F9D-44FF-88DE-6696F0CD7116}" type="presOf" srcId="{9CDDDAE2-4513-4149-91BC-79CB269C240E}" destId="{71118C72-142F-4D8A-8209-F6F0C5C2D330}" srcOrd="0" destOrd="0" presId="urn:microsoft.com/office/officeart/2016/7/layout/RepeatingBendingProcessNew"/>
    <dgm:cxn modelId="{8356A63A-D176-4C39-A06F-11D8406B52F1}" srcId="{331AAE40-551D-4F8D-B098-BE7147A874A0}" destId="{8B8CA684-618A-419A-9271-2842D13A6933}" srcOrd="11" destOrd="0" parTransId="{26DA83EA-8A71-46AC-9F95-BB0D67CED780}" sibTransId="{7C9DB7E2-6A2F-42A7-A619-2904FAA5F77C}"/>
    <dgm:cxn modelId="{61F7753C-D067-4737-8125-B24AAA5763DB}" type="presOf" srcId="{9CDDDAE2-4513-4149-91BC-79CB269C240E}" destId="{A6F62AB1-498A-4559-AEE1-4BF4516AFAA0}" srcOrd="1" destOrd="0" presId="urn:microsoft.com/office/officeart/2016/7/layout/RepeatingBendingProcessNew"/>
    <dgm:cxn modelId="{3C1EA63C-70F6-4D58-89DD-EF2E74D20881}" type="presOf" srcId="{E1AF60A4-EB82-46EF-9E41-C840D20DB05E}" destId="{7B183A7B-B81B-4C16-8654-A58B633805F8}" srcOrd="0" destOrd="0" presId="urn:microsoft.com/office/officeart/2016/7/layout/RepeatingBendingProcessNew"/>
    <dgm:cxn modelId="{51CD323D-8B42-4895-9A18-3827B6412228}" type="presOf" srcId="{5A21AFA1-3909-4D1B-9C72-E75D35295021}" destId="{C919A70A-7582-49A6-ADDC-B9D5D05D1A5C}" srcOrd="0" destOrd="0" presId="urn:microsoft.com/office/officeart/2016/7/layout/RepeatingBendingProcessNew"/>
    <dgm:cxn modelId="{DFF0893E-BA56-45D9-A16E-E426598AD8B0}" type="presOf" srcId="{A8FD6BBD-C0FE-4CB7-AF36-361F4AE7AC6B}" destId="{3E782AAD-EC5C-47AB-BB2C-4D01454E7AE7}" srcOrd="0" destOrd="0" presId="urn:microsoft.com/office/officeart/2016/7/layout/RepeatingBendingProcessNew"/>
    <dgm:cxn modelId="{207DD33F-C7F6-45BA-A601-93216C94C00E}" type="presOf" srcId="{DDC81752-0C70-48A3-895C-3A8E1112341A}" destId="{94BFAB57-48C2-485F-8ECA-0D4A8ADAF283}" srcOrd="0" destOrd="0" presId="urn:microsoft.com/office/officeart/2016/7/layout/RepeatingBendingProcessNew"/>
    <dgm:cxn modelId="{79B59440-A7C3-443B-9A23-851D26370315}" srcId="{331AAE40-551D-4F8D-B098-BE7147A874A0}" destId="{CCEC046B-A3B3-4A62-AA2B-520C8D5C9C12}" srcOrd="19" destOrd="0" parTransId="{38461416-8460-4380-A73D-DF251818E587}" sibTransId="{014F97A4-5E5C-4C2D-A84C-DCCDC7847A8F}"/>
    <dgm:cxn modelId="{596EF25D-2DAE-469F-B165-8B26B62B05DF}" srcId="{331AAE40-551D-4F8D-B098-BE7147A874A0}" destId="{A14AAD8A-A6DE-4128-B52C-3594D5357F3E}" srcOrd="9" destOrd="0" parTransId="{3E96D811-8FFF-49B7-B49A-3AEF2B642832}" sibTransId="{E7FB4618-4655-467D-ADEF-7E55781A0AED}"/>
    <dgm:cxn modelId="{1325405F-A849-41A2-B2FF-B418D7D5BA17}" type="presOf" srcId="{B0DE44CB-974D-4B8E-81E5-0652821BD132}" destId="{C0BF839D-A56D-44A8-964F-C0EC77CAD4A9}" srcOrd="1" destOrd="0" presId="urn:microsoft.com/office/officeart/2016/7/layout/RepeatingBendingProcessNew"/>
    <dgm:cxn modelId="{46824E60-7B07-41E0-983F-06D093CE1105}" type="presOf" srcId="{A035921D-7E3A-42E6-BB3B-B65E15283C54}" destId="{EBACB791-A783-4999-8D7D-4F4706165D3B}" srcOrd="0" destOrd="0" presId="urn:microsoft.com/office/officeart/2016/7/layout/RepeatingBendingProcessNew"/>
    <dgm:cxn modelId="{BCE9AE60-F2A2-4CE9-921F-153E06F96055}" srcId="{331AAE40-551D-4F8D-B098-BE7147A874A0}" destId="{69AE97A9-89AD-467F-8A4B-F0EA1379BC53}" srcOrd="16" destOrd="0" parTransId="{FD9C6A88-F961-4370-8BAB-A0B9C645BA3A}" sibTransId="{E1AF60A4-EB82-46EF-9E41-C840D20DB05E}"/>
    <dgm:cxn modelId="{1BE1C464-A6B4-4CC3-9669-201DF3F04F27}" type="presOf" srcId="{448CE8A0-4974-40B8-9918-221C88654618}" destId="{B73EBCE0-B97D-4411-B480-5B95FFF78819}" srcOrd="0" destOrd="0" presId="urn:microsoft.com/office/officeart/2016/7/layout/RepeatingBendingProcessNew"/>
    <dgm:cxn modelId="{C3E84C66-7A3B-46C3-BC6A-1ACBE738AA27}" type="presOf" srcId="{91A04A93-5BA5-4B16-BBE0-8CADC127709F}" destId="{B861236A-02B2-4D74-8745-7E5C6BBFB93A}" srcOrd="0" destOrd="0" presId="urn:microsoft.com/office/officeart/2016/7/layout/RepeatingBendingProcessNew"/>
    <dgm:cxn modelId="{81E47F46-870C-4C9C-9643-B7BA5A6AA5ED}" srcId="{331AAE40-551D-4F8D-B098-BE7147A874A0}" destId="{5A21AFA1-3909-4D1B-9C72-E75D35295021}" srcOrd="22" destOrd="0" parTransId="{F510A8DC-B2C4-4E10-B97C-6F6049BFC36A}" sibTransId="{32EFF483-B406-4558-9A0F-43DA119A620A}"/>
    <dgm:cxn modelId="{8642EF46-FFB2-4836-AA93-0C3EE4BBCC5E}" srcId="{331AAE40-551D-4F8D-B098-BE7147A874A0}" destId="{E75A1DD3-8EEE-444F-9208-8CE2BE106064}" srcOrd="7" destOrd="0" parTransId="{D48C6E7B-D5A4-466B-9D30-128F0C1FDD5C}" sibTransId="{1E47CCB9-D9B2-4398-97B1-734770ACB60D}"/>
    <dgm:cxn modelId="{0159D267-E8C8-4D36-9BAB-404055C07012}" type="presOf" srcId="{FEBFE018-A5B9-4D52-8BC1-1221C9BE42A3}" destId="{CBDECFCF-747D-440F-B12E-A4E3A1B2B4D1}" srcOrd="1" destOrd="0" presId="urn:microsoft.com/office/officeart/2016/7/layout/RepeatingBendingProcessNew"/>
    <dgm:cxn modelId="{FB14E86A-B5A1-481A-BFB6-EDCAE08D0CF9}" srcId="{331AAE40-551D-4F8D-B098-BE7147A874A0}" destId="{A035921D-7E3A-42E6-BB3B-B65E15283C54}" srcOrd="21" destOrd="0" parTransId="{E1163B5A-B2D1-4930-9A23-E5C2C2911648}" sibTransId="{6C385104-C341-469D-8B70-8BB9111AF2F3}"/>
    <dgm:cxn modelId="{FE02EC50-3CA2-4B7C-8EC4-87107C96E06E}" type="presOf" srcId="{E7FB4618-4655-467D-ADEF-7E55781A0AED}" destId="{4FF4C1BF-8B60-4B53-A83A-B94C4C5E8E88}" srcOrd="0" destOrd="0" presId="urn:microsoft.com/office/officeart/2016/7/layout/RepeatingBendingProcessNew"/>
    <dgm:cxn modelId="{872BAF74-B6F1-47A1-A1C1-8B11CD1E37DE}" type="presOf" srcId="{7C9DB7E2-6A2F-42A7-A619-2904FAA5F77C}" destId="{7C49E193-2A5A-4CA6-8388-239CF88189CF}" srcOrd="0" destOrd="0" presId="urn:microsoft.com/office/officeart/2016/7/layout/RepeatingBendingProcessNew"/>
    <dgm:cxn modelId="{18273275-7F17-4FB0-ABCA-95AAA960E0AA}" type="presOf" srcId="{7F0F1718-CE59-4F4E-8929-8C5CC87F0903}" destId="{CF350667-DA32-41BD-922F-04019A1D9925}" srcOrd="0" destOrd="0" presId="urn:microsoft.com/office/officeart/2016/7/layout/RepeatingBendingProcessNew"/>
    <dgm:cxn modelId="{AA357155-A3EE-4EC6-A463-EDD8146E83FA}" type="presOf" srcId="{32EFF483-B406-4558-9A0F-43DA119A620A}" destId="{5EB29CAE-2467-47E7-987D-1B57240866FC}" srcOrd="0" destOrd="0" presId="urn:microsoft.com/office/officeart/2016/7/layout/RepeatingBendingProcessNew"/>
    <dgm:cxn modelId="{332CFC78-D699-4EA4-A97A-1874751FC6E7}" type="presOf" srcId="{11449D32-FE64-45F8-A852-C53942E0DADC}" destId="{AE2CD3E3-F9FD-4984-B734-FB61770F5625}" srcOrd="0" destOrd="0" presId="urn:microsoft.com/office/officeart/2016/7/layout/RepeatingBendingProcessNew"/>
    <dgm:cxn modelId="{3E2B2B59-97B6-456D-BC48-6BE4066FE4CB}" type="presOf" srcId="{BCC6F5C7-0CFC-4BC7-9432-A1073B991F84}" destId="{C7BDE2C7-D499-4ED5-9332-BAB6B563FC4B}" srcOrd="0" destOrd="0" presId="urn:microsoft.com/office/officeart/2016/7/layout/RepeatingBendingProcessNew"/>
    <dgm:cxn modelId="{14C14B59-ED53-413E-8734-98880FB42E9F}" type="presOf" srcId="{8AE7985E-7A88-4D2F-B77B-91657675FFD5}" destId="{7443809F-8475-4CEC-B68F-2D2F0DA02A4F}" srcOrd="0" destOrd="0" presId="urn:microsoft.com/office/officeart/2016/7/layout/RepeatingBendingProcessNew"/>
    <dgm:cxn modelId="{8374FF5A-E488-492D-B00E-2967708A221F}" type="presOf" srcId="{0025C0B5-5617-4AED-A862-5158F3120E0F}" destId="{215FABD6-5107-4B1B-83D4-1436CD5CC141}" srcOrd="0" destOrd="0" presId="urn:microsoft.com/office/officeart/2016/7/layout/RepeatingBendingProcessNew"/>
    <dgm:cxn modelId="{554D137B-5594-46FF-8487-034D464519CD}" type="presOf" srcId="{E1AF60A4-EB82-46EF-9E41-C840D20DB05E}" destId="{3DD9F841-BFDD-405A-B56C-643DE159FAC8}" srcOrd="1" destOrd="0" presId="urn:microsoft.com/office/officeart/2016/7/layout/RepeatingBendingProcessNew"/>
    <dgm:cxn modelId="{B9369A7B-27C1-4408-B521-478D2097CADA}" type="presOf" srcId="{6F040CE3-1CCB-44CA-BC26-8B45BCC9B206}" destId="{2485EF8C-E977-4E05-BBAF-81AA79673D88}" srcOrd="0" destOrd="0" presId="urn:microsoft.com/office/officeart/2016/7/layout/RepeatingBendingProcessNew"/>
    <dgm:cxn modelId="{9ED7867C-88A5-4B7E-ABCB-1A2365C95399}" srcId="{331AAE40-551D-4F8D-B098-BE7147A874A0}" destId="{F964BC76-2FE6-4870-B6A4-D4E1B2C39877}" srcOrd="2" destOrd="0" parTransId="{526FEA62-CD31-48E1-8D41-55F7FBA57F7D}" sibTransId="{96BFD0B8-354F-457A-A311-54827B43456A}"/>
    <dgm:cxn modelId="{10526088-22CB-4BF0-B033-62C70251416C}" srcId="{331AAE40-551D-4F8D-B098-BE7147A874A0}" destId="{C3D0D847-D915-4A96-A6BE-69F71D162557}" srcOrd="3" destOrd="0" parTransId="{8A8A253D-5921-47B1-A3DC-E14776B9CA08}" sibTransId="{9CDDDAE2-4513-4149-91BC-79CB269C240E}"/>
    <dgm:cxn modelId="{695A1D8D-7CFE-4263-BD8C-51F6BDB9259F}" type="presOf" srcId="{014F97A4-5E5C-4C2D-A84C-DCCDC7847A8F}" destId="{E24852A0-D133-4F73-AC0E-5CCCF78ADCC6}" srcOrd="1" destOrd="0" presId="urn:microsoft.com/office/officeart/2016/7/layout/RepeatingBendingProcessNew"/>
    <dgm:cxn modelId="{A820F690-AD0B-4A46-BFD7-EA5719A12A50}" type="presOf" srcId="{B4CABA47-3E92-4E8E-BC8E-0137A18CFB9C}" destId="{D4F7E28E-BCC8-4A6D-9333-427C300B1AD5}" srcOrd="1" destOrd="0" presId="urn:microsoft.com/office/officeart/2016/7/layout/RepeatingBendingProcessNew"/>
    <dgm:cxn modelId="{CC107591-B6E5-4B9E-9100-7EDB81D0424E}" type="presOf" srcId="{7F0F1718-CE59-4F4E-8929-8C5CC87F0903}" destId="{3263357F-AA5E-4FF3-85B6-B399F5E03387}" srcOrd="1" destOrd="0" presId="urn:microsoft.com/office/officeart/2016/7/layout/RepeatingBendingProcessNew"/>
    <dgm:cxn modelId="{676F4092-EE5A-4ABB-88CE-234B49194EEA}" srcId="{331AAE40-551D-4F8D-B098-BE7147A874A0}" destId="{591FDE9E-6CC9-4E72-8335-7AEF043FED38}" srcOrd="5" destOrd="0" parTransId="{56B989E2-D98F-4966-9051-96A6D61E185C}" sibTransId="{448CE8A0-4974-40B8-9918-221C88654618}"/>
    <dgm:cxn modelId="{BF376196-B829-44A5-97C4-CDE5A40E044A}" type="presOf" srcId="{B0DE44CB-974D-4B8E-81E5-0652821BD132}" destId="{228E4B2B-C82B-4CAB-B554-0AD2EECC39F8}" srcOrd="0" destOrd="0" presId="urn:microsoft.com/office/officeart/2016/7/layout/RepeatingBendingProcessNew"/>
    <dgm:cxn modelId="{1D2F3F9B-11B6-472F-BB33-A5367F04E524}" type="presOf" srcId="{1EA214D3-3005-4692-B9D5-82ACC3482093}" destId="{C6F39ADA-2C98-4128-AEB8-DE42EA6F5CC5}" srcOrd="0" destOrd="0" presId="urn:microsoft.com/office/officeart/2016/7/layout/RepeatingBendingProcessNew"/>
    <dgm:cxn modelId="{7A808D9B-6E66-411A-977C-AA1A1E04DE3A}" type="presOf" srcId="{6C1E68BD-A5FC-4244-A526-D3A498B333DD}" destId="{67F9BFBF-89FF-4BDF-BAD1-8349D854207E}" srcOrd="0" destOrd="0" presId="urn:microsoft.com/office/officeart/2016/7/layout/RepeatingBendingProcessNew"/>
    <dgm:cxn modelId="{2265F39C-45B9-492E-AEA8-923680ADC772}" type="presOf" srcId="{1E47CCB9-D9B2-4398-97B1-734770ACB60D}" destId="{03E28D09-7F10-4397-9EF2-341FE520255F}" srcOrd="0" destOrd="0" presId="urn:microsoft.com/office/officeart/2016/7/layout/RepeatingBendingProcessNew"/>
    <dgm:cxn modelId="{AE061A9E-FCD2-4911-A1C6-21A57B316AED}" type="presOf" srcId="{4DF8D02F-8BCF-453F-B523-C3B9FBB5C156}" destId="{CCE262C4-DF83-489C-B7DE-F1C288762D85}" srcOrd="0" destOrd="0" presId="urn:microsoft.com/office/officeart/2016/7/layout/RepeatingBendingProcessNew"/>
    <dgm:cxn modelId="{635ADA9F-177D-4D89-A188-020E796B00C0}" srcId="{331AAE40-551D-4F8D-B098-BE7147A874A0}" destId="{E8BC01B7-9C0A-40CE-9286-FA7518DC5BF2}" srcOrd="10" destOrd="0" parTransId="{D798EBF9-65E3-4690-AD86-A61D582C0B37}" sibTransId="{D648AF66-54BB-4F27-84A3-D3550B3DE0D8}"/>
    <dgm:cxn modelId="{D92F65A3-98BF-4813-B64E-67F6BBC3EBAD}" type="presOf" srcId="{D648AF66-54BB-4F27-84A3-D3550B3DE0D8}" destId="{C4CAAA90-42FF-4B41-BE4B-E8ABBBDA6A61}" srcOrd="0" destOrd="0" presId="urn:microsoft.com/office/officeart/2016/7/layout/RepeatingBendingProcessNew"/>
    <dgm:cxn modelId="{6D42E5A9-467C-437A-A429-1222243660CB}" type="presOf" srcId="{331AAE40-551D-4F8D-B098-BE7147A874A0}" destId="{D4BD00B3-4F93-4829-8A6F-E0A05B28A0AD}" srcOrd="0" destOrd="0" presId="urn:microsoft.com/office/officeart/2016/7/layout/RepeatingBendingProcessNew"/>
    <dgm:cxn modelId="{654640AA-AB5C-485E-B314-EF3915F920AF}" type="presOf" srcId="{32EFF483-B406-4558-9A0F-43DA119A620A}" destId="{0B8552AC-6B0F-4DBE-9ABD-BDF71B4617D3}" srcOrd="1" destOrd="0" presId="urn:microsoft.com/office/officeart/2016/7/layout/RepeatingBendingProcessNew"/>
    <dgm:cxn modelId="{76DD7FAA-26D9-4E9C-9C86-2976C138AC3A}" type="presOf" srcId="{323642FB-A4AA-4CF8-BB46-01FCC3FAE4AC}" destId="{3E112D97-8829-4299-9E4A-2200AB309F52}" srcOrd="0" destOrd="0" presId="urn:microsoft.com/office/officeart/2016/7/layout/RepeatingBendingProcessNew"/>
    <dgm:cxn modelId="{EDEB0CB0-FDC0-4555-9514-12A850DB4431}" srcId="{331AAE40-551D-4F8D-B098-BE7147A874A0}" destId="{1EA214D3-3005-4692-B9D5-82ACC3482093}" srcOrd="20" destOrd="0" parTransId="{90D068DD-0503-4AF5-B359-1B1D8D8FF889}" sibTransId="{21297ACA-36CF-411E-87A5-F8CE4E921568}"/>
    <dgm:cxn modelId="{42E01AB3-370F-44E7-9DF0-44C3C5E23FB1}" srcId="{331AAE40-551D-4F8D-B098-BE7147A874A0}" destId="{8AE7985E-7A88-4D2F-B77B-91657675FFD5}" srcOrd="23" destOrd="0" parTransId="{8E611C8A-0CA3-4690-BE33-4D688D282764}" sibTransId="{91A04A93-5BA5-4B16-BBE0-8CADC127709F}"/>
    <dgm:cxn modelId="{01978DB4-6E52-4932-BF7A-307C7C8A88D4}" type="presOf" srcId="{B7D4933F-DA46-430E-9838-A2178E6AFF66}" destId="{5FD5218C-E425-48BF-9D1E-180306217595}" srcOrd="1" destOrd="0" presId="urn:microsoft.com/office/officeart/2016/7/layout/RepeatingBendingProcessNew"/>
    <dgm:cxn modelId="{A37A96B8-750D-483F-9265-DA0474EC09A2}" type="presOf" srcId="{014F97A4-5E5C-4C2D-A84C-DCCDC7847A8F}" destId="{AAC8886D-488D-430E-B90E-08102598F9E1}" srcOrd="0" destOrd="0" presId="urn:microsoft.com/office/officeart/2016/7/layout/RepeatingBendingProcessNew"/>
    <dgm:cxn modelId="{A84140B9-5117-4644-AE39-E2A1209A3BC5}" type="presOf" srcId="{9885B7DE-A8E7-490B-8C44-68096DEE7A5E}" destId="{DA269A26-10BE-464F-BCA3-BA9F468AA282}" srcOrd="1" destOrd="0" presId="urn:microsoft.com/office/officeart/2016/7/layout/RepeatingBendingProcessNew"/>
    <dgm:cxn modelId="{C13F23BB-7CE6-473C-9B72-BE4ED2D6A1D8}" type="presOf" srcId="{591FDE9E-6CC9-4E72-8335-7AEF043FED38}" destId="{DBBABDED-4F1A-47FA-A75E-43CEFDECA369}" srcOrd="0" destOrd="0" presId="urn:microsoft.com/office/officeart/2016/7/layout/RepeatingBendingProcessNew"/>
    <dgm:cxn modelId="{351EEABB-EAF0-4C1A-9DF2-11E3FD92BF23}" type="presOf" srcId="{F964BC76-2FE6-4870-B6A4-D4E1B2C39877}" destId="{D3414ACE-E485-4217-9967-DABB57C8B38A}" srcOrd="0" destOrd="0" presId="urn:microsoft.com/office/officeart/2016/7/layout/RepeatingBendingProcessNew"/>
    <dgm:cxn modelId="{11D2CEBD-97D9-444E-BBA6-C6B094D23AF2}" srcId="{331AAE40-551D-4F8D-B098-BE7147A874A0}" destId="{B10F6484-F605-481A-BBCD-813AF4437B81}" srcOrd="15" destOrd="0" parTransId="{79BACBBF-5F01-4117-9119-FEA63ED7D83D}" sibTransId="{2F948023-29B7-413F-A348-36D1D6A9BD94}"/>
    <dgm:cxn modelId="{A61257C0-2D33-4844-B0FD-8F6099D46260}" type="presOf" srcId="{69AE97A9-89AD-467F-8A4B-F0EA1379BC53}" destId="{DF2BE97A-515C-44F5-89BF-E7F7653CAE51}" srcOrd="0" destOrd="0" presId="urn:microsoft.com/office/officeart/2016/7/layout/RepeatingBendingProcessNew"/>
    <dgm:cxn modelId="{36843EC5-3C5A-4732-9156-8AD49208CE17}" srcId="{331AAE40-551D-4F8D-B098-BE7147A874A0}" destId="{7CCFA2AF-00EA-44D2-AFC2-4DD06814CAC1}" srcOrd="6" destOrd="0" parTransId="{82D5BAE5-1395-4433-8031-B86D76444F3E}" sibTransId="{B0DE44CB-974D-4B8E-81E5-0652821BD132}"/>
    <dgm:cxn modelId="{75D844CD-7430-4321-8EFB-15AFA87FF319}" type="presOf" srcId="{B10F6484-F605-481A-BBCD-813AF4437B81}" destId="{40D1929C-6A5F-481F-81BC-2166F4C9D2EA}" srcOrd="0" destOrd="0" presId="urn:microsoft.com/office/officeart/2016/7/layout/RepeatingBendingProcessNew"/>
    <dgm:cxn modelId="{7D28C3CD-82A2-4160-85A1-8B688CA541D5}" type="presOf" srcId="{96BFD0B8-354F-457A-A311-54827B43456A}" destId="{80BC7F36-AC8C-4E07-B9FF-D51213389D7D}" srcOrd="0" destOrd="0" presId="urn:microsoft.com/office/officeart/2016/7/layout/RepeatingBendingProcessNew"/>
    <dgm:cxn modelId="{38C23ACF-65A7-4A06-99F9-78B57BEE499F}" type="presOf" srcId="{A94BBD24-8138-4C21-A562-F5F7EB9CD739}" destId="{4BC89E45-D146-425D-A097-AD0405EAE8C4}" srcOrd="0" destOrd="0" presId="urn:microsoft.com/office/officeart/2016/7/layout/RepeatingBendingProcessNew"/>
    <dgm:cxn modelId="{7B3875CF-5916-4C2C-841F-9AA8B2BB14A3}" srcId="{331AAE40-551D-4F8D-B098-BE7147A874A0}" destId="{608FDD38-9825-4DE5-98CF-E40EB18B5CDB}" srcOrd="17" destOrd="0" parTransId="{2F7DF02E-06C0-43DF-9405-03E256133744}" sibTransId="{A94BBD24-8138-4C21-A562-F5F7EB9CD739}"/>
    <dgm:cxn modelId="{E0719DCF-5BF3-46B0-A082-18D0EEBED985}" type="presOf" srcId="{2F948023-29B7-413F-A348-36D1D6A9BD94}" destId="{A684918A-7099-450D-B053-67603D37A5B6}" srcOrd="1" destOrd="0" presId="urn:microsoft.com/office/officeart/2016/7/layout/RepeatingBendingProcessNew"/>
    <dgm:cxn modelId="{EB0505DE-E290-4E4E-9192-E402D0654F02}" type="presOf" srcId="{D648AF66-54BB-4F27-84A3-D3550B3DE0D8}" destId="{2684CE47-4B17-4695-86F8-7238D6738BE1}" srcOrd="1" destOrd="0" presId="urn:microsoft.com/office/officeart/2016/7/layout/RepeatingBendingProcessNew"/>
    <dgm:cxn modelId="{D4EBE3DE-33BC-493B-BBF1-0BB80A1CA01D}" type="presOf" srcId="{A94BBD24-8138-4C21-A562-F5F7EB9CD739}" destId="{6FE582D5-4588-495B-A8FB-9CDE97704F5C}" srcOrd="1" destOrd="0" presId="urn:microsoft.com/office/officeart/2016/7/layout/RepeatingBendingProcessNew"/>
    <dgm:cxn modelId="{CBCFD6DF-C146-4501-A3FB-3317055746B1}" type="presOf" srcId="{7C9DB7E2-6A2F-42A7-A619-2904FAA5F77C}" destId="{65004B10-C2F7-4B78-A1A3-F42369D6B911}" srcOrd="1" destOrd="0" presId="urn:microsoft.com/office/officeart/2016/7/layout/RepeatingBendingProcessNew"/>
    <dgm:cxn modelId="{BE79D2E3-1A9A-460B-98A2-B5E12CF45BDE}" type="presOf" srcId="{FEBFE018-A5B9-4D52-8BC1-1221C9BE42A3}" destId="{E753B388-BD0E-4C3C-B1E3-4479300850CA}" srcOrd="0" destOrd="0" presId="urn:microsoft.com/office/officeart/2016/7/layout/RepeatingBendingProcessNew"/>
    <dgm:cxn modelId="{1A49E6E3-9414-433D-9722-DF12225B9672}" srcId="{331AAE40-551D-4F8D-B098-BE7147A874A0}" destId="{11449D32-FE64-45F8-A852-C53942E0DADC}" srcOrd="1" destOrd="0" parTransId="{E5AB4DC2-4F0B-404A-88E4-66C42C8631FE}" sibTransId="{ED7FB4F9-800C-4874-83D7-C52DF249D6F2}"/>
    <dgm:cxn modelId="{58A6B7E4-5FC0-4660-8AD3-6627A2580C45}" type="presOf" srcId="{B7D4933F-DA46-430E-9838-A2178E6AFF66}" destId="{2CF6B398-B89F-459C-9D5F-7E525B8F4F3F}" srcOrd="0" destOrd="0" presId="urn:microsoft.com/office/officeart/2016/7/layout/RepeatingBendingProcessNew"/>
    <dgm:cxn modelId="{686E43E9-CFAB-40F4-91B9-90602D96FA31}" srcId="{331AAE40-551D-4F8D-B098-BE7147A874A0}" destId="{6C1E68BD-A5FC-4244-A526-D3A498B333DD}" srcOrd="13" destOrd="0" parTransId="{9A4F1E6B-7E01-4744-9C70-B026449087C2}" sibTransId="{9885B7DE-A8E7-490B-8C44-68096DEE7A5E}"/>
    <dgm:cxn modelId="{15F34DEB-CB42-44A1-BC94-07D16CFE2924}" type="presOf" srcId="{7CCFA2AF-00EA-44D2-AFC2-4DD06814CAC1}" destId="{B2679CAA-3808-4EE0-B0E0-A26977C006C1}" srcOrd="0" destOrd="0" presId="urn:microsoft.com/office/officeart/2016/7/layout/RepeatingBendingProcessNew"/>
    <dgm:cxn modelId="{63818BEC-3E4A-469B-93A1-1CD638F16A59}" srcId="{331AAE40-551D-4F8D-B098-BE7147A874A0}" destId="{A8FD6BBD-C0FE-4CB7-AF36-361F4AE7AC6B}" srcOrd="4" destOrd="0" parTransId="{29D49D23-1E02-4941-9B94-EBF7B67BB12F}" sibTransId="{6F040CE3-1CCB-44CA-BC26-8B45BCC9B206}"/>
    <dgm:cxn modelId="{BAB4A9FF-6D1A-4406-B9C0-A4177F70CFEE}" type="presOf" srcId="{2ED2996B-D6C9-40BC-A54A-99667B1FF01D}" destId="{EB242FD6-C4EB-44DD-93B8-07EBB8DEFC13}" srcOrd="0" destOrd="0" presId="urn:microsoft.com/office/officeart/2016/7/layout/RepeatingBendingProcessNew"/>
    <dgm:cxn modelId="{4FBBE4D5-13C8-4236-B05B-2A38CEB64DAB}" type="presParOf" srcId="{D4BD00B3-4F93-4829-8A6F-E0A05B28A0AD}" destId="{CCE262C4-DF83-489C-B7DE-F1C288762D85}" srcOrd="0" destOrd="0" presId="urn:microsoft.com/office/officeart/2016/7/layout/RepeatingBendingProcessNew"/>
    <dgm:cxn modelId="{22D5D8CE-EBB7-4579-AD51-D0B59E4B02F2}" type="presParOf" srcId="{D4BD00B3-4F93-4829-8A6F-E0A05B28A0AD}" destId="{2CF6B398-B89F-459C-9D5F-7E525B8F4F3F}" srcOrd="1" destOrd="0" presId="urn:microsoft.com/office/officeart/2016/7/layout/RepeatingBendingProcessNew"/>
    <dgm:cxn modelId="{B24E05B6-528C-4F67-AC64-B03AA663C0A2}" type="presParOf" srcId="{2CF6B398-B89F-459C-9D5F-7E525B8F4F3F}" destId="{5FD5218C-E425-48BF-9D1E-180306217595}" srcOrd="0" destOrd="0" presId="urn:microsoft.com/office/officeart/2016/7/layout/RepeatingBendingProcessNew"/>
    <dgm:cxn modelId="{FDA3E0A7-9E3A-4290-9462-11B8EB4C7FD3}" type="presParOf" srcId="{D4BD00B3-4F93-4829-8A6F-E0A05B28A0AD}" destId="{AE2CD3E3-F9FD-4984-B734-FB61770F5625}" srcOrd="2" destOrd="0" presId="urn:microsoft.com/office/officeart/2016/7/layout/RepeatingBendingProcessNew"/>
    <dgm:cxn modelId="{734417B1-5264-409B-ADB9-080B6D1381AF}" type="presParOf" srcId="{D4BD00B3-4F93-4829-8A6F-E0A05B28A0AD}" destId="{0B097742-681D-4E95-890F-6C14E309D7A4}" srcOrd="3" destOrd="0" presId="urn:microsoft.com/office/officeart/2016/7/layout/RepeatingBendingProcessNew"/>
    <dgm:cxn modelId="{420BB38F-DF6D-44F8-BE15-34ACB73F169F}" type="presParOf" srcId="{0B097742-681D-4E95-890F-6C14E309D7A4}" destId="{373FCF9B-1A76-4BD0-A24F-D6E6E793A33B}" srcOrd="0" destOrd="0" presId="urn:microsoft.com/office/officeart/2016/7/layout/RepeatingBendingProcessNew"/>
    <dgm:cxn modelId="{F1082072-0E0A-454D-BB83-91EA0A359A47}" type="presParOf" srcId="{D4BD00B3-4F93-4829-8A6F-E0A05B28A0AD}" destId="{D3414ACE-E485-4217-9967-DABB57C8B38A}" srcOrd="4" destOrd="0" presId="urn:microsoft.com/office/officeart/2016/7/layout/RepeatingBendingProcessNew"/>
    <dgm:cxn modelId="{2E75C7BA-5C0B-408B-AE16-B8FA0CD692E7}" type="presParOf" srcId="{D4BD00B3-4F93-4829-8A6F-E0A05B28A0AD}" destId="{80BC7F36-AC8C-4E07-B9FF-D51213389D7D}" srcOrd="5" destOrd="0" presId="urn:microsoft.com/office/officeart/2016/7/layout/RepeatingBendingProcessNew"/>
    <dgm:cxn modelId="{0EE7FE1D-1A8E-4B1B-82C7-E68492885D62}" type="presParOf" srcId="{80BC7F36-AC8C-4E07-B9FF-D51213389D7D}" destId="{D2FFDD96-D86A-4433-AC19-314608307F48}" srcOrd="0" destOrd="0" presId="urn:microsoft.com/office/officeart/2016/7/layout/RepeatingBendingProcessNew"/>
    <dgm:cxn modelId="{C28E2AAA-87DD-4A8F-9AF6-FA6A1CCB0065}" type="presParOf" srcId="{D4BD00B3-4F93-4829-8A6F-E0A05B28A0AD}" destId="{62612CD5-4713-4C90-A1AC-272A9440CAB8}" srcOrd="6" destOrd="0" presId="urn:microsoft.com/office/officeart/2016/7/layout/RepeatingBendingProcessNew"/>
    <dgm:cxn modelId="{E3A5C598-2EEA-4FA9-8A43-B640496A45BE}" type="presParOf" srcId="{D4BD00B3-4F93-4829-8A6F-E0A05B28A0AD}" destId="{71118C72-142F-4D8A-8209-F6F0C5C2D330}" srcOrd="7" destOrd="0" presId="urn:microsoft.com/office/officeart/2016/7/layout/RepeatingBendingProcessNew"/>
    <dgm:cxn modelId="{347EC183-AB68-4241-8AF3-870134061052}" type="presParOf" srcId="{71118C72-142F-4D8A-8209-F6F0C5C2D330}" destId="{A6F62AB1-498A-4559-AEE1-4BF4516AFAA0}" srcOrd="0" destOrd="0" presId="urn:microsoft.com/office/officeart/2016/7/layout/RepeatingBendingProcessNew"/>
    <dgm:cxn modelId="{8B749599-505D-4316-9DE1-6959CC140B1E}" type="presParOf" srcId="{D4BD00B3-4F93-4829-8A6F-E0A05B28A0AD}" destId="{3E782AAD-EC5C-47AB-BB2C-4D01454E7AE7}" srcOrd="8" destOrd="0" presId="urn:microsoft.com/office/officeart/2016/7/layout/RepeatingBendingProcessNew"/>
    <dgm:cxn modelId="{EEACC96B-3E7A-4E8F-B156-F2E1A6849A41}" type="presParOf" srcId="{D4BD00B3-4F93-4829-8A6F-E0A05B28A0AD}" destId="{2485EF8C-E977-4E05-BBAF-81AA79673D88}" srcOrd="9" destOrd="0" presId="urn:microsoft.com/office/officeart/2016/7/layout/RepeatingBendingProcessNew"/>
    <dgm:cxn modelId="{E256703F-267E-4BEA-A63C-466033EC285E}" type="presParOf" srcId="{2485EF8C-E977-4E05-BBAF-81AA79673D88}" destId="{3AFA2331-9CF6-4A75-A6D1-9890243EA34A}" srcOrd="0" destOrd="0" presId="urn:microsoft.com/office/officeart/2016/7/layout/RepeatingBendingProcessNew"/>
    <dgm:cxn modelId="{4140FA57-9796-4633-81CF-5DE52B3BB0B0}" type="presParOf" srcId="{D4BD00B3-4F93-4829-8A6F-E0A05B28A0AD}" destId="{DBBABDED-4F1A-47FA-A75E-43CEFDECA369}" srcOrd="10" destOrd="0" presId="urn:microsoft.com/office/officeart/2016/7/layout/RepeatingBendingProcessNew"/>
    <dgm:cxn modelId="{F7B1AEEB-CC7E-4533-BC33-AEE8C4109B00}" type="presParOf" srcId="{D4BD00B3-4F93-4829-8A6F-E0A05B28A0AD}" destId="{B73EBCE0-B97D-4411-B480-5B95FFF78819}" srcOrd="11" destOrd="0" presId="urn:microsoft.com/office/officeart/2016/7/layout/RepeatingBendingProcessNew"/>
    <dgm:cxn modelId="{958FE29B-52B4-45E1-9AA0-AED14DDC6E90}" type="presParOf" srcId="{B73EBCE0-B97D-4411-B480-5B95FFF78819}" destId="{5F37AC04-8F5C-45C4-A2C5-EA7C4D570201}" srcOrd="0" destOrd="0" presId="urn:microsoft.com/office/officeart/2016/7/layout/RepeatingBendingProcessNew"/>
    <dgm:cxn modelId="{15D6C75A-7168-4578-B206-A9194EB114B6}" type="presParOf" srcId="{D4BD00B3-4F93-4829-8A6F-E0A05B28A0AD}" destId="{B2679CAA-3808-4EE0-B0E0-A26977C006C1}" srcOrd="12" destOrd="0" presId="urn:microsoft.com/office/officeart/2016/7/layout/RepeatingBendingProcessNew"/>
    <dgm:cxn modelId="{34AE485E-CC87-4BB5-A4CB-89A2C5BCF312}" type="presParOf" srcId="{D4BD00B3-4F93-4829-8A6F-E0A05B28A0AD}" destId="{228E4B2B-C82B-4CAB-B554-0AD2EECC39F8}" srcOrd="13" destOrd="0" presId="urn:microsoft.com/office/officeart/2016/7/layout/RepeatingBendingProcessNew"/>
    <dgm:cxn modelId="{2B6D0625-6FD3-4BC5-A7A9-83C674AF426A}" type="presParOf" srcId="{228E4B2B-C82B-4CAB-B554-0AD2EECC39F8}" destId="{C0BF839D-A56D-44A8-964F-C0EC77CAD4A9}" srcOrd="0" destOrd="0" presId="urn:microsoft.com/office/officeart/2016/7/layout/RepeatingBendingProcessNew"/>
    <dgm:cxn modelId="{E20C61EE-C999-4007-A50A-73707C939F54}" type="presParOf" srcId="{D4BD00B3-4F93-4829-8A6F-E0A05B28A0AD}" destId="{8FD924E0-C0CF-4121-B524-40597F647C4A}" srcOrd="14" destOrd="0" presId="urn:microsoft.com/office/officeart/2016/7/layout/RepeatingBendingProcessNew"/>
    <dgm:cxn modelId="{03109D94-CF3F-4D30-82FD-E4203029D417}" type="presParOf" srcId="{D4BD00B3-4F93-4829-8A6F-E0A05B28A0AD}" destId="{03E28D09-7F10-4397-9EF2-341FE520255F}" srcOrd="15" destOrd="0" presId="urn:microsoft.com/office/officeart/2016/7/layout/RepeatingBendingProcessNew"/>
    <dgm:cxn modelId="{4D7AB2D3-9FFB-4A4D-8FA6-51F9A4D90633}" type="presParOf" srcId="{03E28D09-7F10-4397-9EF2-341FE520255F}" destId="{D1FCFC5C-A9BA-469D-9FD1-89BA73F5F35C}" srcOrd="0" destOrd="0" presId="urn:microsoft.com/office/officeart/2016/7/layout/RepeatingBendingProcessNew"/>
    <dgm:cxn modelId="{F130F3CD-04E1-48A1-A3BF-5CD83E4C8F5E}" type="presParOf" srcId="{D4BD00B3-4F93-4829-8A6F-E0A05B28A0AD}" destId="{215FABD6-5107-4B1B-83D4-1436CD5CC141}" srcOrd="16" destOrd="0" presId="urn:microsoft.com/office/officeart/2016/7/layout/RepeatingBendingProcessNew"/>
    <dgm:cxn modelId="{2A9A9BE3-523E-4BFC-AF9D-69F296AD2D03}" type="presParOf" srcId="{D4BD00B3-4F93-4829-8A6F-E0A05B28A0AD}" destId="{3E112D97-8829-4299-9E4A-2200AB309F52}" srcOrd="17" destOrd="0" presId="urn:microsoft.com/office/officeart/2016/7/layout/RepeatingBendingProcessNew"/>
    <dgm:cxn modelId="{48FD9635-29D0-4A5F-BC5E-92BA8E189177}" type="presParOf" srcId="{3E112D97-8829-4299-9E4A-2200AB309F52}" destId="{5E56BFE1-63AF-4DB6-B72D-2A337C643830}" srcOrd="0" destOrd="0" presId="urn:microsoft.com/office/officeart/2016/7/layout/RepeatingBendingProcessNew"/>
    <dgm:cxn modelId="{8610D144-E6BE-4522-8DC2-9781CB2EB881}" type="presParOf" srcId="{D4BD00B3-4F93-4829-8A6F-E0A05B28A0AD}" destId="{9DD973CD-F7D2-4B76-B9E0-44CA459D31F7}" srcOrd="18" destOrd="0" presId="urn:microsoft.com/office/officeart/2016/7/layout/RepeatingBendingProcessNew"/>
    <dgm:cxn modelId="{15131E77-D7F1-4A73-9F4C-C4F49EC48C97}" type="presParOf" srcId="{D4BD00B3-4F93-4829-8A6F-E0A05B28A0AD}" destId="{4FF4C1BF-8B60-4B53-A83A-B94C4C5E8E88}" srcOrd="19" destOrd="0" presId="urn:microsoft.com/office/officeart/2016/7/layout/RepeatingBendingProcessNew"/>
    <dgm:cxn modelId="{1EA442D6-83AB-4450-A0CA-10E6C620D70D}" type="presParOf" srcId="{4FF4C1BF-8B60-4B53-A83A-B94C4C5E8E88}" destId="{EBDC08C9-6AC6-4990-A08D-2D6D815BD130}" srcOrd="0" destOrd="0" presId="urn:microsoft.com/office/officeart/2016/7/layout/RepeatingBendingProcessNew"/>
    <dgm:cxn modelId="{FCDFA649-4BC8-45D8-9C21-099122CE5313}" type="presParOf" srcId="{D4BD00B3-4F93-4829-8A6F-E0A05B28A0AD}" destId="{F53B8F0F-78FB-4217-9B3F-1F7700A212E7}" srcOrd="20" destOrd="0" presId="urn:microsoft.com/office/officeart/2016/7/layout/RepeatingBendingProcessNew"/>
    <dgm:cxn modelId="{B5EFF920-3F73-48ED-9D50-D05E998DE158}" type="presParOf" srcId="{D4BD00B3-4F93-4829-8A6F-E0A05B28A0AD}" destId="{C4CAAA90-42FF-4B41-BE4B-E8ABBBDA6A61}" srcOrd="21" destOrd="0" presId="urn:microsoft.com/office/officeart/2016/7/layout/RepeatingBendingProcessNew"/>
    <dgm:cxn modelId="{B7F262A0-895F-463F-A766-998493F0A6CD}" type="presParOf" srcId="{C4CAAA90-42FF-4B41-BE4B-E8ABBBDA6A61}" destId="{2684CE47-4B17-4695-86F8-7238D6738BE1}" srcOrd="0" destOrd="0" presId="urn:microsoft.com/office/officeart/2016/7/layout/RepeatingBendingProcessNew"/>
    <dgm:cxn modelId="{D1D3362C-748E-4016-A20A-77DAAB3EB400}" type="presParOf" srcId="{D4BD00B3-4F93-4829-8A6F-E0A05B28A0AD}" destId="{7EBF0BE4-09BF-477E-83CE-B766A736CDD6}" srcOrd="22" destOrd="0" presId="urn:microsoft.com/office/officeart/2016/7/layout/RepeatingBendingProcessNew"/>
    <dgm:cxn modelId="{8FE548DD-C684-4DCD-B5FC-F3B93862888C}" type="presParOf" srcId="{D4BD00B3-4F93-4829-8A6F-E0A05B28A0AD}" destId="{7C49E193-2A5A-4CA6-8388-239CF88189CF}" srcOrd="23" destOrd="0" presId="urn:microsoft.com/office/officeart/2016/7/layout/RepeatingBendingProcessNew"/>
    <dgm:cxn modelId="{2431CA6F-2301-44D3-9922-BEA4A504BBBE}" type="presParOf" srcId="{7C49E193-2A5A-4CA6-8388-239CF88189CF}" destId="{65004B10-C2F7-4B78-A1A3-F42369D6B911}" srcOrd="0" destOrd="0" presId="urn:microsoft.com/office/officeart/2016/7/layout/RepeatingBendingProcessNew"/>
    <dgm:cxn modelId="{18B82E18-CC69-41FB-9A57-D9861D26CAD9}" type="presParOf" srcId="{D4BD00B3-4F93-4829-8A6F-E0A05B28A0AD}" destId="{94BFAB57-48C2-485F-8ECA-0D4A8ADAF283}" srcOrd="24" destOrd="0" presId="urn:microsoft.com/office/officeart/2016/7/layout/RepeatingBendingProcessNew"/>
    <dgm:cxn modelId="{C5B652A2-2296-4C70-9D3A-65BE09F9C9E0}" type="presParOf" srcId="{D4BD00B3-4F93-4829-8A6F-E0A05B28A0AD}" destId="{142F68B0-2241-4710-B6EF-167E085C2B1E}" srcOrd="25" destOrd="0" presId="urn:microsoft.com/office/officeart/2016/7/layout/RepeatingBendingProcessNew"/>
    <dgm:cxn modelId="{4F606067-D907-4CC2-A2F3-A3D07447DC88}" type="presParOf" srcId="{142F68B0-2241-4710-B6EF-167E085C2B1E}" destId="{D4F7E28E-BCC8-4A6D-9333-427C300B1AD5}" srcOrd="0" destOrd="0" presId="urn:microsoft.com/office/officeart/2016/7/layout/RepeatingBendingProcessNew"/>
    <dgm:cxn modelId="{72B8075F-EF0F-4649-8535-A5AE02FA31A5}" type="presParOf" srcId="{D4BD00B3-4F93-4829-8A6F-E0A05B28A0AD}" destId="{67F9BFBF-89FF-4BDF-BAD1-8349D854207E}" srcOrd="26" destOrd="0" presId="urn:microsoft.com/office/officeart/2016/7/layout/RepeatingBendingProcessNew"/>
    <dgm:cxn modelId="{D373E0F5-7F8C-4112-B676-B53BAEA7534D}" type="presParOf" srcId="{D4BD00B3-4F93-4829-8A6F-E0A05B28A0AD}" destId="{7F3CADFA-08A6-4DE4-94A5-47475C8FCB37}" srcOrd="27" destOrd="0" presId="urn:microsoft.com/office/officeart/2016/7/layout/RepeatingBendingProcessNew"/>
    <dgm:cxn modelId="{090583E5-5660-48EE-9BDB-B6B77EA527E7}" type="presParOf" srcId="{7F3CADFA-08A6-4DE4-94A5-47475C8FCB37}" destId="{DA269A26-10BE-464F-BCA3-BA9F468AA282}" srcOrd="0" destOrd="0" presId="urn:microsoft.com/office/officeart/2016/7/layout/RepeatingBendingProcessNew"/>
    <dgm:cxn modelId="{2206385A-DF0E-4F37-BC4B-BB167CEF3EB6}" type="presParOf" srcId="{D4BD00B3-4F93-4829-8A6F-E0A05B28A0AD}" destId="{EB242FD6-C4EB-44DD-93B8-07EBB8DEFC13}" srcOrd="28" destOrd="0" presId="urn:microsoft.com/office/officeart/2016/7/layout/RepeatingBendingProcessNew"/>
    <dgm:cxn modelId="{8D14F74D-CD5A-4963-88E4-9E8BF5391F9F}" type="presParOf" srcId="{D4BD00B3-4F93-4829-8A6F-E0A05B28A0AD}" destId="{E753B388-BD0E-4C3C-B1E3-4479300850CA}" srcOrd="29" destOrd="0" presId="urn:microsoft.com/office/officeart/2016/7/layout/RepeatingBendingProcessNew"/>
    <dgm:cxn modelId="{0F1890B0-3170-4403-832D-0F3A46B9C7BD}" type="presParOf" srcId="{E753B388-BD0E-4C3C-B1E3-4479300850CA}" destId="{CBDECFCF-747D-440F-B12E-A4E3A1B2B4D1}" srcOrd="0" destOrd="0" presId="urn:microsoft.com/office/officeart/2016/7/layout/RepeatingBendingProcessNew"/>
    <dgm:cxn modelId="{FF6E8DB3-AA34-49C5-94F1-8D515DF69757}" type="presParOf" srcId="{D4BD00B3-4F93-4829-8A6F-E0A05B28A0AD}" destId="{40D1929C-6A5F-481F-81BC-2166F4C9D2EA}" srcOrd="30" destOrd="0" presId="urn:microsoft.com/office/officeart/2016/7/layout/RepeatingBendingProcessNew"/>
    <dgm:cxn modelId="{9CA6A758-1DDB-4BF7-9545-CCCAA6CB3CEE}" type="presParOf" srcId="{D4BD00B3-4F93-4829-8A6F-E0A05B28A0AD}" destId="{772273E6-32C0-46F5-B9D4-FA30BC0F575D}" srcOrd="31" destOrd="0" presId="urn:microsoft.com/office/officeart/2016/7/layout/RepeatingBendingProcessNew"/>
    <dgm:cxn modelId="{031E2615-1B1D-47D5-904E-0AB609390FC8}" type="presParOf" srcId="{772273E6-32C0-46F5-B9D4-FA30BC0F575D}" destId="{A684918A-7099-450D-B053-67603D37A5B6}" srcOrd="0" destOrd="0" presId="urn:microsoft.com/office/officeart/2016/7/layout/RepeatingBendingProcessNew"/>
    <dgm:cxn modelId="{AB3FB363-D91A-4284-A6FB-488F6CEB6A84}" type="presParOf" srcId="{D4BD00B3-4F93-4829-8A6F-E0A05B28A0AD}" destId="{DF2BE97A-515C-44F5-89BF-E7F7653CAE51}" srcOrd="32" destOrd="0" presId="urn:microsoft.com/office/officeart/2016/7/layout/RepeatingBendingProcessNew"/>
    <dgm:cxn modelId="{501936C7-A031-4A8B-8228-16777BFC1848}" type="presParOf" srcId="{D4BD00B3-4F93-4829-8A6F-E0A05B28A0AD}" destId="{7B183A7B-B81B-4C16-8654-A58B633805F8}" srcOrd="33" destOrd="0" presId="urn:microsoft.com/office/officeart/2016/7/layout/RepeatingBendingProcessNew"/>
    <dgm:cxn modelId="{8F3223D5-974E-475A-8293-95C8AD6ACE1A}" type="presParOf" srcId="{7B183A7B-B81B-4C16-8654-A58B633805F8}" destId="{3DD9F841-BFDD-405A-B56C-643DE159FAC8}" srcOrd="0" destOrd="0" presId="urn:microsoft.com/office/officeart/2016/7/layout/RepeatingBendingProcessNew"/>
    <dgm:cxn modelId="{217A84AD-DA0A-45BA-85EC-07E3FC4E8861}" type="presParOf" srcId="{D4BD00B3-4F93-4829-8A6F-E0A05B28A0AD}" destId="{B1B50EDF-4E7E-419D-96CD-E37D22DABD6F}" srcOrd="34" destOrd="0" presId="urn:microsoft.com/office/officeart/2016/7/layout/RepeatingBendingProcessNew"/>
    <dgm:cxn modelId="{5F2072B3-88A8-44A1-A9A0-090E6ADB3731}" type="presParOf" srcId="{D4BD00B3-4F93-4829-8A6F-E0A05B28A0AD}" destId="{4BC89E45-D146-425D-A097-AD0405EAE8C4}" srcOrd="35" destOrd="0" presId="urn:microsoft.com/office/officeart/2016/7/layout/RepeatingBendingProcessNew"/>
    <dgm:cxn modelId="{42E825C6-BE45-437E-9DFD-5C4396DC9661}" type="presParOf" srcId="{4BC89E45-D146-425D-A097-AD0405EAE8C4}" destId="{6FE582D5-4588-495B-A8FB-9CDE97704F5C}" srcOrd="0" destOrd="0" presId="urn:microsoft.com/office/officeart/2016/7/layout/RepeatingBendingProcessNew"/>
    <dgm:cxn modelId="{EEA9D279-F2D4-47BF-BE7D-6245578477D3}" type="presParOf" srcId="{D4BD00B3-4F93-4829-8A6F-E0A05B28A0AD}" destId="{C7BDE2C7-D499-4ED5-9332-BAB6B563FC4B}" srcOrd="36" destOrd="0" presId="urn:microsoft.com/office/officeart/2016/7/layout/RepeatingBendingProcessNew"/>
    <dgm:cxn modelId="{62D78CD5-E473-4217-BD92-EBC1B77F726C}" type="presParOf" srcId="{D4BD00B3-4F93-4829-8A6F-E0A05B28A0AD}" destId="{CF350667-DA32-41BD-922F-04019A1D9925}" srcOrd="37" destOrd="0" presId="urn:microsoft.com/office/officeart/2016/7/layout/RepeatingBendingProcessNew"/>
    <dgm:cxn modelId="{0E0280FB-BEC3-406D-83BA-57DE6B72BED6}" type="presParOf" srcId="{CF350667-DA32-41BD-922F-04019A1D9925}" destId="{3263357F-AA5E-4FF3-85B6-B399F5E03387}" srcOrd="0" destOrd="0" presId="urn:microsoft.com/office/officeart/2016/7/layout/RepeatingBendingProcessNew"/>
    <dgm:cxn modelId="{367F6BB0-2380-4785-AE5C-5062159899EF}" type="presParOf" srcId="{D4BD00B3-4F93-4829-8A6F-E0A05B28A0AD}" destId="{65EBA16D-00DE-4C4C-8606-322E792122BA}" srcOrd="38" destOrd="0" presId="urn:microsoft.com/office/officeart/2016/7/layout/RepeatingBendingProcessNew"/>
    <dgm:cxn modelId="{E64BC36B-2CE1-4F04-B66E-E060A04A8878}" type="presParOf" srcId="{D4BD00B3-4F93-4829-8A6F-E0A05B28A0AD}" destId="{AAC8886D-488D-430E-B90E-08102598F9E1}" srcOrd="39" destOrd="0" presId="urn:microsoft.com/office/officeart/2016/7/layout/RepeatingBendingProcessNew"/>
    <dgm:cxn modelId="{0BD47F2C-4B77-4A34-9F4F-106438064A6E}" type="presParOf" srcId="{AAC8886D-488D-430E-B90E-08102598F9E1}" destId="{E24852A0-D133-4F73-AC0E-5CCCF78ADCC6}" srcOrd="0" destOrd="0" presId="urn:microsoft.com/office/officeart/2016/7/layout/RepeatingBendingProcessNew"/>
    <dgm:cxn modelId="{132EA622-7DB4-4654-89DE-0A729DAF42B2}" type="presParOf" srcId="{D4BD00B3-4F93-4829-8A6F-E0A05B28A0AD}" destId="{C6F39ADA-2C98-4128-AEB8-DE42EA6F5CC5}" srcOrd="40" destOrd="0" presId="urn:microsoft.com/office/officeart/2016/7/layout/RepeatingBendingProcessNew"/>
    <dgm:cxn modelId="{3028C322-A579-4475-928F-76C221FD1E89}" type="presParOf" srcId="{D4BD00B3-4F93-4829-8A6F-E0A05B28A0AD}" destId="{E03E0A4D-1FD4-42C9-8F26-977F4FA98BE0}" srcOrd="41" destOrd="0" presId="urn:microsoft.com/office/officeart/2016/7/layout/RepeatingBendingProcessNew"/>
    <dgm:cxn modelId="{BDAEAF55-C7A5-4AEF-BCD7-DA43B2EA5A4F}" type="presParOf" srcId="{E03E0A4D-1FD4-42C9-8F26-977F4FA98BE0}" destId="{CE75C234-2202-4361-8040-3A882E95473D}" srcOrd="0" destOrd="0" presId="urn:microsoft.com/office/officeart/2016/7/layout/RepeatingBendingProcessNew"/>
    <dgm:cxn modelId="{1F3C6B0E-2000-4FE8-A138-5BB25CCC4027}" type="presParOf" srcId="{D4BD00B3-4F93-4829-8A6F-E0A05B28A0AD}" destId="{EBACB791-A783-4999-8D7D-4F4706165D3B}" srcOrd="42" destOrd="0" presId="urn:microsoft.com/office/officeart/2016/7/layout/RepeatingBendingProcessNew"/>
    <dgm:cxn modelId="{A7580E88-23B7-4C12-BC77-744E04007E1B}" type="presParOf" srcId="{D4BD00B3-4F93-4829-8A6F-E0A05B28A0AD}" destId="{FED8C055-2806-439D-9E2F-0602AE530879}" srcOrd="43" destOrd="0" presId="urn:microsoft.com/office/officeart/2016/7/layout/RepeatingBendingProcessNew"/>
    <dgm:cxn modelId="{80E4588E-A221-4A23-8EC7-2EA0AE89149B}" type="presParOf" srcId="{FED8C055-2806-439D-9E2F-0602AE530879}" destId="{4D22B028-072A-4DEE-9500-A09DD8165A3D}" srcOrd="0" destOrd="0" presId="urn:microsoft.com/office/officeart/2016/7/layout/RepeatingBendingProcessNew"/>
    <dgm:cxn modelId="{808C5D96-10D3-45AE-9A5E-0B2B7AA77DA6}" type="presParOf" srcId="{D4BD00B3-4F93-4829-8A6F-E0A05B28A0AD}" destId="{C919A70A-7582-49A6-ADDC-B9D5D05D1A5C}" srcOrd="44" destOrd="0" presId="urn:microsoft.com/office/officeart/2016/7/layout/RepeatingBendingProcessNew"/>
    <dgm:cxn modelId="{0A87486C-C6F8-4FF8-9F26-612B9202BFEA}" type="presParOf" srcId="{D4BD00B3-4F93-4829-8A6F-E0A05B28A0AD}" destId="{5EB29CAE-2467-47E7-987D-1B57240866FC}" srcOrd="45" destOrd="0" presId="urn:microsoft.com/office/officeart/2016/7/layout/RepeatingBendingProcessNew"/>
    <dgm:cxn modelId="{79AD8F50-798C-4F1E-B924-E2CB162A9145}" type="presParOf" srcId="{5EB29CAE-2467-47E7-987D-1B57240866FC}" destId="{0B8552AC-6B0F-4DBE-9ABD-BDF71B4617D3}" srcOrd="0" destOrd="0" presId="urn:microsoft.com/office/officeart/2016/7/layout/RepeatingBendingProcessNew"/>
    <dgm:cxn modelId="{B2F3CF07-9EC6-4777-A853-A11DC37D2125}" type="presParOf" srcId="{D4BD00B3-4F93-4829-8A6F-E0A05B28A0AD}" destId="{7443809F-8475-4CEC-B68F-2D2F0DA02A4F}" srcOrd="46" destOrd="0" presId="urn:microsoft.com/office/officeart/2016/7/layout/RepeatingBendingProcessNew"/>
    <dgm:cxn modelId="{10F8CA15-0985-404B-A353-9BA6F28FD995}" type="presParOf" srcId="{D4BD00B3-4F93-4829-8A6F-E0A05B28A0AD}" destId="{B861236A-02B2-4D74-8745-7E5C6BBFB93A}" srcOrd="47" destOrd="0" presId="urn:microsoft.com/office/officeart/2016/7/layout/RepeatingBendingProcessNew"/>
    <dgm:cxn modelId="{E4244EC9-7764-4B76-B848-56FF508DED29}" type="presParOf" srcId="{B861236A-02B2-4D74-8745-7E5C6BBFB93A}" destId="{B6A98AF9-F1EB-4598-8488-1E796F8DDCD3}" srcOrd="0" destOrd="0" presId="urn:microsoft.com/office/officeart/2016/7/layout/RepeatingBendingProcessNew"/>
    <dgm:cxn modelId="{D0921798-0BA3-4F38-A49C-9CC51AB71FDC}" type="presParOf" srcId="{D4BD00B3-4F93-4829-8A6F-E0A05B28A0AD}" destId="{DE4A4DC4-8E6F-4005-9BD1-BFCF3E710BA9}" srcOrd="4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BB16E9E-A1FA-4850-AB01-2B5C1375279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0ACD8E-8B7E-40FD-9E1A-1FEAFAD6E83B}">
      <dgm:prSet/>
      <dgm:spPr/>
      <dgm:t>
        <a:bodyPr/>
        <a:lstStyle/>
        <a:p>
          <a:pPr>
            <a:defRPr cap="all"/>
          </a:pPr>
          <a:r>
            <a:rPr lang="en-US"/>
            <a:t>• ARM64 – Raspberry Pi (material técnico)</a:t>
          </a:r>
        </a:p>
      </dgm:t>
    </dgm:pt>
    <dgm:pt modelId="{4BF7BC32-96A5-4388-A92C-82B18388AB8C}" type="parTrans" cxnId="{B05A772C-24F5-4665-9EA4-577377DCE8D7}">
      <dgm:prSet/>
      <dgm:spPr/>
      <dgm:t>
        <a:bodyPr/>
        <a:lstStyle/>
        <a:p>
          <a:endParaRPr lang="en-US"/>
        </a:p>
      </dgm:t>
    </dgm:pt>
    <dgm:pt modelId="{CBCEC1CF-DC1B-40A5-83D6-3AF473927B83}" type="sibTrans" cxnId="{B05A772C-24F5-4665-9EA4-577377DCE8D7}">
      <dgm:prSet/>
      <dgm:spPr/>
      <dgm:t>
        <a:bodyPr/>
        <a:lstStyle/>
        <a:p>
          <a:endParaRPr lang="en-US"/>
        </a:p>
      </dgm:t>
    </dgm:pt>
    <dgm:pt modelId="{6CBE6FA6-4FDD-47F9-99A4-5F60EBA3C2AF}">
      <dgm:prSet/>
      <dgm:spPr/>
      <dgm:t>
        <a:bodyPr/>
        <a:lstStyle/>
        <a:p>
          <a:pPr>
            <a:defRPr cap="all"/>
          </a:pPr>
          <a:r>
            <a:rPr lang="en-US"/>
            <a:t>• GNU Assembler (GAS) Manual</a:t>
          </a:r>
        </a:p>
      </dgm:t>
    </dgm:pt>
    <dgm:pt modelId="{EFD824A0-16B0-4A89-A907-40E0BB6EDB59}" type="parTrans" cxnId="{EF39850D-6A16-48E2-B32C-FF62B924A462}">
      <dgm:prSet/>
      <dgm:spPr/>
      <dgm:t>
        <a:bodyPr/>
        <a:lstStyle/>
        <a:p>
          <a:endParaRPr lang="en-US"/>
        </a:p>
      </dgm:t>
    </dgm:pt>
    <dgm:pt modelId="{432FB4C9-DABA-48AD-BAB8-BBC25B6B00D9}" type="sibTrans" cxnId="{EF39850D-6A16-48E2-B32C-FF62B924A462}">
      <dgm:prSet/>
      <dgm:spPr/>
      <dgm:t>
        <a:bodyPr/>
        <a:lstStyle/>
        <a:p>
          <a:endParaRPr lang="en-US"/>
        </a:p>
      </dgm:t>
    </dgm:pt>
    <dgm:pt modelId="{E4549973-B6D6-4715-915B-25412E5462C4}">
      <dgm:prSet/>
      <dgm:spPr/>
      <dgm:t>
        <a:bodyPr/>
        <a:lstStyle/>
        <a:p>
          <a:pPr>
            <a:defRPr cap="all"/>
          </a:pPr>
          <a:r>
            <a:rPr lang="en-US"/>
            <a:t>• Patterson &amp; Hennessy (2018)</a:t>
          </a:r>
        </a:p>
      </dgm:t>
    </dgm:pt>
    <dgm:pt modelId="{E7C5CF86-4913-48B9-A2C5-D7482FAFF3C7}" type="parTrans" cxnId="{6C63F0E7-0380-4810-933A-7310CE5BD287}">
      <dgm:prSet/>
      <dgm:spPr/>
      <dgm:t>
        <a:bodyPr/>
        <a:lstStyle/>
        <a:p>
          <a:endParaRPr lang="en-US"/>
        </a:p>
      </dgm:t>
    </dgm:pt>
    <dgm:pt modelId="{03B0FBE5-5A10-4F4E-BCCF-F05C58503A10}" type="sibTrans" cxnId="{6C63F0E7-0380-4810-933A-7310CE5BD287}">
      <dgm:prSet/>
      <dgm:spPr/>
      <dgm:t>
        <a:bodyPr/>
        <a:lstStyle/>
        <a:p>
          <a:endParaRPr lang="en-US"/>
        </a:p>
      </dgm:t>
    </dgm:pt>
    <dgm:pt modelId="{5C864AC7-9818-4BA4-9CAA-DE0F0F2E483F}" type="pres">
      <dgm:prSet presAssocID="{6BB16E9E-A1FA-4850-AB01-2B5C13752792}" presName="root" presStyleCnt="0">
        <dgm:presLayoutVars>
          <dgm:dir/>
          <dgm:resizeHandles val="exact"/>
        </dgm:presLayoutVars>
      </dgm:prSet>
      <dgm:spPr/>
    </dgm:pt>
    <dgm:pt modelId="{9F2DDDE8-2E42-46DF-89A9-F8912882BC71}" type="pres">
      <dgm:prSet presAssocID="{7B0ACD8E-8B7E-40FD-9E1A-1FEAFAD6E83B}" presName="compNode" presStyleCnt="0"/>
      <dgm:spPr/>
    </dgm:pt>
    <dgm:pt modelId="{DB63A709-FC3D-42AA-9817-B1C1CE549671}" type="pres">
      <dgm:prSet presAssocID="{7B0ACD8E-8B7E-40FD-9E1A-1FEAFAD6E83B}" presName="iconBgRect" presStyleLbl="bgShp" presStyleIdx="0" presStyleCnt="3"/>
      <dgm:spPr/>
    </dgm:pt>
    <dgm:pt modelId="{DCF7F00F-1C65-4E26-AEB5-E6BA2AF68F93}" type="pres">
      <dgm:prSet presAssocID="{7B0ACD8E-8B7E-40FD-9E1A-1FEAFAD6E8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entífico"/>
        </a:ext>
      </dgm:extLst>
    </dgm:pt>
    <dgm:pt modelId="{34C1590F-D70C-49D0-8CA8-CAEEB1608496}" type="pres">
      <dgm:prSet presAssocID="{7B0ACD8E-8B7E-40FD-9E1A-1FEAFAD6E83B}" presName="spaceRect" presStyleCnt="0"/>
      <dgm:spPr/>
    </dgm:pt>
    <dgm:pt modelId="{69BD9A59-085B-4C23-BD7E-F32EBB6EB31D}" type="pres">
      <dgm:prSet presAssocID="{7B0ACD8E-8B7E-40FD-9E1A-1FEAFAD6E83B}" presName="textRect" presStyleLbl="revTx" presStyleIdx="0" presStyleCnt="3">
        <dgm:presLayoutVars>
          <dgm:chMax val="1"/>
          <dgm:chPref val="1"/>
        </dgm:presLayoutVars>
      </dgm:prSet>
      <dgm:spPr/>
    </dgm:pt>
    <dgm:pt modelId="{C229151B-17E8-4090-ACFF-195485507AB4}" type="pres">
      <dgm:prSet presAssocID="{CBCEC1CF-DC1B-40A5-83D6-3AF473927B83}" presName="sibTrans" presStyleCnt="0"/>
      <dgm:spPr/>
    </dgm:pt>
    <dgm:pt modelId="{64F97FA8-F8EC-41E5-8D5E-89348191CB72}" type="pres">
      <dgm:prSet presAssocID="{6CBE6FA6-4FDD-47F9-99A4-5F60EBA3C2AF}" presName="compNode" presStyleCnt="0"/>
      <dgm:spPr/>
    </dgm:pt>
    <dgm:pt modelId="{0B348EBD-5F7F-40A7-9309-64F1EF04F187}" type="pres">
      <dgm:prSet presAssocID="{6CBE6FA6-4FDD-47F9-99A4-5F60EBA3C2AF}" presName="iconBgRect" presStyleLbl="bgShp" presStyleIdx="1" presStyleCnt="3"/>
      <dgm:spPr/>
    </dgm:pt>
    <dgm:pt modelId="{E33360BE-FD8C-43FF-9123-710EF3B521C5}" type="pres">
      <dgm:prSet presAssocID="{6CBE6FA6-4FDD-47F9-99A4-5F60EBA3C2A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45319FB1-0772-4443-BC99-F160E4313DF7}" type="pres">
      <dgm:prSet presAssocID="{6CBE6FA6-4FDD-47F9-99A4-5F60EBA3C2AF}" presName="spaceRect" presStyleCnt="0"/>
      <dgm:spPr/>
    </dgm:pt>
    <dgm:pt modelId="{0FCD510E-1D2A-42A8-BB39-B9105B6B1B2A}" type="pres">
      <dgm:prSet presAssocID="{6CBE6FA6-4FDD-47F9-99A4-5F60EBA3C2AF}" presName="textRect" presStyleLbl="revTx" presStyleIdx="1" presStyleCnt="3">
        <dgm:presLayoutVars>
          <dgm:chMax val="1"/>
          <dgm:chPref val="1"/>
        </dgm:presLayoutVars>
      </dgm:prSet>
      <dgm:spPr/>
    </dgm:pt>
    <dgm:pt modelId="{B3BFAF79-F2BB-474E-878B-BFD457192C0A}" type="pres">
      <dgm:prSet presAssocID="{432FB4C9-DABA-48AD-BAB8-BBC25B6B00D9}" presName="sibTrans" presStyleCnt="0"/>
      <dgm:spPr/>
    </dgm:pt>
    <dgm:pt modelId="{A6CD6B04-E03E-4039-B4D2-92DA4CF2B7CE}" type="pres">
      <dgm:prSet presAssocID="{E4549973-B6D6-4715-915B-25412E5462C4}" presName="compNode" presStyleCnt="0"/>
      <dgm:spPr/>
    </dgm:pt>
    <dgm:pt modelId="{053E6F13-6CA7-4C33-85F7-359C82763DAC}" type="pres">
      <dgm:prSet presAssocID="{E4549973-B6D6-4715-915B-25412E5462C4}" presName="iconBgRect" presStyleLbl="bgShp" presStyleIdx="2" presStyleCnt="3"/>
      <dgm:spPr/>
    </dgm:pt>
    <dgm:pt modelId="{14C1391A-881E-4584-9304-E62CA40F9C38}" type="pres">
      <dgm:prSet presAssocID="{E4549973-B6D6-4715-915B-25412E5462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áneo"/>
        </a:ext>
      </dgm:extLst>
    </dgm:pt>
    <dgm:pt modelId="{088D2587-365F-43FA-B8C7-65D47A4D1E9E}" type="pres">
      <dgm:prSet presAssocID="{E4549973-B6D6-4715-915B-25412E5462C4}" presName="spaceRect" presStyleCnt="0"/>
      <dgm:spPr/>
    </dgm:pt>
    <dgm:pt modelId="{FA64BF4A-2B6D-4633-BB62-53E9794B24F9}" type="pres">
      <dgm:prSet presAssocID="{E4549973-B6D6-4715-915B-25412E5462C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39850D-6A16-48E2-B32C-FF62B924A462}" srcId="{6BB16E9E-A1FA-4850-AB01-2B5C13752792}" destId="{6CBE6FA6-4FDD-47F9-99A4-5F60EBA3C2AF}" srcOrd="1" destOrd="0" parTransId="{EFD824A0-16B0-4A89-A907-40E0BB6EDB59}" sibTransId="{432FB4C9-DABA-48AD-BAB8-BBC25B6B00D9}"/>
    <dgm:cxn modelId="{B05A772C-24F5-4665-9EA4-577377DCE8D7}" srcId="{6BB16E9E-A1FA-4850-AB01-2B5C13752792}" destId="{7B0ACD8E-8B7E-40FD-9E1A-1FEAFAD6E83B}" srcOrd="0" destOrd="0" parTransId="{4BF7BC32-96A5-4388-A92C-82B18388AB8C}" sibTransId="{CBCEC1CF-DC1B-40A5-83D6-3AF473927B83}"/>
    <dgm:cxn modelId="{39E8CA2C-7633-47C5-8ECC-D00C6287FFF3}" type="presOf" srcId="{6BB16E9E-A1FA-4850-AB01-2B5C13752792}" destId="{5C864AC7-9818-4BA4-9CAA-DE0F0F2E483F}" srcOrd="0" destOrd="0" presId="urn:microsoft.com/office/officeart/2018/5/layout/IconCircleLabelList"/>
    <dgm:cxn modelId="{C320059D-1046-4902-B689-C513FE6E5E73}" type="presOf" srcId="{E4549973-B6D6-4715-915B-25412E5462C4}" destId="{FA64BF4A-2B6D-4633-BB62-53E9794B24F9}" srcOrd="0" destOrd="0" presId="urn:microsoft.com/office/officeart/2018/5/layout/IconCircleLabelList"/>
    <dgm:cxn modelId="{626F01B5-B2DC-4208-9DFB-CF85A6F35034}" type="presOf" srcId="{6CBE6FA6-4FDD-47F9-99A4-5F60EBA3C2AF}" destId="{0FCD510E-1D2A-42A8-BB39-B9105B6B1B2A}" srcOrd="0" destOrd="0" presId="urn:microsoft.com/office/officeart/2018/5/layout/IconCircleLabelList"/>
    <dgm:cxn modelId="{6C63F0E7-0380-4810-933A-7310CE5BD287}" srcId="{6BB16E9E-A1FA-4850-AB01-2B5C13752792}" destId="{E4549973-B6D6-4715-915B-25412E5462C4}" srcOrd="2" destOrd="0" parTransId="{E7C5CF86-4913-48B9-A2C5-D7482FAFF3C7}" sibTransId="{03B0FBE5-5A10-4F4E-BCCF-F05C58503A10}"/>
    <dgm:cxn modelId="{463D2CE8-9A48-4EAB-BD33-5D69E74A0947}" type="presOf" srcId="{7B0ACD8E-8B7E-40FD-9E1A-1FEAFAD6E83B}" destId="{69BD9A59-085B-4C23-BD7E-F32EBB6EB31D}" srcOrd="0" destOrd="0" presId="urn:microsoft.com/office/officeart/2018/5/layout/IconCircleLabelList"/>
    <dgm:cxn modelId="{43785A45-05E9-4120-850D-E3CC11AB0B06}" type="presParOf" srcId="{5C864AC7-9818-4BA4-9CAA-DE0F0F2E483F}" destId="{9F2DDDE8-2E42-46DF-89A9-F8912882BC71}" srcOrd="0" destOrd="0" presId="urn:microsoft.com/office/officeart/2018/5/layout/IconCircleLabelList"/>
    <dgm:cxn modelId="{000E6370-3FBD-4230-9642-F83F0C99E2A5}" type="presParOf" srcId="{9F2DDDE8-2E42-46DF-89A9-F8912882BC71}" destId="{DB63A709-FC3D-42AA-9817-B1C1CE549671}" srcOrd="0" destOrd="0" presId="urn:microsoft.com/office/officeart/2018/5/layout/IconCircleLabelList"/>
    <dgm:cxn modelId="{DF0FFC87-52C4-4890-B591-A841FB3E74B4}" type="presParOf" srcId="{9F2DDDE8-2E42-46DF-89A9-F8912882BC71}" destId="{DCF7F00F-1C65-4E26-AEB5-E6BA2AF68F93}" srcOrd="1" destOrd="0" presId="urn:microsoft.com/office/officeart/2018/5/layout/IconCircleLabelList"/>
    <dgm:cxn modelId="{E7A8AA0E-A34E-4121-B7CB-A698F34BDA51}" type="presParOf" srcId="{9F2DDDE8-2E42-46DF-89A9-F8912882BC71}" destId="{34C1590F-D70C-49D0-8CA8-CAEEB1608496}" srcOrd="2" destOrd="0" presId="urn:microsoft.com/office/officeart/2018/5/layout/IconCircleLabelList"/>
    <dgm:cxn modelId="{3ECB266D-5B23-4813-B24B-1BEF7C82CB21}" type="presParOf" srcId="{9F2DDDE8-2E42-46DF-89A9-F8912882BC71}" destId="{69BD9A59-085B-4C23-BD7E-F32EBB6EB31D}" srcOrd="3" destOrd="0" presId="urn:microsoft.com/office/officeart/2018/5/layout/IconCircleLabelList"/>
    <dgm:cxn modelId="{3CD548F9-CABE-4CBE-A0F1-2151447AD710}" type="presParOf" srcId="{5C864AC7-9818-4BA4-9CAA-DE0F0F2E483F}" destId="{C229151B-17E8-4090-ACFF-195485507AB4}" srcOrd="1" destOrd="0" presId="urn:microsoft.com/office/officeart/2018/5/layout/IconCircleLabelList"/>
    <dgm:cxn modelId="{A1AEC2D0-ED6F-48DB-B43C-045EF5B13195}" type="presParOf" srcId="{5C864AC7-9818-4BA4-9CAA-DE0F0F2E483F}" destId="{64F97FA8-F8EC-41E5-8D5E-89348191CB72}" srcOrd="2" destOrd="0" presId="urn:microsoft.com/office/officeart/2018/5/layout/IconCircleLabelList"/>
    <dgm:cxn modelId="{DABE9F0F-87A4-465F-BFD3-EA5E862294A5}" type="presParOf" srcId="{64F97FA8-F8EC-41E5-8D5E-89348191CB72}" destId="{0B348EBD-5F7F-40A7-9309-64F1EF04F187}" srcOrd="0" destOrd="0" presId="urn:microsoft.com/office/officeart/2018/5/layout/IconCircleLabelList"/>
    <dgm:cxn modelId="{ADE8A598-D51A-4506-8CB0-0BB61C1112DE}" type="presParOf" srcId="{64F97FA8-F8EC-41E5-8D5E-89348191CB72}" destId="{E33360BE-FD8C-43FF-9123-710EF3B521C5}" srcOrd="1" destOrd="0" presId="urn:microsoft.com/office/officeart/2018/5/layout/IconCircleLabelList"/>
    <dgm:cxn modelId="{7C640B98-6C98-4669-B1C0-C08682649EBE}" type="presParOf" srcId="{64F97FA8-F8EC-41E5-8D5E-89348191CB72}" destId="{45319FB1-0772-4443-BC99-F160E4313DF7}" srcOrd="2" destOrd="0" presId="urn:microsoft.com/office/officeart/2018/5/layout/IconCircleLabelList"/>
    <dgm:cxn modelId="{B8EFF9BE-1611-407B-881E-5E574CD40905}" type="presParOf" srcId="{64F97FA8-F8EC-41E5-8D5E-89348191CB72}" destId="{0FCD510E-1D2A-42A8-BB39-B9105B6B1B2A}" srcOrd="3" destOrd="0" presId="urn:microsoft.com/office/officeart/2018/5/layout/IconCircleLabelList"/>
    <dgm:cxn modelId="{A76C3509-E1B1-4DA0-9968-B2B6BEFD5A25}" type="presParOf" srcId="{5C864AC7-9818-4BA4-9CAA-DE0F0F2E483F}" destId="{B3BFAF79-F2BB-474E-878B-BFD457192C0A}" srcOrd="3" destOrd="0" presId="urn:microsoft.com/office/officeart/2018/5/layout/IconCircleLabelList"/>
    <dgm:cxn modelId="{382E75AE-6721-4F2B-98C0-744748DCCC80}" type="presParOf" srcId="{5C864AC7-9818-4BA4-9CAA-DE0F0F2E483F}" destId="{A6CD6B04-E03E-4039-B4D2-92DA4CF2B7CE}" srcOrd="4" destOrd="0" presId="urn:microsoft.com/office/officeart/2018/5/layout/IconCircleLabelList"/>
    <dgm:cxn modelId="{BCF1D823-EC37-45D0-9930-24789585541D}" type="presParOf" srcId="{A6CD6B04-E03E-4039-B4D2-92DA4CF2B7CE}" destId="{053E6F13-6CA7-4C33-85F7-359C82763DAC}" srcOrd="0" destOrd="0" presId="urn:microsoft.com/office/officeart/2018/5/layout/IconCircleLabelList"/>
    <dgm:cxn modelId="{CAEAE4BB-AB9A-4ED5-9A10-1B3432243B34}" type="presParOf" srcId="{A6CD6B04-E03E-4039-B4D2-92DA4CF2B7CE}" destId="{14C1391A-881E-4584-9304-E62CA40F9C38}" srcOrd="1" destOrd="0" presId="urn:microsoft.com/office/officeart/2018/5/layout/IconCircleLabelList"/>
    <dgm:cxn modelId="{ECA15DDD-A673-46E9-B048-60473F7A758F}" type="presParOf" srcId="{A6CD6B04-E03E-4039-B4D2-92DA4CF2B7CE}" destId="{088D2587-365F-43FA-B8C7-65D47A4D1E9E}" srcOrd="2" destOrd="0" presId="urn:microsoft.com/office/officeart/2018/5/layout/IconCircleLabelList"/>
    <dgm:cxn modelId="{103B9EEB-4BC0-4D29-82AF-225796C7D3C5}" type="presParOf" srcId="{A6CD6B04-E03E-4039-B4D2-92DA4CF2B7CE}" destId="{FA64BF4A-2B6D-4633-BB62-53E9794B24F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CDA44-F4DD-43D5-B326-0657CAC739CB}">
      <dsp:nvSpPr>
        <dsp:cNvPr id="0" name=""/>
        <dsp:cNvSpPr/>
      </dsp:nvSpPr>
      <dsp:spPr>
        <a:xfrm>
          <a:off x="1404646" y="1040"/>
          <a:ext cx="928582" cy="9285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6E982-B2E2-4B80-AA1E-AD0C47B6F2CD}">
      <dsp:nvSpPr>
        <dsp:cNvPr id="0" name=""/>
        <dsp:cNvSpPr/>
      </dsp:nvSpPr>
      <dsp:spPr>
        <a:xfrm>
          <a:off x="1602541" y="198935"/>
          <a:ext cx="532792" cy="532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F8CD3-3429-4369-8ED6-5FCACE5C47BF}">
      <dsp:nvSpPr>
        <dsp:cNvPr id="0" name=""/>
        <dsp:cNvSpPr/>
      </dsp:nvSpPr>
      <dsp:spPr>
        <a:xfrm>
          <a:off x="1107805" y="1218853"/>
          <a:ext cx="1522265" cy="60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Escuela de Ingeniería en Ciencias y Sistemas</a:t>
          </a:r>
        </a:p>
      </dsp:txBody>
      <dsp:txXfrm>
        <a:off x="1107805" y="1218853"/>
        <a:ext cx="1522265" cy="608906"/>
      </dsp:txXfrm>
    </dsp:sp>
    <dsp:sp modelId="{993E65D2-90FE-4C22-A720-176B78895B59}">
      <dsp:nvSpPr>
        <dsp:cNvPr id="0" name=""/>
        <dsp:cNvSpPr/>
      </dsp:nvSpPr>
      <dsp:spPr>
        <a:xfrm>
          <a:off x="3193308" y="1040"/>
          <a:ext cx="928582" cy="9285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3C09A-8724-404C-B53F-CDEB1FA8E24E}">
      <dsp:nvSpPr>
        <dsp:cNvPr id="0" name=""/>
        <dsp:cNvSpPr/>
      </dsp:nvSpPr>
      <dsp:spPr>
        <a:xfrm>
          <a:off x="3391203" y="198935"/>
          <a:ext cx="532792" cy="532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39012-28EE-4742-9B11-117EAFDC7D63}">
      <dsp:nvSpPr>
        <dsp:cNvPr id="0" name=""/>
        <dsp:cNvSpPr/>
      </dsp:nvSpPr>
      <dsp:spPr>
        <a:xfrm>
          <a:off x="2896467" y="1218853"/>
          <a:ext cx="1522265" cy="60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Facultad de Ingeniería</a:t>
          </a:r>
        </a:p>
      </dsp:txBody>
      <dsp:txXfrm>
        <a:off x="2896467" y="1218853"/>
        <a:ext cx="1522265" cy="608906"/>
      </dsp:txXfrm>
    </dsp:sp>
    <dsp:sp modelId="{25C1A80F-7254-4228-B5F2-2A72300A4747}">
      <dsp:nvSpPr>
        <dsp:cNvPr id="0" name=""/>
        <dsp:cNvSpPr/>
      </dsp:nvSpPr>
      <dsp:spPr>
        <a:xfrm>
          <a:off x="4981971" y="1040"/>
          <a:ext cx="928582" cy="92858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A4619-E9E0-4BD3-B574-6FA0E5E49F2F}">
      <dsp:nvSpPr>
        <dsp:cNvPr id="0" name=""/>
        <dsp:cNvSpPr/>
      </dsp:nvSpPr>
      <dsp:spPr>
        <a:xfrm>
          <a:off x="5179865" y="198935"/>
          <a:ext cx="532792" cy="5327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EE76D-2FF6-4A41-8619-3F7C78A652C9}">
      <dsp:nvSpPr>
        <dsp:cNvPr id="0" name=""/>
        <dsp:cNvSpPr/>
      </dsp:nvSpPr>
      <dsp:spPr>
        <a:xfrm>
          <a:off x="4685129" y="1218853"/>
          <a:ext cx="1522265" cy="60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Universidad de San Carlos de Guatemala</a:t>
          </a:r>
        </a:p>
      </dsp:txBody>
      <dsp:txXfrm>
        <a:off x="4685129" y="1218853"/>
        <a:ext cx="1522265" cy="6089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709575-0738-497F-A3F1-EBF3C86F6BAE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74FEEA-87B3-4115-942C-4BF8EF653B13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42D11-4E98-413B-91BF-0DA3DCB631C7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Concepto de syscall y su rol en la comunicación con el sistema operativo.</a:t>
          </a:r>
        </a:p>
      </dsp:txBody>
      <dsp:txXfrm>
        <a:off x="518589" y="1265836"/>
        <a:ext cx="1582031" cy="632812"/>
      </dsp:txXfrm>
    </dsp:sp>
    <dsp:sp modelId="{EA39E5B0-2E5E-405E-9F60-E29158F3AA53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725E8-4EEC-4F66-AC39-338D6BA69C9E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D1884-B2EE-4F0D-9164-B93D4C5766E9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Identificadores de llamadas al sistema en Linux.</a:t>
          </a:r>
        </a:p>
      </dsp:txBody>
      <dsp:txXfrm>
        <a:off x="2377476" y="1265836"/>
        <a:ext cx="1582031" cy="632812"/>
      </dsp:txXfrm>
    </dsp:sp>
    <dsp:sp modelId="{7B062CC8-9CC9-4B5A-AD70-C7DEF20D222E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C0A955-B15C-4ACB-9E4B-590458183CD4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5D9F0-0568-471E-9AED-CF11A75BE98A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Directivas .data, .bss, .text, .global, .equ.</a:t>
          </a:r>
        </a:p>
      </dsp:txBody>
      <dsp:txXfrm>
        <a:off x="4236363" y="1265836"/>
        <a:ext cx="1582031" cy="632812"/>
      </dsp:txXfrm>
    </dsp:sp>
    <dsp:sp modelId="{2734C358-569A-42D7-A1A6-7BA88A6D30EC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ECAFB-573F-4211-B8F6-76F587DAFCEA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1A8B0-D100-4326-8DE2-F064E7CCCF95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Uso de registros x0–x7 para parámetros.</a:t>
          </a:r>
        </a:p>
      </dsp:txBody>
      <dsp:txXfrm>
        <a:off x="6095249" y="1265836"/>
        <a:ext cx="1582031" cy="632812"/>
      </dsp:txXfrm>
    </dsp:sp>
    <dsp:sp modelId="{9FA51CD7-7DC7-4755-81CB-787495C5469D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2594CD-DA8C-46F4-805A-4A9E38FF6746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7E195-76DD-44B9-85D3-1A7671647CA3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Instrucción SVC para interrupciones de software.</a:t>
          </a:r>
        </a:p>
      </dsp:txBody>
      <dsp:txXfrm>
        <a:off x="3306919" y="3559781"/>
        <a:ext cx="1582031" cy="632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1D59D-E23E-4154-B765-43B0D0272D03}">
      <dsp:nvSpPr>
        <dsp:cNvPr id="0" name=""/>
        <dsp:cNvSpPr/>
      </dsp:nvSpPr>
      <dsp:spPr>
        <a:xfrm>
          <a:off x="0" y="317102"/>
          <a:ext cx="819587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AE6B6-9C80-438B-8479-FE74590913F9}">
      <dsp:nvSpPr>
        <dsp:cNvPr id="0" name=""/>
        <dsp:cNvSpPr/>
      </dsp:nvSpPr>
      <dsp:spPr>
        <a:xfrm>
          <a:off x="409793" y="95702"/>
          <a:ext cx="5737109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MOV x8, #64   // write syscall</a:t>
          </a:r>
        </a:p>
      </dsp:txBody>
      <dsp:txXfrm>
        <a:off x="431409" y="117318"/>
        <a:ext cx="5693877" cy="399568"/>
      </dsp:txXfrm>
    </dsp:sp>
    <dsp:sp modelId="{F74C70A8-2061-4028-8B28-3AFD5FBB9712}">
      <dsp:nvSpPr>
        <dsp:cNvPr id="0" name=""/>
        <dsp:cNvSpPr/>
      </dsp:nvSpPr>
      <dsp:spPr>
        <a:xfrm>
          <a:off x="0" y="997502"/>
          <a:ext cx="819587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CB0E1-F77D-4CF0-9EB6-2A337D3A57C5}">
      <dsp:nvSpPr>
        <dsp:cNvPr id="0" name=""/>
        <dsp:cNvSpPr/>
      </dsp:nvSpPr>
      <dsp:spPr>
        <a:xfrm>
          <a:off x="409793" y="776102"/>
          <a:ext cx="5737109" cy="442800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MOV x0, #1</a:t>
          </a:r>
        </a:p>
      </dsp:txBody>
      <dsp:txXfrm>
        <a:off x="431409" y="797718"/>
        <a:ext cx="5693877" cy="399568"/>
      </dsp:txXfrm>
    </dsp:sp>
    <dsp:sp modelId="{2C541A96-530D-4238-83A2-1B06FC7E9AB5}">
      <dsp:nvSpPr>
        <dsp:cNvPr id="0" name=""/>
        <dsp:cNvSpPr/>
      </dsp:nvSpPr>
      <dsp:spPr>
        <a:xfrm>
          <a:off x="0" y="1677902"/>
          <a:ext cx="819587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95B75-3A2B-4570-A9E3-5F7AE4BD56EA}">
      <dsp:nvSpPr>
        <dsp:cNvPr id="0" name=""/>
        <dsp:cNvSpPr/>
      </dsp:nvSpPr>
      <dsp:spPr>
        <a:xfrm>
          <a:off x="409793" y="1456502"/>
          <a:ext cx="5737109" cy="442800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ADR x1, msg</a:t>
          </a:r>
        </a:p>
      </dsp:txBody>
      <dsp:txXfrm>
        <a:off x="431409" y="1478118"/>
        <a:ext cx="5693877" cy="399568"/>
      </dsp:txXfrm>
    </dsp:sp>
    <dsp:sp modelId="{CCF173AF-DCE4-47D9-81EF-A87C66D5DDD4}">
      <dsp:nvSpPr>
        <dsp:cNvPr id="0" name=""/>
        <dsp:cNvSpPr/>
      </dsp:nvSpPr>
      <dsp:spPr>
        <a:xfrm>
          <a:off x="0" y="2358302"/>
          <a:ext cx="819587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6A688-3C27-405D-B187-43AC8372FC32}">
      <dsp:nvSpPr>
        <dsp:cNvPr id="0" name=""/>
        <dsp:cNvSpPr/>
      </dsp:nvSpPr>
      <dsp:spPr>
        <a:xfrm>
          <a:off x="409793" y="2136902"/>
          <a:ext cx="5737109" cy="442800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MOV x2, #13</a:t>
          </a:r>
        </a:p>
      </dsp:txBody>
      <dsp:txXfrm>
        <a:off x="431409" y="2158518"/>
        <a:ext cx="5693877" cy="399568"/>
      </dsp:txXfrm>
    </dsp:sp>
    <dsp:sp modelId="{8C8EA7D8-6F6C-466A-9786-DEB48D90D187}">
      <dsp:nvSpPr>
        <dsp:cNvPr id="0" name=""/>
        <dsp:cNvSpPr/>
      </dsp:nvSpPr>
      <dsp:spPr>
        <a:xfrm>
          <a:off x="0" y="3038702"/>
          <a:ext cx="819587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96ED4-412C-4AAE-8E1D-AE73BBCFBE33}">
      <dsp:nvSpPr>
        <dsp:cNvPr id="0" name=""/>
        <dsp:cNvSpPr/>
      </dsp:nvSpPr>
      <dsp:spPr>
        <a:xfrm>
          <a:off x="409793" y="2817302"/>
          <a:ext cx="5737109" cy="442800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SVC 0</a:t>
          </a:r>
        </a:p>
      </dsp:txBody>
      <dsp:txXfrm>
        <a:off x="431409" y="2838918"/>
        <a:ext cx="5693877" cy="399568"/>
      </dsp:txXfrm>
    </dsp:sp>
    <dsp:sp modelId="{D2632634-8B84-48C6-8862-0837C3D7CD91}">
      <dsp:nvSpPr>
        <dsp:cNvPr id="0" name=""/>
        <dsp:cNvSpPr/>
      </dsp:nvSpPr>
      <dsp:spPr>
        <a:xfrm>
          <a:off x="0" y="3719102"/>
          <a:ext cx="8195871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E9D04-0547-41C9-A6DF-D3F4690AD40C}">
      <dsp:nvSpPr>
        <dsp:cNvPr id="0" name=""/>
        <dsp:cNvSpPr/>
      </dsp:nvSpPr>
      <dsp:spPr>
        <a:xfrm>
          <a:off x="409793" y="3497702"/>
          <a:ext cx="5737109" cy="4428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849" tIns="0" rIns="21684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RET</a:t>
          </a:r>
        </a:p>
      </dsp:txBody>
      <dsp:txXfrm>
        <a:off x="431409" y="3519318"/>
        <a:ext cx="5693877" cy="399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3EBF8C-0D4F-4575-B632-0BF17AFD3AF1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F0838-3BA1-4293-9AE6-A774FA1D1DA8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Una syscall permite ejecutar operaciones del SO desde ensamblador.</a:t>
          </a:r>
        </a:p>
      </dsp:txBody>
      <dsp:txXfrm>
        <a:off x="78583" y="2435142"/>
        <a:ext cx="2399612" cy="720000"/>
      </dsp:txXfrm>
    </dsp:sp>
    <dsp:sp modelId="{D3196B01-B5E9-431E-8BC1-D0E63F00F8CF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A5A4E-8BAD-4AB7-9C22-0BCE8C3BA5C4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Los registros se usan para pasar parámetros y obtener resultados.</a:t>
          </a:r>
        </a:p>
      </dsp:txBody>
      <dsp:txXfrm>
        <a:off x="2898129" y="2435142"/>
        <a:ext cx="2399612" cy="720000"/>
      </dsp:txXfrm>
    </dsp:sp>
    <dsp:sp modelId="{DB06AE9D-657E-4EFD-B77B-2D9F030FCC43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8D5E3-460E-4F5A-8E27-253BDFD33180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Las directivas controlan la organización y definición de símbolos.</a:t>
          </a:r>
        </a:p>
      </dsp:txBody>
      <dsp:txXfrm>
        <a:off x="5717674" y="2435142"/>
        <a:ext cx="2399612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65A7C2-95E8-4D1E-9ADD-CB3D73625975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BEBB1-2FE1-4F7F-B5A8-7474FB472BE2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Ética profesional: uso correcto de los recursos del sistema.</a:t>
          </a:r>
        </a:p>
      </dsp:txBody>
      <dsp:txXfrm>
        <a:off x="85060" y="2776702"/>
        <a:ext cx="3690000" cy="720000"/>
      </dsp:txXfrm>
    </dsp:sp>
    <dsp:sp modelId="{8B7C8AB2-E454-4D44-8540-C6B99D3C183D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DE213-7635-415C-AC17-0FF23738A169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Responsabilidad: comprender los límites entre software y hardware.</a:t>
          </a:r>
        </a:p>
      </dsp:txBody>
      <dsp:txXfrm>
        <a:off x="4420810" y="2776702"/>
        <a:ext cx="369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F6B398-B89F-459C-9D5F-7E525B8F4F3F}">
      <dsp:nvSpPr>
        <dsp:cNvPr id="0" name=""/>
        <dsp:cNvSpPr/>
      </dsp:nvSpPr>
      <dsp:spPr>
        <a:xfrm>
          <a:off x="1769901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335139"/>
        <a:ext cx="12741" cy="2550"/>
      </dsp:txXfrm>
    </dsp:sp>
    <dsp:sp modelId="{CCE262C4-DF83-489C-B7DE-F1C288762D85}">
      <dsp:nvSpPr>
        <dsp:cNvPr id="0" name=""/>
        <dsp:cNvSpPr/>
      </dsp:nvSpPr>
      <dsp:spPr>
        <a:xfrm>
          <a:off x="663717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¿Qué instrucción ejecuta una syscall?</a:t>
          </a:r>
        </a:p>
      </dsp:txBody>
      <dsp:txXfrm>
        <a:off x="663717" y="4020"/>
        <a:ext cx="1107984" cy="664790"/>
      </dsp:txXfrm>
    </dsp:sp>
    <dsp:sp modelId="{0B097742-681D-4E95-890F-6C14E309D7A4}">
      <dsp:nvSpPr>
        <dsp:cNvPr id="0" name=""/>
        <dsp:cNvSpPr/>
      </dsp:nvSpPr>
      <dsp:spPr>
        <a:xfrm>
          <a:off x="3132721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03544"/>
              <a:satOff val="-254"/>
              <a:lumOff val="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335139"/>
        <a:ext cx="12741" cy="2550"/>
      </dsp:txXfrm>
    </dsp:sp>
    <dsp:sp modelId="{AE2CD3E3-F9FD-4984-B734-FB61770F5625}">
      <dsp:nvSpPr>
        <dsp:cNvPr id="0" name=""/>
        <dsp:cNvSpPr/>
      </dsp:nvSpPr>
      <dsp:spPr>
        <a:xfrm>
          <a:off x="2026537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95063"/>
                <a:satOff val="-243"/>
                <a:lumOff val="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5063"/>
                <a:satOff val="-243"/>
                <a:lumOff val="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BL</a:t>
          </a:r>
        </a:p>
      </dsp:txBody>
      <dsp:txXfrm>
        <a:off x="2026537" y="4020"/>
        <a:ext cx="1107984" cy="664790"/>
      </dsp:txXfrm>
    </dsp:sp>
    <dsp:sp modelId="{80BC7F36-AC8C-4E07-B9FF-D51213389D7D}">
      <dsp:nvSpPr>
        <dsp:cNvPr id="0" name=""/>
        <dsp:cNvSpPr/>
      </dsp:nvSpPr>
      <dsp:spPr>
        <a:xfrm>
          <a:off x="4495542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07089"/>
              <a:satOff val="-508"/>
              <a:lumOff val="11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335139"/>
        <a:ext cx="12741" cy="2550"/>
      </dsp:txXfrm>
    </dsp:sp>
    <dsp:sp modelId="{D3414ACE-E485-4217-9967-DABB57C8B38A}">
      <dsp:nvSpPr>
        <dsp:cNvPr id="0" name=""/>
        <dsp:cNvSpPr/>
      </dsp:nvSpPr>
      <dsp:spPr>
        <a:xfrm>
          <a:off x="3389357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90127"/>
                <a:satOff val="-487"/>
                <a:lumOff val="1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0127"/>
                <a:satOff val="-487"/>
                <a:lumOff val="1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SVC</a:t>
          </a:r>
        </a:p>
      </dsp:txBody>
      <dsp:txXfrm>
        <a:off x="3389357" y="4020"/>
        <a:ext cx="1107984" cy="664790"/>
      </dsp:txXfrm>
    </dsp:sp>
    <dsp:sp modelId="{71118C72-142F-4D8A-8209-F6F0C5C2D330}">
      <dsp:nvSpPr>
        <dsp:cNvPr id="0" name=""/>
        <dsp:cNvSpPr/>
      </dsp:nvSpPr>
      <dsp:spPr>
        <a:xfrm>
          <a:off x="5858362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610633"/>
              <a:satOff val="-762"/>
              <a:lumOff val="17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335139"/>
        <a:ext cx="12741" cy="2550"/>
      </dsp:txXfrm>
    </dsp:sp>
    <dsp:sp modelId="{62612CD5-4713-4C90-A1AC-272A9440CAB8}">
      <dsp:nvSpPr>
        <dsp:cNvPr id="0" name=""/>
        <dsp:cNvSpPr/>
      </dsp:nvSpPr>
      <dsp:spPr>
        <a:xfrm>
          <a:off x="4752178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585190"/>
                <a:satOff val="-730"/>
                <a:lumOff val="1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85190"/>
                <a:satOff val="-730"/>
                <a:lumOff val="1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MOV</a:t>
          </a:r>
        </a:p>
      </dsp:txBody>
      <dsp:txXfrm>
        <a:off x="4752178" y="4020"/>
        <a:ext cx="1107984" cy="664790"/>
      </dsp:txXfrm>
    </dsp:sp>
    <dsp:sp modelId="{2485EF8C-E977-4E05-BBAF-81AA79673D88}">
      <dsp:nvSpPr>
        <dsp:cNvPr id="0" name=""/>
        <dsp:cNvSpPr/>
      </dsp:nvSpPr>
      <dsp:spPr>
        <a:xfrm>
          <a:off x="1217709" y="667010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814177"/>
              <a:satOff val="-1015"/>
              <a:lumOff val="23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777853"/>
        <a:ext cx="272861" cy="2550"/>
      </dsp:txXfrm>
    </dsp:sp>
    <dsp:sp modelId="{3E782AAD-EC5C-47AB-BB2C-4D01454E7AE7}">
      <dsp:nvSpPr>
        <dsp:cNvPr id="0" name=""/>
        <dsp:cNvSpPr/>
      </dsp:nvSpPr>
      <dsp:spPr>
        <a:xfrm>
          <a:off x="6114998" y="402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780253"/>
                <a:satOff val="-973"/>
                <a:lumOff val="2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780253"/>
                <a:satOff val="-973"/>
                <a:lumOff val="2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RET</a:t>
          </a:r>
        </a:p>
      </dsp:txBody>
      <dsp:txXfrm>
        <a:off x="6114998" y="4020"/>
        <a:ext cx="1107984" cy="664790"/>
      </dsp:txXfrm>
    </dsp:sp>
    <dsp:sp modelId="{B73EBCE0-B97D-4411-B480-5B95FFF78819}">
      <dsp:nvSpPr>
        <dsp:cNvPr id="0" name=""/>
        <dsp:cNvSpPr/>
      </dsp:nvSpPr>
      <dsp:spPr>
        <a:xfrm>
          <a:off x="1769901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017721"/>
              <a:satOff val="-1269"/>
              <a:lumOff val="29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1254766"/>
        <a:ext cx="12741" cy="2550"/>
      </dsp:txXfrm>
    </dsp:sp>
    <dsp:sp modelId="{DBBABDED-4F1A-47FA-A75E-43CEFDECA369}">
      <dsp:nvSpPr>
        <dsp:cNvPr id="0" name=""/>
        <dsp:cNvSpPr/>
      </dsp:nvSpPr>
      <dsp:spPr>
        <a:xfrm>
          <a:off x="663717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975316"/>
                <a:satOff val="-1216"/>
                <a:lumOff val="2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75316"/>
                <a:satOff val="-1216"/>
                <a:lumOff val="2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¿Qué directiva define una variable de texto?</a:t>
          </a:r>
        </a:p>
      </dsp:txBody>
      <dsp:txXfrm>
        <a:off x="663717" y="923646"/>
        <a:ext cx="1107984" cy="664790"/>
      </dsp:txXfrm>
    </dsp:sp>
    <dsp:sp modelId="{228E4B2B-C82B-4CAB-B554-0AD2EECC39F8}">
      <dsp:nvSpPr>
        <dsp:cNvPr id="0" name=""/>
        <dsp:cNvSpPr/>
      </dsp:nvSpPr>
      <dsp:spPr>
        <a:xfrm>
          <a:off x="3132721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221266"/>
              <a:satOff val="-1523"/>
              <a:lumOff val="3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1254766"/>
        <a:ext cx="12741" cy="2550"/>
      </dsp:txXfrm>
    </dsp:sp>
    <dsp:sp modelId="{B2679CAA-3808-4EE0-B0E0-A26977C006C1}">
      <dsp:nvSpPr>
        <dsp:cNvPr id="0" name=""/>
        <dsp:cNvSpPr/>
      </dsp:nvSpPr>
      <dsp:spPr>
        <a:xfrm>
          <a:off x="2026537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.word</a:t>
          </a:r>
        </a:p>
      </dsp:txBody>
      <dsp:txXfrm>
        <a:off x="2026537" y="923646"/>
        <a:ext cx="1107984" cy="664790"/>
      </dsp:txXfrm>
    </dsp:sp>
    <dsp:sp modelId="{03E28D09-7F10-4397-9EF2-341FE520255F}">
      <dsp:nvSpPr>
        <dsp:cNvPr id="0" name=""/>
        <dsp:cNvSpPr/>
      </dsp:nvSpPr>
      <dsp:spPr>
        <a:xfrm>
          <a:off x="4495542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424810"/>
              <a:satOff val="-1777"/>
              <a:lumOff val="41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1254766"/>
        <a:ext cx="12741" cy="2550"/>
      </dsp:txXfrm>
    </dsp:sp>
    <dsp:sp modelId="{8FD924E0-C0CF-4121-B524-40597F647C4A}">
      <dsp:nvSpPr>
        <dsp:cNvPr id="0" name=""/>
        <dsp:cNvSpPr/>
      </dsp:nvSpPr>
      <dsp:spPr>
        <a:xfrm>
          <a:off x="3389357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365443"/>
                <a:satOff val="-1703"/>
                <a:lumOff val="40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365443"/>
                <a:satOff val="-1703"/>
                <a:lumOff val="40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.asciz</a:t>
          </a:r>
        </a:p>
      </dsp:txBody>
      <dsp:txXfrm>
        <a:off x="3389357" y="923646"/>
        <a:ext cx="1107984" cy="664790"/>
      </dsp:txXfrm>
    </dsp:sp>
    <dsp:sp modelId="{3E112D97-8829-4299-9E4A-2200AB309F52}">
      <dsp:nvSpPr>
        <dsp:cNvPr id="0" name=""/>
        <dsp:cNvSpPr/>
      </dsp:nvSpPr>
      <dsp:spPr>
        <a:xfrm>
          <a:off x="5858362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1628354"/>
              <a:satOff val="-2031"/>
              <a:lumOff val="47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1254766"/>
        <a:ext cx="12741" cy="2550"/>
      </dsp:txXfrm>
    </dsp:sp>
    <dsp:sp modelId="{215FABD6-5107-4B1B-83D4-1436CD5CC141}">
      <dsp:nvSpPr>
        <dsp:cNvPr id="0" name=""/>
        <dsp:cNvSpPr/>
      </dsp:nvSpPr>
      <dsp:spPr>
        <a:xfrm>
          <a:off x="4752178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.byte</a:t>
          </a:r>
        </a:p>
      </dsp:txBody>
      <dsp:txXfrm>
        <a:off x="4752178" y="923646"/>
        <a:ext cx="1107984" cy="664790"/>
      </dsp:txXfrm>
    </dsp:sp>
    <dsp:sp modelId="{4FF4C1BF-8B60-4B53-A83A-B94C4C5E8E88}">
      <dsp:nvSpPr>
        <dsp:cNvPr id="0" name=""/>
        <dsp:cNvSpPr/>
      </dsp:nvSpPr>
      <dsp:spPr>
        <a:xfrm>
          <a:off x="1217709" y="1586637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1831899"/>
              <a:satOff val="-2285"/>
              <a:lumOff val="5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1697480"/>
        <a:ext cx="272861" cy="2550"/>
      </dsp:txXfrm>
    </dsp:sp>
    <dsp:sp modelId="{9DD973CD-F7D2-4B76-B9E0-44CA459D31F7}">
      <dsp:nvSpPr>
        <dsp:cNvPr id="0" name=""/>
        <dsp:cNvSpPr/>
      </dsp:nvSpPr>
      <dsp:spPr>
        <a:xfrm>
          <a:off x="6114998" y="923646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755570"/>
                <a:satOff val="-2190"/>
                <a:lumOff val="5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755570"/>
                <a:satOff val="-2190"/>
                <a:lumOff val="5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.global</a:t>
          </a:r>
        </a:p>
      </dsp:txBody>
      <dsp:txXfrm>
        <a:off x="6114998" y="923646"/>
        <a:ext cx="1107984" cy="664790"/>
      </dsp:txXfrm>
    </dsp:sp>
    <dsp:sp modelId="{C4CAAA90-42FF-4B41-BE4B-E8ABBBDA6A61}">
      <dsp:nvSpPr>
        <dsp:cNvPr id="0" name=""/>
        <dsp:cNvSpPr/>
      </dsp:nvSpPr>
      <dsp:spPr>
        <a:xfrm>
          <a:off x="1769901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035443"/>
              <a:satOff val="-2539"/>
              <a:lumOff val="59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2174393"/>
        <a:ext cx="12741" cy="2550"/>
      </dsp:txXfrm>
    </dsp:sp>
    <dsp:sp modelId="{F53B8F0F-78FB-4217-9B3F-1F7700A212E7}">
      <dsp:nvSpPr>
        <dsp:cNvPr id="0" name=""/>
        <dsp:cNvSpPr/>
      </dsp:nvSpPr>
      <dsp:spPr>
        <a:xfrm>
          <a:off x="663717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1950633"/>
                <a:satOff val="-2433"/>
                <a:lumOff val="5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50633"/>
                <a:satOff val="-2433"/>
                <a:lumOff val="5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¿Cuál registro indica el número de syscall?</a:t>
          </a:r>
        </a:p>
      </dsp:txBody>
      <dsp:txXfrm>
        <a:off x="663717" y="1843273"/>
        <a:ext cx="1107984" cy="664790"/>
      </dsp:txXfrm>
    </dsp:sp>
    <dsp:sp modelId="{7C49E193-2A5A-4CA6-8388-239CF88189CF}">
      <dsp:nvSpPr>
        <dsp:cNvPr id="0" name=""/>
        <dsp:cNvSpPr/>
      </dsp:nvSpPr>
      <dsp:spPr>
        <a:xfrm>
          <a:off x="3132721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238987"/>
              <a:satOff val="-2793"/>
              <a:lumOff val="6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2174393"/>
        <a:ext cx="12741" cy="2550"/>
      </dsp:txXfrm>
    </dsp:sp>
    <dsp:sp modelId="{7EBF0BE4-09BF-477E-83CE-B766A736CDD6}">
      <dsp:nvSpPr>
        <dsp:cNvPr id="0" name=""/>
        <dsp:cNvSpPr/>
      </dsp:nvSpPr>
      <dsp:spPr>
        <a:xfrm>
          <a:off x="2026537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145696"/>
                <a:satOff val="-2676"/>
                <a:lumOff val="6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145696"/>
                <a:satOff val="-2676"/>
                <a:lumOff val="6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x0</a:t>
          </a:r>
        </a:p>
      </dsp:txBody>
      <dsp:txXfrm>
        <a:off x="2026537" y="1843273"/>
        <a:ext cx="1107984" cy="664790"/>
      </dsp:txXfrm>
    </dsp:sp>
    <dsp:sp modelId="{142F68B0-2241-4710-B6EF-167E085C2B1E}">
      <dsp:nvSpPr>
        <dsp:cNvPr id="0" name=""/>
        <dsp:cNvSpPr/>
      </dsp:nvSpPr>
      <dsp:spPr>
        <a:xfrm>
          <a:off x="4495542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442532"/>
              <a:satOff val="-3046"/>
              <a:lumOff val="71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2174393"/>
        <a:ext cx="12741" cy="2550"/>
      </dsp:txXfrm>
    </dsp:sp>
    <dsp:sp modelId="{94BFAB57-48C2-485F-8ECA-0D4A8ADAF283}">
      <dsp:nvSpPr>
        <dsp:cNvPr id="0" name=""/>
        <dsp:cNvSpPr/>
      </dsp:nvSpPr>
      <dsp:spPr>
        <a:xfrm>
          <a:off x="3389357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x8</a:t>
          </a:r>
        </a:p>
      </dsp:txBody>
      <dsp:txXfrm>
        <a:off x="3389357" y="1843273"/>
        <a:ext cx="1107984" cy="664790"/>
      </dsp:txXfrm>
    </dsp:sp>
    <dsp:sp modelId="{7F3CADFA-08A6-4DE4-94A5-47475C8FCB37}">
      <dsp:nvSpPr>
        <dsp:cNvPr id="0" name=""/>
        <dsp:cNvSpPr/>
      </dsp:nvSpPr>
      <dsp:spPr>
        <a:xfrm>
          <a:off x="5858362" y="2129949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2646076"/>
              <a:satOff val="-3300"/>
              <a:lumOff val="7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2174393"/>
        <a:ext cx="12741" cy="2550"/>
      </dsp:txXfrm>
    </dsp:sp>
    <dsp:sp modelId="{67F9BFBF-89FF-4BDF-BAD1-8349D854207E}">
      <dsp:nvSpPr>
        <dsp:cNvPr id="0" name=""/>
        <dsp:cNvSpPr/>
      </dsp:nvSpPr>
      <dsp:spPr>
        <a:xfrm>
          <a:off x="4752178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535823"/>
                <a:satOff val="-3163"/>
                <a:lumOff val="74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535823"/>
                <a:satOff val="-3163"/>
                <a:lumOff val="74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x1</a:t>
          </a:r>
        </a:p>
      </dsp:txBody>
      <dsp:txXfrm>
        <a:off x="4752178" y="1843273"/>
        <a:ext cx="1107984" cy="664790"/>
      </dsp:txXfrm>
    </dsp:sp>
    <dsp:sp modelId="{E753B388-BD0E-4C3C-B1E3-4479300850CA}">
      <dsp:nvSpPr>
        <dsp:cNvPr id="0" name=""/>
        <dsp:cNvSpPr/>
      </dsp:nvSpPr>
      <dsp:spPr>
        <a:xfrm>
          <a:off x="1217709" y="2506264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2849620"/>
              <a:satOff val="-3554"/>
              <a:lumOff val="83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2617106"/>
        <a:ext cx="272861" cy="2550"/>
      </dsp:txXfrm>
    </dsp:sp>
    <dsp:sp modelId="{EB242FD6-C4EB-44DD-93B8-07EBB8DEFC13}">
      <dsp:nvSpPr>
        <dsp:cNvPr id="0" name=""/>
        <dsp:cNvSpPr/>
      </dsp:nvSpPr>
      <dsp:spPr>
        <a:xfrm>
          <a:off x="6114998" y="1843273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730886"/>
                <a:satOff val="-3406"/>
                <a:lumOff val="8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730886"/>
                <a:satOff val="-3406"/>
                <a:lumOff val="8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x30</a:t>
          </a:r>
        </a:p>
      </dsp:txBody>
      <dsp:txXfrm>
        <a:off x="6114998" y="1843273"/>
        <a:ext cx="1107984" cy="664790"/>
      </dsp:txXfrm>
    </dsp:sp>
    <dsp:sp modelId="{772273E6-32C0-46F5-B9D4-FA30BC0F575D}">
      <dsp:nvSpPr>
        <dsp:cNvPr id="0" name=""/>
        <dsp:cNvSpPr/>
      </dsp:nvSpPr>
      <dsp:spPr>
        <a:xfrm>
          <a:off x="1769901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053165"/>
              <a:satOff val="-3808"/>
              <a:lumOff val="89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3094020"/>
        <a:ext cx="12741" cy="2550"/>
      </dsp:txXfrm>
    </dsp:sp>
    <dsp:sp modelId="{40D1929C-6A5F-481F-81BC-2166F4C9D2EA}">
      <dsp:nvSpPr>
        <dsp:cNvPr id="0" name=""/>
        <dsp:cNvSpPr/>
      </dsp:nvSpPr>
      <dsp:spPr>
        <a:xfrm>
          <a:off x="663717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2925949"/>
                <a:satOff val="-3649"/>
                <a:lumOff val="8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925949"/>
                <a:satOff val="-3649"/>
                <a:lumOff val="8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¿Qué directiva se usa para datos no inicializados?</a:t>
          </a:r>
        </a:p>
      </dsp:txBody>
      <dsp:txXfrm>
        <a:off x="663717" y="2762900"/>
        <a:ext cx="1107984" cy="664790"/>
      </dsp:txXfrm>
    </dsp:sp>
    <dsp:sp modelId="{7B183A7B-B81B-4C16-8654-A58B633805F8}">
      <dsp:nvSpPr>
        <dsp:cNvPr id="0" name=""/>
        <dsp:cNvSpPr/>
      </dsp:nvSpPr>
      <dsp:spPr>
        <a:xfrm>
          <a:off x="3132721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256709"/>
              <a:satOff val="-4062"/>
              <a:lumOff val="95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3094020"/>
        <a:ext cx="12741" cy="2550"/>
      </dsp:txXfrm>
    </dsp:sp>
    <dsp:sp modelId="{DF2BE97A-515C-44F5-89BF-E7F7653CAE51}">
      <dsp:nvSpPr>
        <dsp:cNvPr id="0" name=""/>
        <dsp:cNvSpPr/>
      </dsp:nvSpPr>
      <dsp:spPr>
        <a:xfrm>
          <a:off x="2026537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.bss</a:t>
          </a:r>
        </a:p>
      </dsp:txBody>
      <dsp:txXfrm>
        <a:off x="2026537" y="2762900"/>
        <a:ext cx="1107984" cy="664790"/>
      </dsp:txXfrm>
    </dsp:sp>
    <dsp:sp modelId="{4BC89E45-D146-425D-A097-AD0405EAE8C4}">
      <dsp:nvSpPr>
        <dsp:cNvPr id="0" name=""/>
        <dsp:cNvSpPr/>
      </dsp:nvSpPr>
      <dsp:spPr>
        <a:xfrm>
          <a:off x="4495542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460253"/>
              <a:satOff val="-4316"/>
              <a:lumOff val="10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3094020"/>
        <a:ext cx="12741" cy="2550"/>
      </dsp:txXfrm>
    </dsp:sp>
    <dsp:sp modelId="{B1B50EDF-4E7E-419D-96CD-E37D22DABD6F}">
      <dsp:nvSpPr>
        <dsp:cNvPr id="0" name=""/>
        <dsp:cNvSpPr/>
      </dsp:nvSpPr>
      <dsp:spPr>
        <a:xfrm>
          <a:off x="3389357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316076"/>
                <a:satOff val="-4136"/>
                <a:lumOff val="9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316076"/>
                <a:satOff val="-4136"/>
                <a:lumOff val="9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.data</a:t>
          </a:r>
        </a:p>
      </dsp:txBody>
      <dsp:txXfrm>
        <a:off x="3389357" y="2762900"/>
        <a:ext cx="1107984" cy="664790"/>
      </dsp:txXfrm>
    </dsp:sp>
    <dsp:sp modelId="{CF350667-DA32-41BD-922F-04019A1D9925}">
      <dsp:nvSpPr>
        <dsp:cNvPr id="0" name=""/>
        <dsp:cNvSpPr/>
      </dsp:nvSpPr>
      <dsp:spPr>
        <a:xfrm>
          <a:off x="5858362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3663797"/>
              <a:satOff val="-4570"/>
              <a:lumOff val="107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3094020"/>
        <a:ext cx="12741" cy="2550"/>
      </dsp:txXfrm>
    </dsp:sp>
    <dsp:sp modelId="{C7BDE2C7-D499-4ED5-9332-BAB6B563FC4B}">
      <dsp:nvSpPr>
        <dsp:cNvPr id="0" name=""/>
        <dsp:cNvSpPr/>
      </dsp:nvSpPr>
      <dsp:spPr>
        <a:xfrm>
          <a:off x="4752178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.text</a:t>
          </a:r>
        </a:p>
      </dsp:txBody>
      <dsp:txXfrm>
        <a:off x="4752178" y="2762900"/>
        <a:ext cx="1107984" cy="664790"/>
      </dsp:txXfrm>
    </dsp:sp>
    <dsp:sp modelId="{AAC8886D-488D-430E-B90E-08102598F9E1}">
      <dsp:nvSpPr>
        <dsp:cNvPr id="0" name=""/>
        <dsp:cNvSpPr/>
      </dsp:nvSpPr>
      <dsp:spPr>
        <a:xfrm>
          <a:off x="1217709" y="3425891"/>
          <a:ext cx="5451281" cy="224236"/>
        </a:xfrm>
        <a:custGeom>
          <a:avLst/>
          <a:gdLst/>
          <a:ahLst/>
          <a:cxnLst/>
          <a:rect l="0" t="0" r="0" b="0"/>
          <a:pathLst>
            <a:path>
              <a:moveTo>
                <a:pt x="5451281" y="0"/>
              </a:moveTo>
              <a:lnTo>
                <a:pt x="5451281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9525" cap="flat" cmpd="sng" algn="ctr">
          <a:solidFill>
            <a:schemeClr val="accent2">
              <a:hueOff val="3867342"/>
              <a:satOff val="-4824"/>
              <a:lumOff val="113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6919" y="3536733"/>
        <a:ext cx="272861" cy="2550"/>
      </dsp:txXfrm>
    </dsp:sp>
    <dsp:sp modelId="{65EBA16D-00DE-4C4C-8606-322E792122BA}">
      <dsp:nvSpPr>
        <dsp:cNvPr id="0" name=""/>
        <dsp:cNvSpPr/>
      </dsp:nvSpPr>
      <dsp:spPr>
        <a:xfrm>
          <a:off x="6114998" y="2762900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706203"/>
                <a:satOff val="-4623"/>
                <a:lumOff val="108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06203"/>
                <a:satOff val="-4623"/>
                <a:lumOff val="108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.equ</a:t>
          </a:r>
        </a:p>
      </dsp:txBody>
      <dsp:txXfrm>
        <a:off x="6114998" y="2762900"/>
        <a:ext cx="1107984" cy="664790"/>
      </dsp:txXfrm>
    </dsp:sp>
    <dsp:sp modelId="{E03E0A4D-1FD4-42C9-8F26-977F4FA98BE0}">
      <dsp:nvSpPr>
        <dsp:cNvPr id="0" name=""/>
        <dsp:cNvSpPr/>
      </dsp:nvSpPr>
      <dsp:spPr>
        <a:xfrm>
          <a:off x="1769901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070886"/>
              <a:satOff val="-5077"/>
              <a:lumOff val="11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75648" y="4013647"/>
        <a:ext cx="12741" cy="2550"/>
      </dsp:txXfrm>
    </dsp:sp>
    <dsp:sp modelId="{C6F39ADA-2C98-4128-AEB8-DE42EA6F5CC5}">
      <dsp:nvSpPr>
        <dsp:cNvPr id="0" name=""/>
        <dsp:cNvSpPr/>
      </dsp:nvSpPr>
      <dsp:spPr>
        <a:xfrm>
          <a:off x="663717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3901266"/>
                <a:satOff val="-4866"/>
                <a:lumOff val="114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01266"/>
                <a:satOff val="-4866"/>
                <a:lumOff val="114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5. ¿Cuál instrucción finaliza un programa?</a:t>
          </a:r>
        </a:p>
      </dsp:txBody>
      <dsp:txXfrm>
        <a:off x="663717" y="3682527"/>
        <a:ext cx="1107984" cy="664790"/>
      </dsp:txXfrm>
    </dsp:sp>
    <dsp:sp modelId="{FED8C055-2806-439D-9E2F-0602AE530879}">
      <dsp:nvSpPr>
        <dsp:cNvPr id="0" name=""/>
        <dsp:cNvSpPr/>
      </dsp:nvSpPr>
      <dsp:spPr>
        <a:xfrm>
          <a:off x="3132721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274431"/>
              <a:satOff val="-5331"/>
              <a:lumOff val="125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38468" y="4013647"/>
        <a:ext cx="12741" cy="2550"/>
      </dsp:txXfrm>
    </dsp:sp>
    <dsp:sp modelId="{EBACB791-A783-4999-8D7D-4F4706165D3B}">
      <dsp:nvSpPr>
        <dsp:cNvPr id="0" name=""/>
        <dsp:cNvSpPr/>
      </dsp:nvSpPr>
      <dsp:spPr>
        <a:xfrm>
          <a:off x="2026537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096329"/>
                <a:satOff val="-5109"/>
                <a:lumOff val="12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096329"/>
                <a:satOff val="-5109"/>
                <a:lumOff val="12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SVC</a:t>
          </a:r>
        </a:p>
      </dsp:txBody>
      <dsp:txXfrm>
        <a:off x="2026537" y="3682527"/>
        <a:ext cx="1107984" cy="664790"/>
      </dsp:txXfrm>
    </dsp:sp>
    <dsp:sp modelId="{5EB29CAE-2467-47E7-987D-1B57240866FC}">
      <dsp:nvSpPr>
        <dsp:cNvPr id="0" name=""/>
        <dsp:cNvSpPr/>
      </dsp:nvSpPr>
      <dsp:spPr>
        <a:xfrm>
          <a:off x="4495542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477975"/>
              <a:satOff val="-5585"/>
              <a:lumOff val="131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01289" y="4013647"/>
        <a:ext cx="12741" cy="2550"/>
      </dsp:txXfrm>
    </dsp:sp>
    <dsp:sp modelId="{C919A70A-7582-49A6-ADDC-B9D5D05D1A5C}">
      <dsp:nvSpPr>
        <dsp:cNvPr id="0" name=""/>
        <dsp:cNvSpPr/>
      </dsp:nvSpPr>
      <dsp:spPr>
        <a:xfrm>
          <a:off x="3389357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291393"/>
                <a:satOff val="-5352"/>
                <a:lumOff val="125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291393"/>
                <a:satOff val="-5352"/>
                <a:lumOff val="125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BL</a:t>
          </a:r>
        </a:p>
      </dsp:txBody>
      <dsp:txXfrm>
        <a:off x="3389357" y="3682527"/>
        <a:ext cx="1107984" cy="664790"/>
      </dsp:txXfrm>
    </dsp:sp>
    <dsp:sp modelId="{B861236A-02B2-4D74-8745-7E5C6BBFB93A}">
      <dsp:nvSpPr>
        <dsp:cNvPr id="0" name=""/>
        <dsp:cNvSpPr/>
      </dsp:nvSpPr>
      <dsp:spPr>
        <a:xfrm>
          <a:off x="5858362" y="396920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64109" y="4013647"/>
        <a:ext cx="12741" cy="2550"/>
      </dsp:txXfrm>
    </dsp:sp>
    <dsp:sp modelId="{7443809F-8475-4CEC-B68F-2D2F0DA02A4F}">
      <dsp:nvSpPr>
        <dsp:cNvPr id="0" name=""/>
        <dsp:cNvSpPr/>
      </dsp:nvSpPr>
      <dsp:spPr>
        <a:xfrm>
          <a:off x="4752178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486456"/>
                <a:satOff val="-5596"/>
                <a:lumOff val="131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486456"/>
                <a:satOff val="-5596"/>
                <a:lumOff val="131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RET</a:t>
          </a:r>
        </a:p>
      </dsp:txBody>
      <dsp:txXfrm>
        <a:off x="4752178" y="3682527"/>
        <a:ext cx="1107984" cy="664790"/>
      </dsp:txXfrm>
    </dsp:sp>
    <dsp:sp modelId="{DE4A4DC4-8E6F-4005-9BD1-BFCF3E710BA9}">
      <dsp:nvSpPr>
        <dsp:cNvPr id="0" name=""/>
        <dsp:cNvSpPr/>
      </dsp:nvSpPr>
      <dsp:spPr>
        <a:xfrm>
          <a:off x="6114998" y="3682527"/>
          <a:ext cx="1107984" cy="664790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CMP</a:t>
          </a:r>
        </a:p>
      </dsp:txBody>
      <dsp:txXfrm>
        <a:off x="6114998" y="3682527"/>
        <a:ext cx="1107984" cy="6647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3A709-FC3D-42AA-9817-B1C1CE549671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7F00F-1C65-4E26-AEB5-E6BA2AF68F93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D9A59-085B-4C23-BD7E-F32EBB6EB31D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ARM64 – Raspberry Pi (material técnico)</a:t>
          </a:r>
        </a:p>
      </dsp:txBody>
      <dsp:txXfrm>
        <a:off x="46529" y="2703902"/>
        <a:ext cx="2418750" cy="720000"/>
      </dsp:txXfrm>
    </dsp:sp>
    <dsp:sp modelId="{0B348EBD-5F7F-40A7-9309-64F1EF04F187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360BE-FD8C-43FF-9123-710EF3B521C5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D510E-1D2A-42A8-BB39-B9105B6B1B2A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GNU Assembler (GAS) Manual</a:t>
          </a:r>
        </a:p>
      </dsp:txBody>
      <dsp:txXfrm>
        <a:off x="2888560" y="2703902"/>
        <a:ext cx="2418750" cy="720000"/>
      </dsp:txXfrm>
    </dsp:sp>
    <dsp:sp modelId="{053E6F13-6CA7-4C33-85F7-359C82763DAC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1391A-881E-4584-9304-E62CA40F9C3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4BF4A-2B6D-4633-BB62-53E9794B24F9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Patterson &amp; Hennessy (2018)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2816" y="1371600"/>
            <a:ext cx="855837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dirty="0" err="1"/>
              <a:t>Arquitectura</a:t>
            </a:r>
            <a:r>
              <a:rPr sz="3200" dirty="0"/>
              <a:t> de </a:t>
            </a:r>
            <a:r>
              <a:rPr sz="3200" dirty="0" err="1"/>
              <a:t>Computadoras</a:t>
            </a:r>
            <a:r>
              <a:rPr sz="3200" dirty="0"/>
              <a:t> y </a:t>
            </a:r>
            <a:r>
              <a:rPr sz="3200" dirty="0" err="1"/>
              <a:t>Ensambladores</a:t>
            </a:r>
            <a:r>
              <a:rPr sz="3200" dirty="0"/>
              <a:t> 1</a:t>
            </a:r>
          </a:p>
          <a:p>
            <a:pPr algn="ctr"/>
            <a:r>
              <a:rPr sz="3200" dirty="0"/>
              <a:t>Semana 9: </a:t>
            </a:r>
            <a:r>
              <a:rPr sz="3200" dirty="0" err="1"/>
              <a:t>Syscalls</a:t>
            </a:r>
            <a:r>
              <a:rPr sz="3200" dirty="0"/>
              <a:t> y Directivas de </a:t>
            </a:r>
            <a:r>
              <a:rPr sz="3200" dirty="0" err="1"/>
              <a:t>Ensamblador</a:t>
            </a:r>
            <a:endParaRPr sz="3200" dirty="0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63B43DA-0D4F-4A6E-956F-FB37ABF5DA40}"/>
              </a:ext>
            </a:extLst>
          </p:cNvPr>
          <p:cNvGraphicFramePr/>
          <p:nvPr/>
        </p:nvGraphicFramePr>
        <p:xfrm>
          <a:off x="914400" y="3200400"/>
          <a:ext cx="73152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Competencia que desarrollaremos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El estudiante comprende el uso de llamadas al sistema (syscalls) y directivas de ensamblador para la gestión de entrada/salida y manejo de memoria en ARM64.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Contenido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722C77-7B41-DED5-FB42-7E2CAF8EB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68881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Ejemplo práctico – Llamada al sistema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17657B-3599-E45D-E65E-E19217EA3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62999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Ejemplo práctico – Directivas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 dirty="0"/>
              <a:t>.data</a:t>
            </a:r>
          </a:p>
          <a:p>
            <a:r>
              <a:rPr lang="es-ES" sz="1700" dirty="0" err="1"/>
              <a:t>msg</a:t>
            </a:r>
            <a:r>
              <a:rPr lang="es-ES" sz="1700" dirty="0"/>
              <a:t>: .</a:t>
            </a:r>
            <a:r>
              <a:rPr lang="es-ES" sz="1700" dirty="0" err="1"/>
              <a:t>asciz</a:t>
            </a:r>
            <a:r>
              <a:rPr lang="es-ES" sz="1700" dirty="0"/>
              <a:t> "Hola ARM64!\n"</a:t>
            </a:r>
          </a:p>
          <a:p>
            <a:r>
              <a:rPr lang="es-ES" sz="1700" dirty="0"/>
              <a:t>.</a:t>
            </a:r>
            <a:r>
              <a:rPr lang="es-ES" sz="1700" dirty="0" err="1"/>
              <a:t>text</a:t>
            </a:r>
            <a:endParaRPr lang="es-ES" sz="1700" dirty="0"/>
          </a:p>
          <a:p>
            <a:r>
              <a:rPr lang="es-ES" sz="1700" dirty="0"/>
              <a:t>.global </a:t>
            </a:r>
            <a:r>
              <a:rPr lang="es-ES" sz="1700" dirty="0" err="1"/>
              <a:t>main</a:t>
            </a:r>
            <a:endParaRPr lang="es-ES" sz="1700" dirty="0"/>
          </a:p>
          <a:p>
            <a:r>
              <a:rPr lang="es-ES" sz="1700" dirty="0" err="1"/>
              <a:t>main</a:t>
            </a:r>
            <a:r>
              <a:rPr lang="es-ES" sz="1700" dirty="0"/>
              <a:t>:</a:t>
            </a:r>
          </a:p>
          <a:p>
            <a:r>
              <a:rPr lang="es-ES" sz="1700" dirty="0"/>
              <a:t>BL </a:t>
            </a:r>
            <a:r>
              <a:rPr lang="es-ES" sz="1700" dirty="0" err="1"/>
              <a:t>print</a:t>
            </a:r>
            <a:endParaRPr lang="es-ES" sz="1700" dirty="0"/>
          </a:p>
          <a:p>
            <a:r>
              <a:rPr lang="es-ES" sz="1700" dirty="0"/>
              <a:t>RET</a:t>
            </a:r>
          </a:p>
        </p:txBody>
      </p:sp>
      <p:pic>
        <p:nvPicPr>
          <p:cNvPr id="5" name="Picture 4" descr="Fondos abstracto">
            <a:extLst>
              <a:ext uri="{FF2B5EF4-FFF2-40B4-BE49-F238E27FC236}">
                <a16:creationId xmlns:a16="http://schemas.microsoft.com/office/drawing/2014/main" id="{CCA92BA4-B04E-FA0F-EFD9-9A70CBBD3C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09" r="17939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Conceptos clave aprendidos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F8E850-3403-6728-BC6C-4967D72B32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23861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Valor y/o actitud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EDB3B1-045F-6A07-FC04-E8CE214B3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1940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1DE7BE-84A0-9714-3BF0-54EE999D79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890" t="9090" r="15328" b="8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/>
              <a:t>Evaluación - Semana 9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8131BA9C-5714-694F-F094-96BEFA4DDA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35850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Referencias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106FDF-1836-66FF-81F8-C168304E8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206938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393</Words>
  <Application>Microsoft Office PowerPoint</Application>
  <PresentationFormat>Presentación en pantalla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Competencia que desarrollaremos</vt:lpstr>
      <vt:lpstr>Contenido</vt:lpstr>
      <vt:lpstr>Ejemplo práctico – Llamada al sistema</vt:lpstr>
      <vt:lpstr>Ejemplo práctico – Directivas</vt:lpstr>
      <vt:lpstr>Conceptos clave aprendidos</vt:lpstr>
      <vt:lpstr>Valor y/o actitud</vt:lpstr>
      <vt:lpstr>Evaluación - Semana 9</vt:lpstr>
      <vt:lpstr>Referencias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C IT</cp:lastModifiedBy>
  <cp:revision>12</cp:revision>
  <dcterms:created xsi:type="dcterms:W3CDTF">2013-01-27T09:14:16Z</dcterms:created>
  <dcterms:modified xsi:type="dcterms:W3CDTF">2025-11-05T22:07:15Z</dcterms:modified>
  <cp:category/>
</cp:coreProperties>
</file>