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5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BDDE53-2373-44A6-9C91-F854C51F7CA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2559989-F074-47FF-9A8B-2730F3D6BE82}">
      <dgm:prSet/>
      <dgm:spPr/>
      <dgm:t>
        <a:bodyPr/>
        <a:lstStyle/>
        <a:p>
          <a:r>
            <a:rPr lang="en-US"/>
            <a:t>• Clasificación de instrucciones en ARM64.</a:t>
          </a:r>
        </a:p>
      </dgm:t>
    </dgm:pt>
    <dgm:pt modelId="{574D23EE-9619-427D-ACCE-AB48F0716E1B}" type="parTrans" cxnId="{F2B791C4-D3E7-43F7-8DE9-E69D2855B2F6}">
      <dgm:prSet/>
      <dgm:spPr/>
      <dgm:t>
        <a:bodyPr/>
        <a:lstStyle/>
        <a:p>
          <a:endParaRPr lang="en-US"/>
        </a:p>
      </dgm:t>
    </dgm:pt>
    <dgm:pt modelId="{AD71CDCB-48B3-49BA-BC08-88B8CBE8D199}" type="sibTrans" cxnId="{F2B791C4-D3E7-43F7-8DE9-E69D2855B2F6}">
      <dgm:prSet/>
      <dgm:spPr/>
      <dgm:t>
        <a:bodyPr/>
        <a:lstStyle/>
        <a:p>
          <a:endParaRPr lang="en-US"/>
        </a:p>
      </dgm:t>
    </dgm:pt>
    <dgm:pt modelId="{F4B3365A-0046-462B-A131-2BC6A230967D}">
      <dgm:prSet/>
      <dgm:spPr/>
      <dgm:t>
        <a:bodyPr/>
        <a:lstStyle/>
        <a:p>
          <a:r>
            <a:rPr lang="en-US"/>
            <a:t>• Instrucciones aritméticas: ADD, SUB, MUL, DIV.</a:t>
          </a:r>
        </a:p>
      </dgm:t>
    </dgm:pt>
    <dgm:pt modelId="{4A4221E1-4C00-46BB-99C9-D06A756908E2}" type="parTrans" cxnId="{20062E20-4D1C-4A7D-A824-554FB2452013}">
      <dgm:prSet/>
      <dgm:spPr/>
      <dgm:t>
        <a:bodyPr/>
        <a:lstStyle/>
        <a:p>
          <a:endParaRPr lang="en-US"/>
        </a:p>
      </dgm:t>
    </dgm:pt>
    <dgm:pt modelId="{96D4E2D8-0B91-4736-97D1-4614D1553798}" type="sibTrans" cxnId="{20062E20-4D1C-4A7D-A824-554FB2452013}">
      <dgm:prSet/>
      <dgm:spPr/>
      <dgm:t>
        <a:bodyPr/>
        <a:lstStyle/>
        <a:p>
          <a:endParaRPr lang="en-US"/>
        </a:p>
      </dgm:t>
    </dgm:pt>
    <dgm:pt modelId="{D9167418-EE72-4D7F-AAC7-7E624E4D0DA8}">
      <dgm:prSet/>
      <dgm:spPr/>
      <dgm:t>
        <a:bodyPr/>
        <a:lstStyle/>
        <a:p>
          <a:r>
            <a:rPr lang="en-US"/>
            <a:t>• Instrucciones lógicas: AND, ORR, EOR, MOV.</a:t>
          </a:r>
        </a:p>
      </dgm:t>
    </dgm:pt>
    <dgm:pt modelId="{227E8C0D-C1BA-4531-A668-EB645DF21A73}" type="parTrans" cxnId="{14AAA39A-0AF1-423D-9904-6BDE7D833DDC}">
      <dgm:prSet/>
      <dgm:spPr/>
      <dgm:t>
        <a:bodyPr/>
        <a:lstStyle/>
        <a:p>
          <a:endParaRPr lang="en-US"/>
        </a:p>
      </dgm:t>
    </dgm:pt>
    <dgm:pt modelId="{4CBF1DC5-5C36-4906-8139-EFEB1C936570}" type="sibTrans" cxnId="{14AAA39A-0AF1-423D-9904-6BDE7D833DDC}">
      <dgm:prSet/>
      <dgm:spPr/>
      <dgm:t>
        <a:bodyPr/>
        <a:lstStyle/>
        <a:p>
          <a:endParaRPr lang="en-US"/>
        </a:p>
      </dgm:t>
    </dgm:pt>
    <dgm:pt modelId="{F119C06D-4D5B-4060-90B1-7388754B62CF}">
      <dgm:prSet/>
      <dgm:spPr/>
      <dgm:t>
        <a:bodyPr/>
        <a:lstStyle/>
        <a:p>
          <a:r>
            <a:rPr lang="en-US"/>
            <a:t>• Instrucciones de carga/almacenamiento: LDR, STR.</a:t>
          </a:r>
        </a:p>
      </dgm:t>
    </dgm:pt>
    <dgm:pt modelId="{2E0925A6-0904-40FD-AC32-6C89384EC005}" type="parTrans" cxnId="{A830DE89-D5CE-41F6-A866-5FB7C6D5F3E9}">
      <dgm:prSet/>
      <dgm:spPr/>
      <dgm:t>
        <a:bodyPr/>
        <a:lstStyle/>
        <a:p>
          <a:endParaRPr lang="en-US"/>
        </a:p>
      </dgm:t>
    </dgm:pt>
    <dgm:pt modelId="{C0D32373-D184-4826-87B8-4D7AEC06753E}" type="sibTrans" cxnId="{A830DE89-D5CE-41F6-A866-5FB7C6D5F3E9}">
      <dgm:prSet/>
      <dgm:spPr/>
      <dgm:t>
        <a:bodyPr/>
        <a:lstStyle/>
        <a:p>
          <a:endParaRPr lang="en-US"/>
        </a:p>
      </dgm:t>
    </dgm:pt>
    <dgm:pt modelId="{ACFC1E1E-AE68-44E8-9B2F-FE0942CC6C4D}">
      <dgm:prSet/>
      <dgm:spPr/>
      <dgm:t>
        <a:bodyPr/>
        <a:lstStyle/>
        <a:p>
          <a:r>
            <a:rPr lang="en-US"/>
            <a:t>• Concepto de operandos y direccionamiento.</a:t>
          </a:r>
        </a:p>
      </dgm:t>
    </dgm:pt>
    <dgm:pt modelId="{65075AD8-0DEF-41BB-95B4-E2293A09A8BD}" type="parTrans" cxnId="{2C1C6103-535A-4CDC-94F3-2440989ADB21}">
      <dgm:prSet/>
      <dgm:spPr/>
      <dgm:t>
        <a:bodyPr/>
        <a:lstStyle/>
        <a:p>
          <a:endParaRPr lang="en-US"/>
        </a:p>
      </dgm:t>
    </dgm:pt>
    <dgm:pt modelId="{39FB145B-7AD9-43AC-BEC1-61B0E4E22C78}" type="sibTrans" cxnId="{2C1C6103-535A-4CDC-94F3-2440989ADB21}">
      <dgm:prSet/>
      <dgm:spPr/>
      <dgm:t>
        <a:bodyPr/>
        <a:lstStyle/>
        <a:p>
          <a:endParaRPr lang="en-US"/>
        </a:p>
      </dgm:t>
    </dgm:pt>
    <dgm:pt modelId="{A2304E47-E232-4915-9877-910B7621AE55}">
      <dgm:prSet/>
      <dgm:spPr/>
      <dgm:t>
        <a:bodyPr/>
        <a:lstStyle/>
        <a:p>
          <a:r>
            <a:rPr lang="en-US"/>
            <a:t>• Modificadores y uso del registro de estado (PSTATE).</a:t>
          </a:r>
        </a:p>
      </dgm:t>
    </dgm:pt>
    <dgm:pt modelId="{DBADCA39-9D2A-457C-875A-9CA35F9FE0BE}" type="parTrans" cxnId="{B03565B1-C32A-4AA7-9536-42B7ECE123C9}">
      <dgm:prSet/>
      <dgm:spPr/>
      <dgm:t>
        <a:bodyPr/>
        <a:lstStyle/>
        <a:p>
          <a:endParaRPr lang="en-US"/>
        </a:p>
      </dgm:t>
    </dgm:pt>
    <dgm:pt modelId="{3E1A186B-B6AE-482E-977C-FDC159CD7971}" type="sibTrans" cxnId="{B03565B1-C32A-4AA7-9536-42B7ECE123C9}">
      <dgm:prSet/>
      <dgm:spPr/>
      <dgm:t>
        <a:bodyPr/>
        <a:lstStyle/>
        <a:p>
          <a:endParaRPr lang="en-US"/>
        </a:p>
      </dgm:t>
    </dgm:pt>
    <dgm:pt modelId="{432DA509-94C9-4D84-B077-C46B21D0AEB3}" type="pres">
      <dgm:prSet presAssocID="{92BDDE53-2373-44A6-9C91-F854C51F7CAF}" presName="linear" presStyleCnt="0">
        <dgm:presLayoutVars>
          <dgm:animLvl val="lvl"/>
          <dgm:resizeHandles val="exact"/>
        </dgm:presLayoutVars>
      </dgm:prSet>
      <dgm:spPr/>
    </dgm:pt>
    <dgm:pt modelId="{C8C3795B-427D-4A98-9A96-4EA3DDE5732E}" type="pres">
      <dgm:prSet presAssocID="{A2559989-F074-47FF-9A8B-2730F3D6BE8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9FA4952-996B-4BB2-AAC1-878A19A4D66A}" type="pres">
      <dgm:prSet presAssocID="{AD71CDCB-48B3-49BA-BC08-88B8CBE8D199}" presName="spacer" presStyleCnt="0"/>
      <dgm:spPr/>
    </dgm:pt>
    <dgm:pt modelId="{5DB46F57-7FDC-46B3-A918-BD44C1937E79}" type="pres">
      <dgm:prSet presAssocID="{F4B3365A-0046-462B-A131-2BC6A230967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EC2F17B-C207-49B5-9616-0B76D4093006}" type="pres">
      <dgm:prSet presAssocID="{96D4E2D8-0B91-4736-97D1-4614D1553798}" presName="spacer" presStyleCnt="0"/>
      <dgm:spPr/>
    </dgm:pt>
    <dgm:pt modelId="{B6CE0A50-6695-4A5D-8EB4-3CA78E9B9818}" type="pres">
      <dgm:prSet presAssocID="{D9167418-EE72-4D7F-AAC7-7E624E4D0DA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6FAA3E2-93EC-4687-8AB3-1A2CCCBBA410}" type="pres">
      <dgm:prSet presAssocID="{4CBF1DC5-5C36-4906-8139-EFEB1C936570}" presName="spacer" presStyleCnt="0"/>
      <dgm:spPr/>
    </dgm:pt>
    <dgm:pt modelId="{6A0573A9-E982-49D7-98D7-35D4144CFE14}" type="pres">
      <dgm:prSet presAssocID="{F119C06D-4D5B-4060-90B1-7388754B62C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147478C-F310-42FE-A4C6-2AFC1AE7121E}" type="pres">
      <dgm:prSet presAssocID="{C0D32373-D184-4826-87B8-4D7AEC06753E}" presName="spacer" presStyleCnt="0"/>
      <dgm:spPr/>
    </dgm:pt>
    <dgm:pt modelId="{1DB2F806-F20A-41F4-850F-B34D90B9278D}" type="pres">
      <dgm:prSet presAssocID="{ACFC1E1E-AE68-44E8-9B2F-FE0942CC6C4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DD6BF64-5778-4033-9B99-B3EA62332076}" type="pres">
      <dgm:prSet presAssocID="{39FB145B-7AD9-43AC-BEC1-61B0E4E22C78}" presName="spacer" presStyleCnt="0"/>
      <dgm:spPr/>
    </dgm:pt>
    <dgm:pt modelId="{7B43431B-6609-4682-92E7-9A7F00A2495D}" type="pres">
      <dgm:prSet presAssocID="{A2304E47-E232-4915-9877-910B7621AE5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C1C6103-535A-4CDC-94F3-2440989ADB21}" srcId="{92BDDE53-2373-44A6-9C91-F854C51F7CAF}" destId="{ACFC1E1E-AE68-44E8-9B2F-FE0942CC6C4D}" srcOrd="4" destOrd="0" parTransId="{65075AD8-0DEF-41BB-95B4-E2293A09A8BD}" sibTransId="{39FB145B-7AD9-43AC-BEC1-61B0E4E22C78}"/>
    <dgm:cxn modelId="{7D399818-C9E6-497B-88C8-3770BBEF2E61}" type="presOf" srcId="{ACFC1E1E-AE68-44E8-9B2F-FE0942CC6C4D}" destId="{1DB2F806-F20A-41F4-850F-B34D90B9278D}" srcOrd="0" destOrd="0" presId="urn:microsoft.com/office/officeart/2005/8/layout/vList2"/>
    <dgm:cxn modelId="{2671051B-4919-44BD-91CE-B565307C7012}" type="presOf" srcId="{A2559989-F074-47FF-9A8B-2730F3D6BE82}" destId="{C8C3795B-427D-4A98-9A96-4EA3DDE5732E}" srcOrd="0" destOrd="0" presId="urn:microsoft.com/office/officeart/2005/8/layout/vList2"/>
    <dgm:cxn modelId="{20062E20-4D1C-4A7D-A824-554FB2452013}" srcId="{92BDDE53-2373-44A6-9C91-F854C51F7CAF}" destId="{F4B3365A-0046-462B-A131-2BC6A230967D}" srcOrd="1" destOrd="0" parTransId="{4A4221E1-4C00-46BB-99C9-D06A756908E2}" sibTransId="{96D4E2D8-0B91-4736-97D1-4614D1553798}"/>
    <dgm:cxn modelId="{1B25A32F-5EE9-4495-8A15-562E8C63C515}" type="presOf" srcId="{D9167418-EE72-4D7F-AAC7-7E624E4D0DA8}" destId="{B6CE0A50-6695-4A5D-8EB4-3CA78E9B9818}" srcOrd="0" destOrd="0" presId="urn:microsoft.com/office/officeart/2005/8/layout/vList2"/>
    <dgm:cxn modelId="{33236430-12F6-4845-97A2-242E289CB81F}" type="presOf" srcId="{A2304E47-E232-4915-9877-910B7621AE55}" destId="{7B43431B-6609-4682-92E7-9A7F00A2495D}" srcOrd="0" destOrd="0" presId="urn:microsoft.com/office/officeart/2005/8/layout/vList2"/>
    <dgm:cxn modelId="{A830DE89-D5CE-41F6-A866-5FB7C6D5F3E9}" srcId="{92BDDE53-2373-44A6-9C91-F854C51F7CAF}" destId="{F119C06D-4D5B-4060-90B1-7388754B62CF}" srcOrd="3" destOrd="0" parTransId="{2E0925A6-0904-40FD-AC32-6C89384EC005}" sibTransId="{C0D32373-D184-4826-87B8-4D7AEC06753E}"/>
    <dgm:cxn modelId="{21A4628B-3BC3-453B-8256-03ABFF33CF5C}" type="presOf" srcId="{F4B3365A-0046-462B-A131-2BC6A230967D}" destId="{5DB46F57-7FDC-46B3-A918-BD44C1937E79}" srcOrd="0" destOrd="0" presId="urn:microsoft.com/office/officeart/2005/8/layout/vList2"/>
    <dgm:cxn modelId="{14AAA39A-0AF1-423D-9904-6BDE7D833DDC}" srcId="{92BDDE53-2373-44A6-9C91-F854C51F7CAF}" destId="{D9167418-EE72-4D7F-AAC7-7E624E4D0DA8}" srcOrd="2" destOrd="0" parTransId="{227E8C0D-C1BA-4531-A668-EB645DF21A73}" sibTransId="{4CBF1DC5-5C36-4906-8139-EFEB1C936570}"/>
    <dgm:cxn modelId="{B03565B1-C32A-4AA7-9536-42B7ECE123C9}" srcId="{92BDDE53-2373-44A6-9C91-F854C51F7CAF}" destId="{A2304E47-E232-4915-9877-910B7621AE55}" srcOrd="5" destOrd="0" parTransId="{DBADCA39-9D2A-457C-875A-9CA35F9FE0BE}" sibTransId="{3E1A186B-B6AE-482E-977C-FDC159CD7971}"/>
    <dgm:cxn modelId="{C3D49BB4-2757-4603-8368-F81BB47FCF46}" type="presOf" srcId="{F119C06D-4D5B-4060-90B1-7388754B62CF}" destId="{6A0573A9-E982-49D7-98D7-35D4144CFE14}" srcOrd="0" destOrd="0" presId="urn:microsoft.com/office/officeart/2005/8/layout/vList2"/>
    <dgm:cxn modelId="{A6A03BC3-DB72-4F3D-83EE-7BE05D692E45}" type="presOf" srcId="{92BDDE53-2373-44A6-9C91-F854C51F7CAF}" destId="{432DA509-94C9-4D84-B077-C46B21D0AEB3}" srcOrd="0" destOrd="0" presId="urn:microsoft.com/office/officeart/2005/8/layout/vList2"/>
    <dgm:cxn modelId="{F2B791C4-D3E7-43F7-8DE9-E69D2855B2F6}" srcId="{92BDDE53-2373-44A6-9C91-F854C51F7CAF}" destId="{A2559989-F074-47FF-9A8B-2730F3D6BE82}" srcOrd="0" destOrd="0" parTransId="{574D23EE-9619-427D-ACCE-AB48F0716E1B}" sibTransId="{AD71CDCB-48B3-49BA-BC08-88B8CBE8D199}"/>
    <dgm:cxn modelId="{FA91257B-E6D9-4A5B-AEC7-DFA92964CEE5}" type="presParOf" srcId="{432DA509-94C9-4D84-B077-C46B21D0AEB3}" destId="{C8C3795B-427D-4A98-9A96-4EA3DDE5732E}" srcOrd="0" destOrd="0" presId="urn:microsoft.com/office/officeart/2005/8/layout/vList2"/>
    <dgm:cxn modelId="{B13F90A8-6CFF-4F11-843A-5ABA9D2F582F}" type="presParOf" srcId="{432DA509-94C9-4D84-B077-C46B21D0AEB3}" destId="{69FA4952-996B-4BB2-AAC1-878A19A4D66A}" srcOrd="1" destOrd="0" presId="urn:microsoft.com/office/officeart/2005/8/layout/vList2"/>
    <dgm:cxn modelId="{68C3A956-0B36-4DF4-A7A4-CC6946FA178F}" type="presParOf" srcId="{432DA509-94C9-4D84-B077-C46B21D0AEB3}" destId="{5DB46F57-7FDC-46B3-A918-BD44C1937E79}" srcOrd="2" destOrd="0" presId="urn:microsoft.com/office/officeart/2005/8/layout/vList2"/>
    <dgm:cxn modelId="{D67CA507-A476-40B8-BB78-62BDB021B6FE}" type="presParOf" srcId="{432DA509-94C9-4D84-B077-C46B21D0AEB3}" destId="{BEC2F17B-C207-49B5-9616-0B76D4093006}" srcOrd="3" destOrd="0" presId="urn:microsoft.com/office/officeart/2005/8/layout/vList2"/>
    <dgm:cxn modelId="{2C84185E-84F9-4C76-B5EC-FDE1449EA45D}" type="presParOf" srcId="{432DA509-94C9-4D84-B077-C46B21D0AEB3}" destId="{B6CE0A50-6695-4A5D-8EB4-3CA78E9B9818}" srcOrd="4" destOrd="0" presId="urn:microsoft.com/office/officeart/2005/8/layout/vList2"/>
    <dgm:cxn modelId="{A9186116-C93B-44D9-BEFD-40E14CF4AE6B}" type="presParOf" srcId="{432DA509-94C9-4D84-B077-C46B21D0AEB3}" destId="{16FAA3E2-93EC-4687-8AB3-1A2CCCBBA410}" srcOrd="5" destOrd="0" presId="urn:microsoft.com/office/officeart/2005/8/layout/vList2"/>
    <dgm:cxn modelId="{3EC14DF1-7FF9-41CF-8471-AF5082A79EA6}" type="presParOf" srcId="{432DA509-94C9-4D84-B077-C46B21D0AEB3}" destId="{6A0573A9-E982-49D7-98D7-35D4144CFE14}" srcOrd="6" destOrd="0" presId="urn:microsoft.com/office/officeart/2005/8/layout/vList2"/>
    <dgm:cxn modelId="{2F6618C6-A252-43AA-8C74-C719C0F9120F}" type="presParOf" srcId="{432DA509-94C9-4D84-B077-C46B21D0AEB3}" destId="{A147478C-F310-42FE-A4C6-2AFC1AE7121E}" srcOrd="7" destOrd="0" presId="urn:microsoft.com/office/officeart/2005/8/layout/vList2"/>
    <dgm:cxn modelId="{97352398-0AD1-4A88-9595-F41F8DE4FBDE}" type="presParOf" srcId="{432DA509-94C9-4D84-B077-C46B21D0AEB3}" destId="{1DB2F806-F20A-41F4-850F-B34D90B9278D}" srcOrd="8" destOrd="0" presId="urn:microsoft.com/office/officeart/2005/8/layout/vList2"/>
    <dgm:cxn modelId="{331A72D0-029B-467A-98E8-8989201890C2}" type="presParOf" srcId="{432DA509-94C9-4D84-B077-C46B21D0AEB3}" destId="{8DD6BF64-5778-4033-9B99-B3EA62332076}" srcOrd="9" destOrd="0" presId="urn:microsoft.com/office/officeart/2005/8/layout/vList2"/>
    <dgm:cxn modelId="{6577AD03-E05F-4168-A5F7-71A6C4079EB7}" type="presParOf" srcId="{432DA509-94C9-4D84-B077-C46B21D0AEB3}" destId="{7B43431B-6609-4682-92E7-9A7F00A2495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D96D60-2FC1-4239-9238-3F04B4D1125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BC69CAE-9867-47EF-85B2-B666AC6C3A6A}">
      <dgm:prSet/>
      <dgm:spPr/>
      <dgm:t>
        <a:bodyPr/>
        <a:lstStyle/>
        <a:p>
          <a:r>
            <a:rPr lang="en-US"/>
            <a:t>• Las instrucciones en ARM64 son de tipo RISC: simples y eficientes.</a:t>
          </a:r>
        </a:p>
      </dgm:t>
    </dgm:pt>
    <dgm:pt modelId="{230E4BFB-4A6E-4835-83DC-5A099EC4F756}" type="parTrans" cxnId="{CB8DEEFC-6327-4E0B-A436-2E4C8B1705C5}">
      <dgm:prSet/>
      <dgm:spPr/>
      <dgm:t>
        <a:bodyPr/>
        <a:lstStyle/>
        <a:p>
          <a:endParaRPr lang="en-US"/>
        </a:p>
      </dgm:t>
    </dgm:pt>
    <dgm:pt modelId="{515598E7-30EB-4BE0-BF09-DEB6AD833251}" type="sibTrans" cxnId="{CB8DEEFC-6327-4E0B-A436-2E4C8B1705C5}">
      <dgm:prSet/>
      <dgm:spPr/>
      <dgm:t>
        <a:bodyPr/>
        <a:lstStyle/>
        <a:p>
          <a:endParaRPr lang="en-US"/>
        </a:p>
      </dgm:t>
    </dgm:pt>
    <dgm:pt modelId="{F9DBA273-5A42-49C0-BB0B-74C162D4B9B6}">
      <dgm:prSet/>
      <dgm:spPr/>
      <dgm:t>
        <a:bodyPr/>
        <a:lstStyle/>
        <a:p>
          <a:r>
            <a:rPr lang="en-US"/>
            <a:t>• Los registros son operandos principales; la memoria se usa solo para carga/almacenamiento.</a:t>
          </a:r>
        </a:p>
      </dgm:t>
    </dgm:pt>
    <dgm:pt modelId="{F8319E33-9394-4509-82FA-E5561AAB70F5}" type="parTrans" cxnId="{0621E84D-1614-4F6F-81A3-4DB854F354FF}">
      <dgm:prSet/>
      <dgm:spPr/>
      <dgm:t>
        <a:bodyPr/>
        <a:lstStyle/>
        <a:p>
          <a:endParaRPr lang="en-US"/>
        </a:p>
      </dgm:t>
    </dgm:pt>
    <dgm:pt modelId="{6D2885A0-2962-40DD-B946-B227496D692C}" type="sibTrans" cxnId="{0621E84D-1614-4F6F-81A3-4DB854F354FF}">
      <dgm:prSet/>
      <dgm:spPr/>
      <dgm:t>
        <a:bodyPr/>
        <a:lstStyle/>
        <a:p>
          <a:endParaRPr lang="en-US"/>
        </a:p>
      </dgm:t>
    </dgm:pt>
    <dgm:pt modelId="{117B4A3B-7CA4-4501-B3D3-DDC35D34DC29}">
      <dgm:prSet/>
      <dgm:spPr/>
      <dgm:t>
        <a:bodyPr/>
        <a:lstStyle/>
        <a:p>
          <a:r>
            <a:rPr lang="en-US"/>
            <a:t>• La bandera PSTATE refleja el resultado de operaciones aritméticas o lógicas.</a:t>
          </a:r>
        </a:p>
      </dgm:t>
    </dgm:pt>
    <dgm:pt modelId="{41DD1C79-8447-4A73-BA3A-E4516BAE3554}" type="parTrans" cxnId="{A6F94A6B-66C8-4A0F-82CB-1DDE120B86B5}">
      <dgm:prSet/>
      <dgm:spPr/>
      <dgm:t>
        <a:bodyPr/>
        <a:lstStyle/>
        <a:p>
          <a:endParaRPr lang="en-US"/>
        </a:p>
      </dgm:t>
    </dgm:pt>
    <dgm:pt modelId="{61F66401-4016-4811-B5E9-51D9B558D8B8}" type="sibTrans" cxnId="{A6F94A6B-66C8-4A0F-82CB-1DDE120B86B5}">
      <dgm:prSet/>
      <dgm:spPr/>
      <dgm:t>
        <a:bodyPr/>
        <a:lstStyle/>
        <a:p>
          <a:endParaRPr lang="en-US"/>
        </a:p>
      </dgm:t>
    </dgm:pt>
    <dgm:pt modelId="{616D0B80-81F4-4A12-B7ED-60FB3C3C9A73}">
      <dgm:prSet/>
      <dgm:spPr/>
      <dgm:t>
        <a:bodyPr/>
        <a:lstStyle/>
        <a:p>
          <a:r>
            <a:rPr lang="en-US"/>
            <a:t>• La arquitectura ARM64 utiliza direccionamiento inmediato, registro y desplazado.</a:t>
          </a:r>
        </a:p>
      </dgm:t>
    </dgm:pt>
    <dgm:pt modelId="{ABEDD44F-8BB1-4379-A49B-5860018CCB00}" type="parTrans" cxnId="{9A0C05B8-F391-4F4B-991D-3321A3659A77}">
      <dgm:prSet/>
      <dgm:spPr/>
      <dgm:t>
        <a:bodyPr/>
        <a:lstStyle/>
        <a:p>
          <a:endParaRPr lang="en-US"/>
        </a:p>
      </dgm:t>
    </dgm:pt>
    <dgm:pt modelId="{0808A310-050A-4EF9-B04B-915795D74880}" type="sibTrans" cxnId="{9A0C05B8-F391-4F4B-991D-3321A3659A77}">
      <dgm:prSet/>
      <dgm:spPr/>
      <dgm:t>
        <a:bodyPr/>
        <a:lstStyle/>
        <a:p>
          <a:endParaRPr lang="en-US"/>
        </a:p>
      </dgm:t>
    </dgm:pt>
    <dgm:pt modelId="{18268F9E-8F13-4EB4-8FBB-8B58A3D5AAA9}" type="pres">
      <dgm:prSet presAssocID="{03D96D60-2FC1-4239-9238-3F04B4D1125B}" presName="linear" presStyleCnt="0">
        <dgm:presLayoutVars>
          <dgm:animLvl val="lvl"/>
          <dgm:resizeHandles val="exact"/>
        </dgm:presLayoutVars>
      </dgm:prSet>
      <dgm:spPr/>
    </dgm:pt>
    <dgm:pt modelId="{7C6FE6E2-40E2-4DD4-84DF-868056E09F30}" type="pres">
      <dgm:prSet presAssocID="{1BC69CAE-9867-47EF-85B2-B666AC6C3A6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C72EDF7-F6A5-485E-8A3B-FB9C0ED2B3B6}" type="pres">
      <dgm:prSet presAssocID="{515598E7-30EB-4BE0-BF09-DEB6AD833251}" presName="spacer" presStyleCnt="0"/>
      <dgm:spPr/>
    </dgm:pt>
    <dgm:pt modelId="{1F44F787-4D3E-4288-BA65-026049DEAB19}" type="pres">
      <dgm:prSet presAssocID="{F9DBA273-5A42-49C0-BB0B-74C162D4B9B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2FDB42D-2DAC-4D3D-A04E-6ACCAC358901}" type="pres">
      <dgm:prSet presAssocID="{6D2885A0-2962-40DD-B946-B227496D692C}" presName="spacer" presStyleCnt="0"/>
      <dgm:spPr/>
    </dgm:pt>
    <dgm:pt modelId="{6B2D7C42-6D8D-4206-89A3-0C363A31134C}" type="pres">
      <dgm:prSet presAssocID="{117B4A3B-7CA4-4501-B3D3-DDC35D34DC2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1063D7C-A484-49A8-A902-9FF33CEF2894}" type="pres">
      <dgm:prSet presAssocID="{61F66401-4016-4811-B5E9-51D9B558D8B8}" presName="spacer" presStyleCnt="0"/>
      <dgm:spPr/>
    </dgm:pt>
    <dgm:pt modelId="{93368D5F-A0D1-4AF4-B8C6-8F0EDC6518B7}" type="pres">
      <dgm:prSet presAssocID="{616D0B80-81F4-4A12-B7ED-60FB3C3C9A7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4816508-DCC4-4A88-9903-D76CBDCD1BE7}" type="presOf" srcId="{616D0B80-81F4-4A12-B7ED-60FB3C3C9A73}" destId="{93368D5F-A0D1-4AF4-B8C6-8F0EDC6518B7}" srcOrd="0" destOrd="0" presId="urn:microsoft.com/office/officeart/2005/8/layout/vList2"/>
    <dgm:cxn modelId="{A616BE10-DBBA-4B78-BF4A-95CB50334CD4}" type="presOf" srcId="{F9DBA273-5A42-49C0-BB0B-74C162D4B9B6}" destId="{1F44F787-4D3E-4288-BA65-026049DEAB19}" srcOrd="0" destOrd="0" presId="urn:microsoft.com/office/officeart/2005/8/layout/vList2"/>
    <dgm:cxn modelId="{A6F94A6B-66C8-4A0F-82CB-1DDE120B86B5}" srcId="{03D96D60-2FC1-4239-9238-3F04B4D1125B}" destId="{117B4A3B-7CA4-4501-B3D3-DDC35D34DC29}" srcOrd="2" destOrd="0" parTransId="{41DD1C79-8447-4A73-BA3A-E4516BAE3554}" sibTransId="{61F66401-4016-4811-B5E9-51D9B558D8B8}"/>
    <dgm:cxn modelId="{0621E84D-1614-4F6F-81A3-4DB854F354FF}" srcId="{03D96D60-2FC1-4239-9238-3F04B4D1125B}" destId="{F9DBA273-5A42-49C0-BB0B-74C162D4B9B6}" srcOrd="1" destOrd="0" parTransId="{F8319E33-9394-4509-82FA-E5561AAB70F5}" sibTransId="{6D2885A0-2962-40DD-B946-B227496D692C}"/>
    <dgm:cxn modelId="{2D004756-FFDC-4154-B951-461311BE00F7}" type="presOf" srcId="{03D96D60-2FC1-4239-9238-3F04B4D1125B}" destId="{18268F9E-8F13-4EB4-8FBB-8B58A3D5AAA9}" srcOrd="0" destOrd="0" presId="urn:microsoft.com/office/officeart/2005/8/layout/vList2"/>
    <dgm:cxn modelId="{354597A0-7378-47F3-9B9A-994E9901F22F}" type="presOf" srcId="{117B4A3B-7CA4-4501-B3D3-DDC35D34DC29}" destId="{6B2D7C42-6D8D-4206-89A3-0C363A31134C}" srcOrd="0" destOrd="0" presId="urn:microsoft.com/office/officeart/2005/8/layout/vList2"/>
    <dgm:cxn modelId="{9A0C05B8-F391-4F4B-991D-3321A3659A77}" srcId="{03D96D60-2FC1-4239-9238-3F04B4D1125B}" destId="{616D0B80-81F4-4A12-B7ED-60FB3C3C9A73}" srcOrd="3" destOrd="0" parTransId="{ABEDD44F-8BB1-4379-A49B-5860018CCB00}" sibTransId="{0808A310-050A-4EF9-B04B-915795D74880}"/>
    <dgm:cxn modelId="{FFC741D5-7855-4069-ACD8-DC030961F5D0}" type="presOf" srcId="{1BC69CAE-9867-47EF-85B2-B666AC6C3A6A}" destId="{7C6FE6E2-40E2-4DD4-84DF-868056E09F30}" srcOrd="0" destOrd="0" presId="urn:microsoft.com/office/officeart/2005/8/layout/vList2"/>
    <dgm:cxn modelId="{CB8DEEFC-6327-4E0B-A436-2E4C8B1705C5}" srcId="{03D96D60-2FC1-4239-9238-3F04B4D1125B}" destId="{1BC69CAE-9867-47EF-85B2-B666AC6C3A6A}" srcOrd="0" destOrd="0" parTransId="{230E4BFB-4A6E-4835-83DC-5A099EC4F756}" sibTransId="{515598E7-30EB-4BE0-BF09-DEB6AD833251}"/>
    <dgm:cxn modelId="{EF9646B2-E9FB-454D-97F6-DA3D6432C744}" type="presParOf" srcId="{18268F9E-8F13-4EB4-8FBB-8B58A3D5AAA9}" destId="{7C6FE6E2-40E2-4DD4-84DF-868056E09F30}" srcOrd="0" destOrd="0" presId="urn:microsoft.com/office/officeart/2005/8/layout/vList2"/>
    <dgm:cxn modelId="{EDB57A49-524D-45A6-A2A2-21E2C57A8C01}" type="presParOf" srcId="{18268F9E-8F13-4EB4-8FBB-8B58A3D5AAA9}" destId="{AC72EDF7-F6A5-485E-8A3B-FB9C0ED2B3B6}" srcOrd="1" destOrd="0" presId="urn:microsoft.com/office/officeart/2005/8/layout/vList2"/>
    <dgm:cxn modelId="{3CC1A5CC-E132-4177-917C-31AAB806D78A}" type="presParOf" srcId="{18268F9E-8F13-4EB4-8FBB-8B58A3D5AAA9}" destId="{1F44F787-4D3E-4288-BA65-026049DEAB19}" srcOrd="2" destOrd="0" presId="urn:microsoft.com/office/officeart/2005/8/layout/vList2"/>
    <dgm:cxn modelId="{3829DCB5-EB6B-42E0-96D6-7B7005116E03}" type="presParOf" srcId="{18268F9E-8F13-4EB4-8FBB-8B58A3D5AAA9}" destId="{F2FDB42D-2DAC-4D3D-A04E-6ACCAC358901}" srcOrd="3" destOrd="0" presId="urn:microsoft.com/office/officeart/2005/8/layout/vList2"/>
    <dgm:cxn modelId="{939DB263-AF8F-426D-8EAE-411E8C7F3DAA}" type="presParOf" srcId="{18268F9E-8F13-4EB4-8FBB-8B58A3D5AAA9}" destId="{6B2D7C42-6D8D-4206-89A3-0C363A31134C}" srcOrd="4" destOrd="0" presId="urn:microsoft.com/office/officeart/2005/8/layout/vList2"/>
    <dgm:cxn modelId="{9BECD0F4-4180-46A0-9A4D-F4F40A5C50EA}" type="presParOf" srcId="{18268F9E-8F13-4EB4-8FBB-8B58A3D5AAA9}" destId="{51063D7C-A484-49A8-A902-9FF33CEF2894}" srcOrd="5" destOrd="0" presId="urn:microsoft.com/office/officeart/2005/8/layout/vList2"/>
    <dgm:cxn modelId="{4DC6C4EF-D9F9-4F94-9A68-CA83A3EF66DD}" type="presParOf" srcId="{18268F9E-8F13-4EB4-8FBB-8B58A3D5AAA9}" destId="{93368D5F-A0D1-4AF4-B8C6-8F0EDC6518B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7DF34CB-2D8C-4346-97F4-0AACBF8C88C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F6B57DF-F02C-4583-99CF-BAFF9FE9BCC5}">
      <dgm:prSet/>
      <dgm:spPr/>
      <dgm:t>
        <a:bodyPr/>
        <a:lstStyle/>
        <a:p>
          <a:r>
            <a:rPr lang="en-US"/>
            <a:t>• Disciplina técnica: precisión en el uso de registros y operandos.</a:t>
          </a:r>
        </a:p>
      </dgm:t>
    </dgm:pt>
    <dgm:pt modelId="{37228ECE-8BC3-4EE9-A6F7-B6E5E4C942C6}" type="parTrans" cxnId="{16F6AD10-7537-4762-A07C-FA48965AD241}">
      <dgm:prSet/>
      <dgm:spPr/>
      <dgm:t>
        <a:bodyPr/>
        <a:lstStyle/>
        <a:p>
          <a:endParaRPr lang="en-US"/>
        </a:p>
      </dgm:t>
    </dgm:pt>
    <dgm:pt modelId="{509E7378-8F6C-497F-9DDA-BE8F59AF0F42}" type="sibTrans" cxnId="{16F6AD10-7537-4762-A07C-FA48965AD241}">
      <dgm:prSet/>
      <dgm:spPr/>
      <dgm:t>
        <a:bodyPr/>
        <a:lstStyle/>
        <a:p>
          <a:endParaRPr lang="en-US"/>
        </a:p>
      </dgm:t>
    </dgm:pt>
    <dgm:pt modelId="{FCBE8AE5-7E4C-46D5-87AF-2C9DEC5C1BF9}">
      <dgm:prSet/>
      <dgm:spPr/>
      <dgm:t>
        <a:bodyPr/>
        <a:lstStyle/>
        <a:p>
          <a:r>
            <a:rPr lang="en-US"/>
            <a:t>• Responsabilidad: comprender el impacto de cada instrucción en el rendimiento del sistema.</a:t>
          </a:r>
        </a:p>
      </dgm:t>
    </dgm:pt>
    <dgm:pt modelId="{6EC60849-5D01-44D4-9B64-D143642438F7}" type="parTrans" cxnId="{B717F887-BC8B-40D2-AE01-E606DD916FBA}">
      <dgm:prSet/>
      <dgm:spPr/>
      <dgm:t>
        <a:bodyPr/>
        <a:lstStyle/>
        <a:p>
          <a:endParaRPr lang="en-US"/>
        </a:p>
      </dgm:t>
    </dgm:pt>
    <dgm:pt modelId="{DF33DCB6-3DCE-4AFF-8722-AF99A6E99649}" type="sibTrans" cxnId="{B717F887-BC8B-40D2-AE01-E606DD916FBA}">
      <dgm:prSet/>
      <dgm:spPr/>
      <dgm:t>
        <a:bodyPr/>
        <a:lstStyle/>
        <a:p>
          <a:endParaRPr lang="en-US"/>
        </a:p>
      </dgm:t>
    </dgm:pt>
    <dgm:pt modelId="{AEE10E91-3EE0-4F06-9948-EBAE223CC1E7}">
      <dgm:prSet/>
      <dgm:spPr/>
      <dgm:t>
        <a:bodyPr/>
        <a:lstStyle/>
        <a:p>
          <a:r>
            <a:rPr lang="en-US"/>
            <a:t>• Excelencia: buscar eficiencia y claridad en el código ensamblador.</a:t>
          </a:r>
        </a:p>
      </dgm:t>
    </dgm:pt>
    <dgm:pt modelId="{C19B033E-711A-42B7-9825-C83684127130}" type="parTrans" cxnId="{88B580D1-4775-4ADB-8102-21FE7C9F0FEB}">
      <dgm:prSet/>
      <dgm:spPr/>
      <dgm:t>
        <a:bodyPr/>
        <a:lstStyle/>
        <a:p>
          <a:endParaRPr lang="en-US"/>
        </a:p>
      </dgm:t>
    </dgm:pt>
    <dgm:pt modelId="{D3802456-EA2F-4AA8-A3D4-15E4DAEC6A33}" type="sibTrans" cxnId="{88B580D1-4775-4ADB-8102-21FE7C9F0FEB}">
      <dgm:prSet/>
      <dgm:spPr/>
      <dgm:t>
        <a:bodyPr/>
        <a:lstStyle/>
        <a:p>
          <a:endParaRPr lang="en-US"/>
        </a:p>
      </dgm:t>
    </dgm:pt>
    <dgm:pt modelId="{1089FD39-2134-4B13-9E73-621DBE0475D2}" type="pres">
      <dgm:prSet presAssocID="{F7DF34CB-2D8C-4346-97F4-0AACBF8C88CD}" presName="linear" presStyleCnt="0">
        <dgm:presLayoutVars>
          <dgm:animLvl val="lvl"/>
          <dgm:resizeHandles val="exact"/>
        </dgm:presLayoutVars>
      </dgm:prSet>
      <dgm:spPr/>
    </dgm:pt>
    <dgm:pt modelId="{4F021073-40CB-4C88-825E-4130908ECCE4}" type="pres">
      <dgm:prSet presAssocID="{BF6B57DF-F02C-4583-99CF-BAFF9FE9BCC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E4AF1BE-64AC-482A-8827-DBF85D49649D}" type="pres">
      <dgm:prSet presAssocID="{509E7378-8F6C-497F-9DDA-BE8F59AF0F42}" presName="spacer" presStyleCnt="0"/>
      <dgm:spPr/>
    </dgm:pt>
    <dgm:pt modelId="{9B35B9F9-4C67-4542-8E0D-F37501A965FF}" type="pres">
      <dgm:prSet presAssocID="{FCBE8AE5-7E4C-46D5-87AF-2C9DEC5C1BF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95CB1E5-49C4-499A-AFC0-58BBDC0596A3}" type="pres">
      <dgm:prSet presAssocID="{DF33DCB6-3DCE-4AFF-8722-AF99A6E99649}" presName="spacer" presStyleCnt="0"/>
      <dgm:spPr/>
    </dgm:pt>
    <dgm:pt modelId="{0441C3EE-FAE3-4DAB-A7E6-20069372BDD4}" type="pres">
      <dgm:prSet presAssocID="{AEE10E91-3EE0-4F06-9948-EBAE223CC1E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6F6AD10-7537-4762-A07C-FA48965AD241}" srcId="{F7DF34CB-2D8C-4346-97F4-0AACBF8C88CD}" destId="{BF6B57DF-F02C-4583-99CF-BAFF9FE9BCC5}" srcOrd="0" destOrd="0" parTransId="{37228ECE-8BC3-4EE9-A6F7-B6E5E4C942C6}" sibTransId="{509E7378-8F6C-497F-9DDA-BE8F59AF0F42}"/>
    <dgm:cxn modelId="{81909F2B-D232-4628-8976-D35317E300AE}" type="presOf" srcId="{AEE10E91-3EE0-4F06-9948-EBAE223CC1E7}" destId="{0441C3EE-FAE3-4DAB-A7E6-20069372BDD4}" srcOrd="0" destOrd="0" presId="urn:microsoft.com/office/officeart/2005/8/layout/vList2"/>
    <dgm:cxn modelId="{B717F887-BC8B-40D2-AE01-E606DD916FBA}" srcId="{F7DF34CB-2D8C-4346-97F4-0AACBF8C88CD}" destId="{FCBE8AE5-7E4C-46D5-87AF-2C9DEC5C1BF9}" srcOrd="1" destOrd="0" parTransId="{6EC60849-5D01-44D4-9B64-D143642438F7}" sibTransId="{DF33DCB6-3DCE-4AFF-8722-AF99A6E99649}"/>
    <dgm:cxn modelId="{81CC48B6-0099-4610-81AA-23035D8386BF}" type="presOf" srcId="{FCBE8AE5-7E4C-46D5-87AF-2C9DEC5C1BF9}" destId="{9B35B9F9-4C67-4542-8E0D-F37501A965FF}" srcOrd="0" destOrd="0" presId="urn:microsoft.com/office/officeart/2005/8/layout/vList2"/>
    <dgm:cxn modelId="{88B580D1-4775-4ADB-8102-21FE7C9F0FEB}" srcId="{F7DF34CB-2D8C-4346-97F4-0AACBF8C88CD}" destId="{AEE10E91-3EE0-4F06-9948-EBAE223CC1E7}" srcOrd="2" destOrd="0" parTransId="{C19B033E-711A-42B7-9825-C83684127130}" sibTransId="{D3802456-EA2F-4AA8-A3D4-15E4DAEC6A33}"/>
    <dgm:cxn modelId="{38B1DBD9-87DA-416C-B37C-17C9AE8B60DB}" type="presOf" srcId="{BF6B57DF-F02C-4583-99CF-BAFF9FE9BCC5}" destId="{4F021073-40CB-4C88-825E-4130908ECCE4}" srcOrd="0" destOrd="0" presId="urn:microsoft.com/office/officeart/2005/8/layout/vList2"/>
    <dgm:cxn modelId="{5221D0E1-14A5-49D0-8366-0FE96EEB706A}" type="presOf" srcId="{F7DF34CB-2D8C-4346-97F4-0AACBF8C88CD}" destId="{1089FD39-2134-4B13-9E73-621DBE0475D2}" srcOrd="0" destOrd="0" presId="urn:microsoft.com/office/officeart/2005/8/layout/vList2"/>
    <dgm:cxn modelId="{6395707F-2227-4E92-8AD8-7467887F44DE}" type="presParOf" srcId="{1089FD39-2134-4B13-9E73-621DBE0475D2}" destId="{4F021073-40CB-4C88-825E-4130908ECCE4}" srcOrd="0" destOrd="0" presId="urn:microsoft.com/office/officeart/2005/8/layout/vList2"/>
    <dgm:cxn modelId="{20895158-2301-436E-97B3-6ECAB00B1DF4}" type="presParOf" srcId="{1089FD39-2134-4B13-9E73-621DBE0475D2}" destId="{EE4AF1BE-64AC-482A-8827-DBF85D49649D}" srcOrd="1" destOrd="0" presId="urn:microsoft.com/office/officeart/2005/8/layout/vList2"/>
    <dgm:cxn modelId="{8CAEF411-E990-40F1-80F7-9C43054BE707}" type="presParOf" srcId="{1089FD39-2134-4B13-9E73-621DBE0475D2}" destId="{9B35B9F9-4C67-4542-8E0D-F37501A965FF}" srcOrd="2" destOrd="0" presId="urn:microsoft.com/office/officeart/2005/8/layout/vList2"/>
    <dgm:cxn modelId="{BA66ACC2-6BC4-41F0-AE06-22E20DE41709}" type="presParOf" srcId="{1089FD39-2134-4B13-9E73-621DBE0475D2}" destId="{B95CB1E5-49C4-499A-AFC0-58BBDC0596A3}" srcOrd="3" destOrd="0" presId="urn:microsoft.com/office/officeart/2005/8/layout/vList2"/>
    <dgm:cxn modelId="{742A652F-2658-4084-B46F-47B7F8B379E6}" type="presParOf" srcId="{1089FD39-2134-4B13-9E73-621DBE0475D2}" destId="{0441C3EE-FAE3-4DAB-A7E6-20069372BDD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EC2D8D-5635-4961-85EF-FF3B915062E5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21027E-C4ED-4B1F-A35B-6445B9DD7011}">
      <dgm:prSet/>
      <dgm:spPr/>
      <dgm:t>
        <a:bodyPr/>
        <a:lstStyle/>
        <a:p>
          <a:r>
            <a:rPr lang="en-US"/>
            <a:t>1. ¿Qué tipo de arquitectura es ARM64?</a:t>
          </a:r>
        </a:p>
      </dgm:t>
    </dgm:pt>
    <dgm:pt modelId="{3D0D4328-6EBA-4E90-8728-58532BE203EB}" type="parTrans" cxnId="{45787461-81F5-4F11-BECA-6AEEF29F01E8}">
      <dgm:prSet/>
      <dgm:spPr/>
      <dgm:t>
        <a:bodyPr/>
        <a:lstStyle/>
        <a:p>
          <a:endParaRPr lang="en-US"/>
        </a:p>
      </dgm:t>
    </dgm:pt>
    <dgm:pt modelId="{C119DC9B-CC87-4FBB-8546-42907DC47E0A}" type="sibTrans" cxnId="{45787461-81F5-4F11-BECA-6AEEF29F01E8}">
      <dgm:prSet/>
      <dgm:spPr/>
      <dgm:t>
        <a:bodyPr/>
        <a:lstStyle/>
        <a:p>
          <a:endParaRPr lang="en-US"/>
        </a:p>
      </dgm:t>
    </dgm:pt>
    <dgm:pt modelId="{51E6ADDD-059E-45C9-8990-486222882940}">
      <dgm:prSet/>
      <dgm:spPr/>
      <dgm:t>
        <a:bodyPr/>
        <a:lstStyle/>
        <a:p>
          <a:r>
            <a:rPr lang="en-US"/>
            <a:t>a) CISC</a:t>
          </a:r>
        </a:p>
      </dgm:t>
    </dgm:pt>
    <dgm:pt modelId="{25993658-B2FC-45A2-A8D8-428DD7012D41}" type="parTrans" cxnId="{6FD6C382-4CA3-476E-A8D1-B3FA2EE29E46}">
      <dgm:prSet/>
      <dgm:spPr/>
      <dgm:t>
        <a:bodyPr/>
        <a:lstStyle/>
        <a:p>
          <a:endParaRPr lang="en-US"/>
        </a:p>
      </dgm:t>
    </dgm:pt>
    <dgm:pt modelId="{A8302B52-99F4-415E-B3B0-45FFBBD704BC}" type="sibTrans" cxnId="{6FD6C382-4CA3-476E-A8D1-B3FA2EE29E46}">
      <dgm:prSet/>
      <dgm:spPr/>
      <dgm:t>
        <a:bodyPr/>
        <a:lstStyle/>
        <a:p>
          <a:endParaRPr lang="en-US"/>
        </a:p>
      </dgm:t>
    </dgm:pt>
    <dgm:pt modelId="{18FD0F7E-E4C7-41B5-A94C-620F6440492F}">
      <dgm:prSet/>
      <dgm:spPr/>
      <dgm:t>
        <a:bodyPr/>
        <a:lstStyle/>
        <a:p>
          <a:r>
            <a:rPr lang="en-US"/>
            <a:t>b) RISC</a:t>
          </a:r>
        </a:p>
      </dgm:t>
    </dgm:pt>
    <dgm:pt modelId="{42EFB0F2-EC48-4349-BA5A-D53013244416}" type="parTrans" cxnId="{E9D516BE-B2C0-4085-AFF3-D7DA378D3488}">
      <dgm:prSet/>
      <dgm:spPr/>
      <dgm:t>
        <a:bodyPr/>
        <a:lstStyle/>
        <a:p>
          <a:endParaRPr lang="en-US"/>
        </a:p>
      </dgm:t>
    </dgm:pt>
    <dgm:pt modelId="{88DC9BD0-85BE-4CB6-906A-55A65394C562}" type="sibTrans" cxnId="{E9D516BE-B2C0-4085-AFF3-D7DA378D3488}">
      <dgm:prSet/>
      <dgm:spPr/>
      <dgm:t>
        <a:bodyPr/>
        <a:lstStyle/>
        <a:p>
          <a:endParaRPr lang="en-US"/>
        </a:p>
      </dgm:t>
    </dgm:pt>
    <dgm:pt modelId="{F20603D7-8854-440B-AA35-8BBF2ACFDFB7}">
      <dgm:prSet/>
      <dgm:spPr/>
      <dgm:t>
        <a:bodyPr/>
        <a:lstStyle/>
        <a:p>
          <a:r>
            <a:rPr lang="en-US"/>
            <a:t>c) MIPS</a:t>
          </a:r>
        </a:p>
      </dgm:t>
    </dgm:pt>
    <dgm:pt modelId="{9EC56309-817B-41C2-A89F-B4332B24260B}" type="parTrans" cxnId="{FE6145B7-35D8-47E0-861C-557F008D8C49}">
      <dgm:prSet/>
      <dgm:spPr/>
      <dgm:t>
        <a:bodyPr/>
        <a:lstStyle/>
        <a:p>
          <a:endParaRPr lang="en-US"/>
        </a:p>
      </dgm:t>
    </dgm:pt>
    <dgm:pt modelId="{93F0E771-E161-435B-9FF0-52FFCAEB8E0B}" type="sibTrans" cxnId="{FE6145B7-35D8-47E0-861C-557F008D8C49}">
      <dgm:prSet/>
      <dgm:spPr/>
      <dgm:t>
        <a:bodyPr/>
        <a:lstStyle/>
        <a:p>
          <a:endParaRPr lang="en-US"/>
        </a:p>
      </dgm:t>
    </dgm:pt>
    <dgm:pt modelId="{AF894BA3-DB94-4DDE-A410-5FEAC3524452}">
      <dgm:prSet/>
      <dgm:spPr/>
      <dgm:t>
        <a:bodyPr/>
        <a:lstStyle/>
        <a:p>
          <a:r>
            <a:rPr lang="en-US"/>
            <a:t>d) VLIW</a:t>
          </a:r>
        </a:p>
      </dgm:t>
    </dgm:pt>
    <dgm:pt modelId="{8A988AA1-D70A-435E-82E8-8D74F0225695}" type="parTrans" cxnId="{684FDF48-D9BE-4127-B427-4E3BB484501A}">
      <dgm:prSet/>
      <dgm:spPr/>
      <dgm:t>
        <a:bodyPr/>
        <a:lstStyle/>
        <a:p>
          <a:endParaRPr lang="en-US"/>
        </a:p>
      </dgm:t>
    </dgm:pt>
    <dgm:pt modelId="{C3BBB5CC-10C6-481E-ADC5-3656A04287B0}" type="sibTrans" cxnId="{684FDF48-D9BE-4127-B427-4E3BB484501A}">
      <dgm:prSet/>
      <dgm:spPr/>
      <dgm:t>
        <a:bodyPr/>
        <a:lstStyle/>
        <a:p>
          <a:endParaRPr lang="en-US"/>
        </a:p>
      </dgm:t>
    </dgm:pt>
    <dgm:pt modelId="{B4538777-47F2-435D-973C-1018B05C4910}">
      <dgm:prSet/>
      <dgm:spPr/>
      <dgm:t>
        <a:bodyPr/>
        <a:lstStyle/>
        <a:p>
          <a:r>
            <a:rPr lang="en-US"/>
            <a:t>2. ¿Qué instrucción realiza una suma en ARM64?</a:t>
          </a:r>
        </a:p>
      </dgm:t>
    </dgm:pt>
    <dgm:pt modelId="{C02345CC-36F8-4C00-B173-D3D4FFD118EE}" type="parTrans" cxnId="{8AA868E3-22F4-46EF-AE7A-B9F3A20CC1D4}">
      <dgm:prSet/>
      <dgm:spPr/>
      <dgm:t>
        <a:bodyPr/>
        <a:lstStyle/>
        <a:p>
          <a:endParaRPr lang="en-US"/>
        </a:p>
      </dgm:t>
    </dgm:pt>
    <dgm:pt modelId="{68E99682-DCAF-4F0D-8094-922977A9DF4A}" type="sibTrans" cxnId="{8AA868E3-22F4-46EF-AE7A-B9F3A20CC1D4}">
      <dgm:prSet/>
      <dgm:spPr/>
      <dgm:t>
        <a:bodyPr/>
        <a:lstStyle/>
        <a:p>
          <a:endParaRPr lang="en-US"/>
        </a:p>
      </dgm:t>
    </dgm:pt>
    <dgm:pt modelId="{A1F1E97E-A4BA-405D-BF9E-F393DD724D44}">
      <dgm:prSet/>
      <dgm:spPr/>
      <dgm:t>
        <a:bodyPr/>
        <a:lstStyle/>
        <a:p>
          <a:r>
            <a:rPr lang="en-US"/>
            <a:t>a) MOV</a:t>
          </a:r>
        </a:p>
      </dgm:t>
    </dgm:pt>
    <dgm:pt modelId="{EF588A1F-1174-4B59-8852-FDE06C0BE3AD}" type="parTrans" cxnId="{63158E5B-4782-4C97-8F8D-686A54B62EA7}">
      <dgm:prSet/>
      <dgm:spPr/>
      <dgm:t>
        <a:bodyPr/>
        <a:lstStyle/>
        <a:p>
          <a:endParaRPr lang="en-US"/>
        </a:p>
      </dgm:t>
    </dgm:pt>
    <dgm:pt modelId="{FD0C653D-3F74-4974-B016-3F7BF3A8B8B8}" type="sibTrans" cxnId="{63158E5B-4782-4C97-8F8D-686A54B62EA7}">
      <dgm:prSet/>
      <dgm:spPr/>
      <dgm:t>
        <a:bodyPr/>
        <a:lstStyle/>
        <a:p>
          <a:endParaRPr lang="en-US"/>
        </a:p>
      </dgm:t>
    </dgm:pt>
    <dgm:pt modelId="{90466A9F-FA01-4CD0-85FD-3892536767D2}">
      <dgm:prSet/>
      <dgm:spPr/>
      <dgm:t>
        <a:bodyPr/>
        <a:lstStyle/>
        <a:p>
          <a:r>
            <a:rPr lang="en-US"/>
            <a:t>b) ADD</a:t>
          </a:r>
        </a:p>
      </dgm:t>
    </dgm:pt>
    <dgm:pt modelId="{52A4739A-D519-4A59-8C6D-294723AB8549}" type="parTrans" cxnId="{BBD35403-81CD-4C44-80D4-7E371646E9CD}">
      <dgm:prSet/>
      <dgm:spPr/>
      <dgm:t>
        <a:bodyPr/>
        <a:lstStyle/>
        <a:p>
          <a:endParaRPr lang="en-US"/>
        </a:p>
      </dgm:t>
    </dgm:pt>
    <dgm:pt modelId="{C7722A45-D826-49FE-9308-A0302AB32595}" type="sibTrans" cxnId="{BBD35403-81CD-4C44-80D4-7E371646E9CD}">
      <dgm:prSet/>
      <dgm:spPr/>
      <dgm:t>
        <a:bodyPr/>
        <a:lstStyle/>
        <a:p>
          <a:endParaRPr lang="en-US"/>
        </a:p>
      </dgm:t>
    </dgm:pt>
    <dgm:pt modelId="{DB542B4A-5F03-4E6F-B870-F68ABD6402FC}">
      <dgm:prSet/>
      <dgm:spPr/>
      <dgm:t>
        <a:bodyPr/>
        <a:lstStyle/>
        <a:p>
          <a:r>
            <a:rPr lang="en-US"/>
            <a:t>c) STR</a:t>
          </a:r>
        </a:p>
      </dgm:t>
    </dgm:pt>
    <dgm:pt modelId="{469E06F4-A934-46AA-807F-C3C4F3B2DC69}" type="parTrans" cxnId="{C2C977EC-04B4-44AB-B0F6-B8F4C6F87324}">
      <dgm:prSet/>
      <dgm:spPr/>
      <dgm:t>
        <a:bodyPr/>
        <a:lstStyle/>
        <a:p>
          <a:endParaRPr lang="en-US"/>
        </a:p>
      </dgm:t>
    </dgm:pt>
    <dgm:pt modelId="{785E46A3-AF7E-4909-B263-64A85477A0F3}" type="sibTrans" cxnId="{C2C977EC-04B4-44AB-B0F6-B8F4C6F87324}">
      <dgm:prSet/>
      <dgm:spPr/>
      <dgm:t>
        <a:bodyPr/>
        <a:lstStyle/>
        <a:p>
          <a:endParaRPr lang="en-US"/>
        </a:p>
      </dgm:t>
    </dgm:pt>
    <dgm:pt modelId="{C1FBB5B4-CB51-41F3-B993-4E1318F8BBFB}">
      <dgm:prSet/>
      <dgm:spPr/>
      <dgm:t>
        <a:bodyPr/>
        <a:lstStyle/>
        <a:p>
          <a:r>
            <a:rPr lang="en-US"/>
            <a:t>d) CMP</a:t>
          </a:r>
        </a:p>
      </dgm:t>
    </dgm:pt>
    <dgm:pt modelId="{9F1E242A-F86A-4445-98EF-F8D4803C22FC}" type="parTrans" cxnId="{B65A057E-587E-4D0B-BDEC-30A725E6A42D}">
      <dgm:prSet/>
      <dgm:spPr/>
      <dgm:t>
        <a:bodyPr/>
        <a:lstStyle/>
        <a:p>
          <a:endParaRPr lang="en-US"/>
        </a:p>
      </dgm:t>
    </dgm:pt>
    <dgm:pt modelId="{9883FC77-6D70-4756-A4EA-14DCA9793499}" type="sibTrans" cxnId="{B65A057E-587E-4D0B-BDEC-30A725E6A42D}">
      <dgm:prSet/>
      <dgm:spPr/>
      <dgm:t>
        <a:bodyPr/>
        <a:lstStyle/>
        <a:p>
          <a:endParaRPr lang="en-US"/>
        </a:p>
      </dgm:t>
    </dgm:pt>
    <dgm:pt modelId="{E76E3D9D-88E3-4DEA-A6A2-7FF7D5BE0430}">
      <dgm:prSet/>
      <dgm:spPr/>
      <dgm:t>
        <a:bodyPr/>
        <a:lstStyle/>
        <a:p>
          <a:r>
            <a:rPr lang="en-US"/>
            <a:t>3. ¿Cuál instrucción realiza operaciones bit a bit XOR?</a:t>
          </a:r>
        </a:p>
      </dgm:t>
    </dgm:pt>
    <dgm:pt modelId="{7FC7AFC7-924B-4251-ADFC-154C972F33CA}" type="parTrans" cxnId="{E7F9E65F-423B-451B-8156-5DCA13164556}">
      <dgm:prSet/>
      <dgm:spPr/>
      <dgm:t>
        <a:bodyPr/>
        <a:lstStyle/>
        <a:p>
          <a:endParaRPr lang="en-US"/>
        </a:p>
      </dgm:t>
    </dgm:pt>
    <dgm:pt modelId="{694AA609-A40A-46E1-803D-CDCC811D3119}" type="sibTrans" cxnId="{E7F9E65F-423B-451B-8156-5DCA13164556}">
      <dgm:prSet/>
      <dgm:spPr/>
      <dgm:t>
        <a:bodyPr/>
        <a:lstStyle/>
        <a:p>
          <a:endParaRPr lang="en-US"/>
        </a:p>
      </dgm:t>
    </dgm:pt>
    <dgm:pt modelId="{7C477D23-597E-4E35-8AC8-E90A740F8C92}">
      <dgm:prSet/>
      <dgm:spPr/>
      <dgm:t>
        <a:bodyPr/>
        <a:lstStyle/>
        <a:p>
          <a:r>
            <a:rPr lang="en-US"/>
            <a:t>a) AND</a:t>
          </a:r>
        </a:p>
      </dgm:t>
    </dgm:pt>
    <dgm:pt modelId="{1B4444D8-E43B-4CFC-9712-9A2A0BAAD99B}" type="parTrans" cxnId="{F0C13284-0BF3-4C08-81E9-56DDDC843DC8}">
      <dgm:prSet/>
      <dgm:spPr/>
      <dgm:t>
        <a:bodyPr/>
        <a:lstStyle/>
        <a:p>
          <a:endParaRPr lang="en-US"/>
        </a:p>
      </dgm:t>
    </dgm:pt>
    <dgm:pt modelId="{E13422EF-E3DA-43F6-A677-DE25D077E98E}" type="sibTrans" cxnId="{F0C13284-0BF3-4C08-81E9-56DDDC843DC8}">
      <dgm:prSet/>
      <dgm:spPr/>
      <dgm:t>
        <a:bodyPr/>
        <a:lstStyle/>
        <a:p>
          <a:endParaRPr lang="en-US"/>
        </a:p>
      </dgm:t>
    </dgm:pt>
    <dgm:pt modelId="{3B41E618-C05A-4A0E-8902-A4F9C37A8054}">
      <dgm:prSet/>
      <dgm:spPr/>
      <dgm:t>
        <a:bodyPr/>
        <a:lstStyle/>
        <a:p>
          <a:r>
            <a:rPr lang="en-US"/>
            <a:t>b) ORR</a:t>
          </a:r>
        </a:p>
      </dgm:t>
    </dgm:pt>
    <dgm:pt modelId="{1CDD58A7-9F5F-4515-953D-F29805393891}" type="parTrans" cxnId="{F7DE1D29-F843-4654-B4C6-1C0D358F0583}">
      <dgm:prSet/>
      <dgm:spPr/>
      <dgm:t>
        <a:bodyPr/>
        <a:lstStyle/>
        <a:p>
          <a:endParaRPr lang="en-US"/>
        </a:p>
      </dgm:t>
    </dgm:pt>
    <dgm:pt modelId="{BDCD1E27-98B9-426D-AD39-A4E4C3333B53}" type="sibTrans" cxnId="{F7DE1D29-F843-4654-B4C6-1C0D358F0583}">
      <dgm:prSet/>
      <dgm:spPr/>
      <dgm:t>
        <a:bodyPr/>
        <a:lstStyle/>
        <a:p>
          <a:endParaRPr lang="en-US"/>
        </a:p>
      </dgm:t>
    </dgm:pt>
    <dgm:pt modelId="{550A00BD-8EE0-4704-86D6-73F61F3BB523}">
      <dgm:prSet/>
      <dgm:spPr/>
      <dgm:t>
        <a:bodyPr/>
        <a:lstStyle/>
        <a:p>
          <a:r>
            <a:rPr lang="en-US"/>
            <a:t>c) EOR</a:t>
          </a:r>
        </a:p>
      </dgm:t>
    </dgm:pt>
    <dgm:pt modelId="{C22C2CD7-3146-41B3-921F-F7693DD1C573}" type="parTrans" cxnId="{2CFB6092-8F0F-40DA-A14C-7FD3AEF030B1}">
      <dgm:prSet/>
      <dgm:spPr/>
      <dgm:t>
        <a:bodyPr/>
        <a:lstStyle/>
        <a:p>
          <a:endParaRPr lang="en-US"/>
        </a:p>
      </dgm:t>
    </dgm:pt>
    <dgm:pt modelId="{0E8E597C-B998-4A2B-ABEF-EB5CF01BF55C}" type="sibTrans" cxnId="{2CFB6092-8F0F-40DA-A14C-7FD3AEF030B1}">
      <dgm:prSet/>
      <dgm:spPr/>
      <dgm:t>
        <a:bodyPr/>
        <a:lstStyle/>
        <a:p>
          <a:endParaRPr lang="en-US"/>
        </a:p>
      </dgm:t>
    </dgm:pt>
    <dgm:pt modelId="{0A96A4D4-C065-40F9-B775-71F8D50EA7DF}">
      <dgm:prSet/>
      <dgm:spPr/>
      <dgm:t>
        <a:bodyPr/>
        <a:lstStyle/>
        <a:p>
          <a:r>
            <a:rPr lang="en-US"/>
            <a:t>d) BIC</a:t>
          </a:r>
        </a:p>
      </dgm:t>
    </dgm:pt>
    <dgm:pt modelId="{B569ECCD-BCE5-49EA-8E45-38E6F2020ED5}" type="parTrans" cxnId="{1579DF7E-1386-454C-AA35-932032DFD5DE}">
      <dgm:prSet/>
      <dgm:spPr/>
      <dgm:t>
        <a:bodyPr/>
        <a:lstStyle/>
        <a:p>
          <a:endParaRPr lang="en-US"/>
        </a:p>
      </dgm:t>
    </dgm:pt>
    <dgm:pt modelId="{F1F9D60C-DCF5-4020-A3D1-085A8E4E96F7}" type="sibTrans" cxnId="{1579DF7E-1386-454C-AA35-932032DFD5DE}">
      <dgm:prSet/>
      <dgm:spPr/>
      <dgm:t>
        <a:bodyPr/>
        <a:lstStyle/>
        <a:p>
          <a:endParaRPr lang="en-US"/>
        </a:p>
      </dgm:t>
    </dgm:pt>
    <dgm:pt modelId="{7D18CA0B-F945-47BF-A273-EC9F864DAB4A}">
      <dgm:prSet/>
      <dgm:spPr/>
      <dgm:t>
        <a:bodyPr/>
        <a:lstStyle/>
        <a:p>
          <a:r>
            <a:rPr lang="en-US"/>
            <a:t>4. ¿Qué instrucción carga un valor desde memoria?</a:t>
          </a:r>
        </a:p>
      </dgm:t>
    </dgm:pt>
    <dgm:pt modelId="{F5BF6FCD-5B83-4CF9-936B-9828B222C8D2}" type="parTrans" cxnId="{38CC1146-F375-40FF-B4E6-9D13E3691494}">
      <dgm:prSet/>
      <dgm:spPr/>
      <dgm:t>
        <a:bodyPr/>
        <a:lstStyle/>
        <a:p>
          <a:endParaRPr lang="en-US"/>
        </a:p>
      </dgm:t>
    </dgm:pt>
    <dgm:pt modelId="{A8E54A92-7805-4B2E-87A1-D11F6392495A}" type="sibTrans" cxnId="{38CC1146-F375-40FF-B4E6-9D13E3691494}">
      <dgm:prSet/>
      <dgm:spPr/>
      <dgm:t>
        <a:bodyPr/>
        <a:lstStyle/>
        <a:p>
          <a:endParaRPr lang="en-US"/>
        </a:p>
      </dgm:t>
    </dgm:pt>
    <dgm:pt modelId="{5050BD69-4827-43D0-95B7-AC075EC07994}">
      <dgm:prSet/>
      <dgm:spPr/>
      <dgm:t>
        <a:bodyPr/>
        <a:lstStyle/>
        <a:p>
          <a:r>
            <a:rPr lang="en-US"/>
            <a:t>a) LDR</a:t>
          </a:r>
        </a:p>
      </dgm:t>
    </dgm:pt>
    <dgm:pt modelId="{6094DA83-95BD-49BA-B00A-1A125F48B516}" type="parTrans" cxnId="{0B1D8A15-6F78-40EC-B283-C3F685F1FDF9}">
      <dgm:prSet/>
      <dgm:spPr/>
      <dgm:t>
        <a:bodyPr/>
        <a:lstStyle/>
        <a:p>
          <a:endParaRPr lang="en-US"/>
        </a:p>
      </dgm:t>
    </dgm:pt>
    <dgm:pt modelId="{6B5E2706-C001-46F4-B527-88AEEA3C9A41}" type="sibTrans" cxnId="{0B1D8A15-6F78-40EC-B283-C3F685F1FDF9}">
      <dgm:prSet/>
      <dgm:spPr/>
      <dgm:t>
        <a:bodyPr/>
        <a:lstStyle/>
        <a:p>
          <a:endParaRPr lang="en-US"/>
        </a:p>
      </dgm:t>
    </dgm:pt>
    <dgm:pt modelId="{55678240-40C9-415B-BF14-582A45E6ECF6}">
      <dgm:prSet/>
      <dgm:spPr/>
      <dgm:t>
        <a:bodyPr/>
        <a:lstStyle/>
        <a:p>
          <a:r>
            <a:rPr lang="en-US"/>
            <a:t>b) STR</a:t>
          </a:r>
        </a:p>
      </dgm:t>
    </dgm:pt>
    <dgm:pt modelId="{A78C7C81-DCD7-4BB4-8091-E16AD9B85FEF}" type="parTrans" cxnId="{E11AA2AE-2C4E-4B24-A844-422D5CB25106}">
      <dgm:prSet/>
      <dgm:spPr/>
      <dgm:t>
        <a:bodyPr/>
        <a:lstStyle/>
        <a:p>
          <a:endParaRPr lang="en-US"/>
        </a:p>
      </dgm:t>
    </dgm:pt>
    <dgm:pt modelId="{DADABD1C-F85F-4477-A761-7A614B0D1CAC}" type="sibTrans" cxnId="{E11AA2AE-2C4E-4B24-A844-422D5CB25106}">
      <dgm:prSet/>
      <dgm:spPr/>
      <dgm:t>
        <a:bodyPr/>
        <a:lstStyle/>
        <a:p>
          <a:endParaRPr lang="en-US"/>
        </a:p>
      </dgm:t>
    </dgm:pt>
    <dgm:pt modelId="{6C882A00-507D-4CD8-B55E-5229FA4D0A1B}">
      <dgm:prSet/>
      <dgm:spPr/>
      <dgm:t>
        <a:bodyPr/>
        <a:lstStyle/>
        <a:p>
          <a:r>
            <a:rPr lang="en-US"/>
            <a:t>c) MOV</a:t>
          </a:r>
        </a:p>
      </dgm:t>
    </dgm:pt>
    <dgm:pt modelId="{3EE943E0-1720-4F91-ABF4-0C2374C0678A}" type="parTrans" cxnId="{AFE22595-75FA-4127-9FF2-706C02EF8CD6}">
      <dgm:prSet/>
      <dgm:spPr/>
      <dgm:t>
        <a:bodyPr/>
        <a:lstStyle/>
        <a:p>
          <a:endParaRPr lang="en-US"/>
        </a:p>
      </dgm:t>
    </dgm:pt>
    <dgm:pt modelId="{A483C460-BC93-4B0A-A2B0-493BCE95957C}" type="sibTrans" cxnId="{AFE22595-75FA-4127-9FF2-706C02EF8CD6}">
      <dgm:prSet/>
      <dgm:spPr/>
      <dgm:t>
        <a:bodyPr/>
        <a:lstStyle/>
        <a:p>
          <a:endParaRPr lang="en-US"/>
        </a:p>
      </dgm:t>
    </dgm:pt>
    <dgm:pt modelId="{D0551D96-A5C1-47A4-9BB6-BA3F97392D12}">
      <dgm:prSet/>
      <dgm:spPr/>
      <dgm:t>
        <a:bodyPr/>
        <a:lstStyle/>
        <a:p>
          <a:r>
            <a:rPr lang="en-US"/>
            <a:t>d) ADR</a:t>
          </a:r>
        </a:p>
      </dgm:t>
    </dgm:pt>
    <dgm:pt modelId="{ABF1DAE1-AFB1-470D-9D52-1D3CD5981F41}" type="parTrans" cxnId="{CDC8FCB8-2452-4FEE-A0EC-E178C4CC3D97}">
      <dgm:prSet/>
      <dgm:spPr/>
      <dgm:t>
        <a:bodyPr/>
        <a:lstStyle/>
        <a:p>
          <a:endParaRPr lang="en-US"/>
        </a:p>
      </dgm:t>
    </dgm:pt>
    <dgm:pt modelId="{5F53306B-D0DA-4F43-B0D5-EADD287589E4}" type="sibTrans" cxnId="{CDC8FCB8-2452-4FEE-A0EC-E178C4CC3D97}">
      <dgm:prSet/>
      <dgm:spPr/>
      <dgm:t>
        <a:bodyPr/>
        <a:lstStyle/>
        <a:p>
          <a:endParaRPr lang="en-US"/>
        </a:p>
      </dgm:t>
    </dgm:pt>
    <dgm:pt modelId="{B3EDD5E2-0119-4EF0-899D-2AE6377514CB}">
      <dgm:prSet/>
      <dgm:spPr/>
      <dgm:t>
        <a:bodyPr/>
        <a:lstStyle/>
        <a:p>
          <a:r>
            <a:rPr lang="en-US"/>
            <a:t>5. ¿Cuál es la función de la bandera PSTATE?</a:t>
          </a:r>
        </a:p>
      </dgm:t>
    </dgm:pt>
    <dgm:pt modelId="{A8E19B50-1F2E-4989-A11C-4B61AF1E8E0F}" type="parTrans" cxnId="{4D33E3EB-DF39-429D-B34C-7A38E8B9832B}">
      <dgm:prSet/>
      <dgm:spPr/>
      <dgm:t>
        <a:bodyPr/>
        <a:lstStyle/>
        <a:p>
          <a:endParaRPr lang="en-US"/>
        </a:p>
      </dgm:t>
    </dgm:pt>
    <dgm:pt modelId="{3E3A31E2-5982-4589-B891-D4C8A5C45B0B}" type="sibTrans" cxnId="{4D33E3EB-DF39-429D-B34C-7A38E8B9832B}">
      <dgm:prSet/>
      <dgm:spPr/>
      <dgm:t>
        <a:bodyPr/>
        <a:lstStyle/>
        <a:p>
          <a:endParaRPr lang="en-US"/>
        </a:p>
      </dgm:t>
    </dgm:pt>
    <dgm:pt modelId="{7865ECD5-7F3A-4ED4-95FE-F143D59AEB3B}">
      <dgm:prSet/>
      <dgm:spPr/>
      <dgm:t>
        <a:bodyPr/>
        <a:lstStyle/>
        <a:p>
          <a:r>
            <a:rPr lang="en-US"/>
            <a:t>a) Control de energía</a:t>
          </a:r>
        </a:p>
      </dgm:t>
    </dgm:pt>
    <dgm:pt modelId="{75C427A4-1101-4D24-B012-23BE7D94C927}" type="parTrans" cxnId="{3CB71D8F-0577-4A4D-BD53-9776C03F5593}">
      <dgm:prSet/>
      <dgm:spPr/>
      <dgm:t>
        <a:bodyPr/>
        <a:lstStyle/>
        <a:p>
          <a:endParaRPr lang="en-US"/>
        </a:p>
      </dgm:t>
    </dgm:pt>
    <dgm:pt modelId="{A0A54049-1B24-4867-88FA-AF5E87A92C01}" type="sibTrans" cxnId="{3CB71D8F-0577-4A4D-BD53-9776C03F5593}">
      <dgm:prSet/>
      <dgm:spPr/>
      <dgm:t>
        <a:bodyPr/>
        <a:lstStyle/>
        <a:p>
          <a:endParaRPr lang="en-US"/>
        </a:p>
      </dgm:t>
    </dgm:pt>
    <dgm:pt modelId="{5EA1D16E-06B0-491E-B0D7-F4CAA00C4BE9}">
      <dgm:prSet/>
      <dgm:spPr/>
      <dgm:t>
        <a:bodyPr/>
        <a:lstStyle/>
        <a:p>
          <a:r>
            <a:rPr lang="en-US"/>
            <a:t>b) Indicar resultados de operaciones</a:t>
          </a:r>
        </a:p>
      </dgm:t>
    </dgm:pt>
    <dgm:pt modelId="{F358B8DC-092A-433F-A79B-5727D187DD1A}" type="parTrans" cxnId="{7428AE51-CAE9-4872-A51E-E1E36BE93184}">
      <dgm:prSet/>
      <dgm:spPr/>
      <dgm:t>
        <a:bodyPr/>
        <a:lstStyle/>
        <a:p>
          <a:endParaRPr lang="en-US"/>
        </a:p>
      </dgm:t>
    </dgm:pt>
    <dgm:pt modelId="{11B0A028-B5EF-4D4C-AC4B-C4E3B62354F5}" type="sibTrans" cxnId="{7428AE51-CAE9-4872-A51E-E1E36BE93184}">
      <dgm:prSet/>
      <dgm:spPr/>
      <dgm:t>
        <a:bodyPr/>
        <a:lstStyle/>
        <a:p>
          <a:endParaRPr lang="en-US"/>
        </a:p>
      </dgm:t>
    </dgm:pt>
    <dgm:pt modelId="{B3D2B6C4-B11A-4A2C-8769-33167A5F2C22}">
      <dgm:prSet/>
      <dgm:spPr/>
      <dgm:t>
        <a:bodyPr/>
        <a:lstStyle/>
        <a:p>
          <a:r>
            <a:rPr lang="en-US"/>
            <a:t>c) Control de memoria</a:t>
          </a:r>
        </a:p>
      </dgm:t>
    </dgm:pt>
    <dgm:pt modelId="{95131CB1-6F61-4B50-8D3F-79E439826648}" type="parTrans" cxnId="{60706AA5-E0B6-4919-85D0-A6BE00B1FAA3}">
      <dgm:prSet/>
      <dgm:spPr/>
      <dgm:t>
        <a:bodyPr/>
        <a:lstStyle/>
        <a:p>
          <a:endParaRPr lang="en-US"/>
        </a:p>
      </dgm:t>
    </dgm:pt>
    <dgm:pt modelId="{933A114A-4F03-4AE5-A637-AFFE6DD4887C}" type="sibTrans" cxnId="{60706AA5-E0B6-4919-85D0-A6BE00B1FAA3}">
      <dgm:prSet/>
      <dgm:spPr/>
      <dgm:t>
        <a:bodyPr/>
        <a:lstStyle/>
        <a:p>
          <a:endParaRPr lang="en-US"/>
        </a:p>
      </dgm:t>
    </dgm:pt>
    <dgm:pt modelId="{2E1122E8-CB89-4753-9C0A-875AA7098A91}">
      <dgm:prSet/>
      <dgm:spPr/>
      <dgm:t>
        <a:bodyPr/>
        <a:lstStyle/>
        <a:p>
          <a:r>
            <a:rPr lang="en-US"/>
            <a:t>d) Almacenar direcciones</a:t>
          </a:r>
        </a:p>
      </dgm:t>
    </dgm:pt>
    <dgm:pt modelId="{E924469A-67EB-4B37-9FCD-68B109B63B4A}" type="parTrans" cxnId="{9DFDBBEF-3EEA-4251-A343-44E9C03E001E}">
      <dgm:prSet/>
      <dgm:spPr/>
      <dgm:t>
        <a:bodyPr/>
        <a:lstStyle/>
        <a:p>
          <a:endParaRPr lang="en-US"/>
        </a:p>
      </dgm:t>
    </dgm:pt>
    <dgm:pt modelId="{150BAE89-F090-410C-9934-48E73695F471}" type="sibTrans" cxnId="{9DFDBBEF-3EEA-4251-A343-44E9C03E001E}">
      <dgm:prSet/>
      <dgm:spPr/>
      <dgm:t>
        <a:bodyPr/>
        <a:lstStyle/>
        <a:p>
          <a:endParaRPr lang="en-US"/>
        </a:p>
      </dgm:t>
    </dgm:pt>
    <dgm:pt modelId="{D7B6592C-CE27-423C-9218-E61ABA976F3F}" type="pres">
      <dgm:prSet presAssocID="{77EC2D8D-5635-4961-85EF-FF3B915062E5}" presName="diagram" presStyleCnt="0">
        <dgm:presLayoutVars>
          <dgm:dir/>
          <dgm:resizeHandles val="exact"/>
        </dgm:presLayoutVars>
      </dgm:prSet>
      <dgm:spPr/>
    </dgm:pt>
    <dgm:pt modelId="{21E9ADE9-28E4-4E4D-9770-E5DD349D104A}" type="pres">
      <dgm:prSet presAssocID="{C421027E-C4ED-4B1F-A35B-6445B9DD7011}" presName="node" presStyleLbl="node1" presStyleIdx="0" presStyleCnt="25">
        <dgm:presLayoutVars>
          <dgm:bulletEnabled val="1"/>
        </dgm:presLayoutVars>
      </dgm:prSet>
      <dgm:spPr/>
    </dgm:pt>
    <dgm:pt modelId="{EF15770F-0C84-491E-8F6E-89274BF80AA8}" type="pres">
      <dgm:prSet presAssocID="{C119DC9B-CC87-4FBB-8546-42907DC47E0A}" presName="sibTrans" presStyleCnt="0"/>
      <dgm:spPr/>
    </dgm:pt>
    <dgm:pt modelId="{9931C486-FF23-4A07-BABA-17F679E750E9}" type="pres">
      <dgm:prSet presAssocID="{51E6ADDD-059E-45C9-8990-486222882940}" presName="node" presStyleLbl="node1" presStyleIdx="1" presStyleCnt="25">
        <dgm:presLayoutVars>
          <dgm:bulletEnabled val="1"/>
        </dgm:presLayoutVars>
      </dgm:prSet>
      <dgm:spPr/>
    </dgm:pt>
    <dgm:pt modelId="{5D65F34A-B63E-4FCA-B10D-35E5F982FC51}" type="pres">
      <dgm:prSet presAssocID="{A8302B52-99F4-415E-B3B0-45FFBBD704BC}" presName="sibTrans" presStyleCnt="0"/>
      <dgm:spPr/>
    </dgm:pt>
    <dgm:pt modelId="{39020C30-05A4-4C58-A0D1-1FDEE5E7EB54}" type="pres">
      <dgm:prSet presAssocID="{18FD0F7E-E4C7-41B5-A94C-620F6440492F}" presName="node" presStyleLbl="node1" presStyleIdx="2" presStyleCnt="25">
        <dgm:presLayoutVars>
          <dgm:bulletEnabled val="1"/>
        </dgm:presLayoutVars>
      </dgm:prSet>
      <dgm:spPr/>
    </dgm:pt>
    <dgm:pt modelId="{087F343D-211E-4700-9A0C-86FA9333C7CF}" type="pres">
      <dgm:prSet presAssocID="{88DC9BD0-85BE-4CB6-906A-55A65394C562}" presName="sibTrans" presStyleCnt="0"/>
      <dgm:spPr/>
    </dgm:pt>
    <dgm:pt modelId="{536B8289-065F-4AA2-BA93-6AE592A37447}" type="pres">
      <dgm:prSet presAssocID="{F20603D7-8854-440B-AA35-8BBF2ACFDFB7}" presName="node" presStyleLbl="node1" presStyleIdx="3" presStyleCnt="25">
        <dgm:presLayoutVars>
          <dgm:bulletEnabled val="1"/>
        </dgm:presLayoutVars>
      </dgm:prSet>
      <dgm:spPr/>
    </dgm:pt>
    <dgm:pt modelId="{E1609D4D-6977-4C3C-8158-0AB3B527D2DF}" type="pres">
      <dgm:prSet presAssocID="{93F0E771-E161-435B-9FF0-52FFCAEB8E0B}" presName="sibTrans" presStyleCnt="0"/>
      <dgm:spPr/>
    </dgm:pt>
    <dgm:pt modelId="{91593CCD-8D49-48A6-9F09-FCA1B56EFF2D}" type="pres">
      <dgm:prSet presAssocID="{AF894BA3-DB94-4DDE-A410-5FEAC3524452}" presName="node" presStyleLbl="node1" presStyleIdx="4" presStyleCnt="25">
        <dgm:presLayoutVars>
          <dgm:bulletEnabled val="1"/>
        </dgm:presLayoutVars>
      </dgm:prSet>
      <dgm:spPr/>
    </dgm:pt>
    <dgm:pt modelId="{B1FBF143-B222-4069-B801-8294A295D01E}" type="pres">
      <dgm:prSet presAssocID="{C3BBB5CC-10C6-481E-ADC5-3656A04287B0}" presName="sibTrans" presStyleCnt="0"/>
      <dgm:spPr/>
    </dgm:pt>
    <dgm:pt modelId="{74FDEA70-A80E-49A1-960D-D4B02452E96E}" type="pres">
      <dgm:prSet presAssocID="{B4538777-47F2-435D-973C-1018B05C4910}" presName="node" presStyleLbl="node1" presStyleIdx="5" presStyleCnt="25">
        <dgm:presLayoutVars>
          <dgm:bulletEnabled val="1"/>
        </dgm:presLayoutVars>
      </dgm:prSet>
      <dgm:spPr/>
    </dgm:pt>
    <dgm:pt modelId="{013BDE20-503A-47D9-9F2B-45BCA0E72AE2}" type="pres">
      <dgm:prSet presAssocID="{68E99682-DCAF-4F0D-8094-922977A9DF4A}" presName="sibTrans" presStyleCnt="0"/>
      <dgm:spPr/>
    </dgm:pt>
    <dgm:pt modelId="{8DC1256B-416E-4F9A-B1AE-E1F472E93F17}" type="pres">
      <dgm:prSet presAssocID="{A1F1E97E-A4BA-405D-BF9E-F393DD724D44}" presName="node" presStyleLbl="node1" presStyleIdx="6" presStyleCnt="25">
        <dgm:presLayoutVars>
          <dgm:bulletEnabled val="1"/>
        </dgm:presLayoutVars>
      </dgm:prSet>
      <dgm:spPr/>
    </dgm:pt>
    <dgm:pt modelId="{8FC9DDD0-E8D2-4B35-AFBB-53FB648F18BF}" type="pres">
      <dgm:prSet presAssocID="{FD0C653D-3F74-4974-B016-3F7BF3A8B8B8}" presName="sibTrans" presStyleCnt="0"/>
      <dgm:spPr/>
    </dgm:pt>
    <dgm:pt modelId="{BD4C5AE7-A4A6-4E44-A98B-15FED5BB4B11}" type="pres">
      <dgm:prSet presAssocID="{90466A9F-FA01-4CD0-85FD-3892536767D2}" presName="node" presStyleLbl="node1" presStyleIdx="7" presStyleCnt="25">
        <dgm:presLayoutVars>
          <dgm:bulletEnabled val="1"/>
        </dgm:presLayoutVars>
      </dgm:prSet>
      <dgm:spPr/>
    </dgm:pt>
    <dgm:pt modelId="{29E3120C-1617-451A-B747-E1ED11F7AD43}" type="pres">
      <dgm:prSet presAssocID="{C7722A45-D826-49FE-9308-A0302AB32595}" presName="sibTrans" presStyleCnt="0"/>
      <dgm:spPr/>
    </dgm:pt>
    <dgm:pt modelId="{259C3141-F981-40BA-B86B-DB97BDACDA52}" type="pres">
      <dgm:prSet presAssocID="{DB542B4A-5F03-4E6F-B870-F68ABD6402FC}" presName="node" presStyleLbl="node1" presStyleIdx="8" presStyleCnt="25">
        <dgm:presLayoutVars>
          <dgm:bulletEnabled val="1"/>
        </dgm:presLayoutVars>
      </dgm:prSet>
      <dgm:spPr/>
    </dgm:pt>
    <dgm:pt modelId="{769EC47F-2F66-4732-885F-B234B68A5027}" type="pres">
      <dgm:prSet presAssocID="{785E46A3-AF7E-4909-B263-64A85477A0F3}" presName="sibTrans" presStyleCnt="0"/>
      <dgm:spPr/>
    </dgm:pt>
    <dgm:pt modelId="{2FAAB7E8-64B0-4F68-8180-BCE8C52E9CBA}" type="pres">
      <dgm:prSet presAssocID="{C1FBB5B4-CB51-41F3-B993-4E1318F8BBFB}" presName="node" presStyleLbl="node1" presStyleIdx="9" presStyleCnt="25">
        <dgm:presLayoutVars>
          <dgm:bulletEnabled val="1"/>
        </dgm:presLayoutVars>
      </dgm:prSet>
      <dgm:spPr/>
    </dgm:pt>
    <dgm:pt modelId="{EF89FF4C-88FA-4BCB-888E-E2369087106E}" type="pres">
      <dgm:prSet presAssocID="{9883FC77-6D70-4756-A4EA-14DCA9793499}" presName="sibTrans" presStyleCnt="0"/>
      <dgm:spPr/>
    </dgm:pt>
    <dgm:pt modelId="{A6030AB6-5F23-4C98-BB1B-50575E996F36}" type="pres">
      <dgm:prSet presAssocID="{E76E3D9D-88E3-4DEA-A6A2-7FF7D5BE0430}" presName="node" presStyleLbl="node1" presStyleIdx="10" presStyleCnt="25">
        <dgm:presLayoutVars>
          <dgm:bulletEnabled val="1"/>
        </dgm:presLayoutVars>
      </dgm:prSet>
      <dgm:spPr/>
    </dgm:pt>
    <dgm:pt modelId="{72A4CB31-8F33-4496-B382-B6C3E6EC3545}" type="pres">
      <dgm:prSet presAssocID="{694AA609-A40A-46E1-803D-CDCC811D3119}" presName="sibTrans" presStyleCnt="0"/>
      <dgm:spPr/>
    </dgm:pt>
    <dgm:pt modelId="{CA826F1C-B289-47D7-A9EF-2937398BA4EF}" type="pres">
      <dgm:prSet presAssocID="{7C477D23-597E-4E35-8AC8-E90A740F8C92}" presName="node" presStyleLbl="node1" presStyleIdx="11" presStyleCnt="25">
        <dgm:presLayoutVars>
          <dgm:bulletEnabled val="1"/>
        </dgm:presLayoutVars>
      </dgm:prSet>
      <dgm:spPr/>
    </dgm:pt>
    <dgm:pt modelId="{B29734A9-FCA2-4D02-88F0-F990DBDF4888}" type="pres">
      <dgm:prSet presAssocID="{E13422EF-E3DA-43F6-A677-DE25D077E98E}" presName="sibTrans" presStyleCnt="0"/>
      <dgm:spPr/>
    </dgm:pt>
    <dgm:pt modelId="{AF18A794-F10E-423A-84F8-D1D8F6A11F8E}" type="pres">
      <dgm:prSet presAssocID="{3B41E618-C05A-4A0E-8902-A4F9C37A8054}" presName="node" presStyleLbl="node1" presStyleIdx="12" presStyleCnt="25">
        <dgm:presLayoutVars>
          <dgm:bulletEnabled val="1"/>
        </dgm:presLayoutVars>
      </dgm:prSet>
      <dgm:spPr/>
    </dgm:pt>
    <dgm:pt modelId="{9421E6F0-8356-4702-9A21-D9E9A50BC0A2}" type="pres">
      <dgm:prSet presAssocID="{BDCD1E27-98B9-426D-AD39-A4E4C3333B53}" presName="sibTrans" presStyleCnt="0"/>
      <dgm:spPr/>
    </dgm:pt>
    <dgm:pt modelId="{B7576B95-4744-48D3-ACB6-0B071990BCCA}" type="pres">
      <dgm:prSet presAssocID="{550A00BD-8EE0-4704-86D6-73F61F3BB523}" presName="node" presStyleLbl="node1" presStyleIdx="13" presStyleCnt="25">
        <dgm:presLayoutVars>
          <dgm:bulletEnabled val="1"/>
        </dgm:presLayoutVars>
      </dgm:prSet>
      <dgm:spPr/>
    </dgm:pt>
    <dgm:pt modelId="{502DA6B6-54AE-432B-B712-7FB720763792}" type="pres">
      <dgm:prSet presAssocID="{0E8E597C-B998-4A2B-ABEF-EB5CF01BF55C}" presName="sibTrans" presStyleCnt="0"/>
      <dgm:spPr/>
    </dgm:pt>
    <dgm:pt modelId="{D3FB5061-342B-42E0-B6CD-E5ECC8E16927}" type="pres">
      <dgm:prSet presAssocID="{0A96A4D4-C065-40F9-B775-71F8D50EA7DF}" presName="node" presStyleLbl="node1" presStyleIdx="14" presStyleCnt="25">
        <dgm:presLayoutVars>
          <dgm:bulletEnabled val="1"/>
        </dgm:presLayoutVars>
      </dgm:prSet>
      <dgm:spPr/>
    </dgm:pt>
    <dgm:pt modelId="{B1036098-821F-4223-A570-D11F815F2027}" type="pres">
      <dgm:prSet presAssocID="{F1F9D60C-DCF5-4020-A3D1-085A8E4E96F7}" presName="sibTrans" presStyleCnt="0"/>
      <dgm:spPr/>
    </dgm:pt>
    <dgm:pt modelId="{D62F85EB-4D18-406B-91D3-3E6C7F5918FA}" type="pres">
      <dgm:prSet presAssocID="{7D18CA0B-F945-47BF-A273-EC9F864DAB4A}" presName="node" presStyleLbl="node1" presStyleIdx="15" presStyleCnt="25">
        <dgm:presLayoutVars>
          <dgm:bulletEnabled val="1"/>
        </dgm:presLayoutVars>
      </dgm:prSet>
      <dgm:spPr/>
    </dgm:pt>
    <dgm:pt modelId="{A1084748-C358-48D0-B203-69227CF57998}" type="pres">
      <dgm:prSet presAssocID="{A8E54A92-7805-4B2E-87A1-D11F6392495A}" presName="sibTrans" presStyleCnt="0"/>
      <dgm:spPr/>
    </dgm:pt>
    <dgm:pt modelId="{0DC986B1-F17F-4625-A409-BF0DD0D588D0}" type="pres">
      <dgm:prSet presAssocID="{5050BD69-4827-43D0-95B7-AC075EC07994}" presName="node" presStyleLbl="node1" presStyleIdx="16" presStyleCnt="25">
        <dgm:presLayoutVars>
          <dgm:bulletEnabled val="1"/>
        </dgm:presLayoutVars>
      </dgm:prSet>
      <dgm:spPr/>
    </dgm:pt>
    <dgm:pt modelId="{32C051CC-81E7-499B-A3B3-788BCB5F34EA}" type="pres">
      <dgm:prSet presAssocID="{6B5E2706-C001-46F4-B527-88AEEA3C9A41}" presName="sibTrans" presStyleCnt="0"/>
      <dgm:spPr/>
    </dgm:pt>
    <dgm:pt modelId="{19CE0590-748B-44AE-8CC3-7227DEB8BC3C}" type="pres">
      <dgm:prSet presAssocID="{55678240-40C9-415B-BF14-582A45E6ECF6}" presName="node" presStyleLbl="node1" presStyleIdx="17" presStyleCnt="25">
        <dgm:presLayoutVars>
          <dgm:bulletEnabled val="1"/>
        </dgm:presLayoutVars>
      </dgm:prSet>
      <dgm:spPr/>
    </dgm:pt>
    <dgm:pt modelId="{9F95098F-6BB5-422B-AD63-408AED002BEC}" type="pres">
      <dgm:prSet presAssocID="{DADABD1C-F85F-4477-A761-7A614B0D1CAC}" presName="sibTrans" presStyleCnt="0"/>
      <dgm:spPr/>
    </dgm:pt>
    <dgm:pt modelId="{36246283-7400-4CBD-9BA5-6C463BB11164}" type="pres">
      <dgm:prSet presAssocID="{6C882A00-507D-4CD8-B55E-5229FA4D0A1B}" presName="node" presStyleLbl="node1" presStyleIdx="18" presStyleCnt="25">
        <dgm:presLayoutVars>
          <dgm:bulletEnabled val="1"/>
        </dgm:presLayoutVars>
      </dgm:prSet>
      <dgm:spPr/>
    </dgm:pt>
    <dgm:pt modelId="{D42B5D47-3839-430C-8F35-A36BDC596BF4}" type="pres">
      <dgm:prSet presAssocID="{A483C460-BC93-4B0A-A2B0-493BCE95957C}" presName="sibTrans" presStyleCnt="0"/>
      <dgm:spPr/>
    </dgm:pt>
    <dgm:pt modelId="{2CFB4682-8849-4BE6-9B7C-F7C8D3AA8F70}" type="pres">
      <dgm:prSet presAssocID="{D0551D96-A5C1-47A4-9BB6-BA3F97392D12}" presName="node" presStyleLbl="node1" presStyleIdx="19" presStyleCnt="25">
        <dgm:presLayoutVars>
          <dgm:bulletEnabled val="1"/>
        </dgm:presLayoutVars>
      </dgm:prSet>
      <dgm:spPr/>
    </dgm:pt>
    <dgm:pt modelId="{B730C2DE-F16D-48BD-B05B-A938E367C535}" type="pres">
      <dgm:prSet presAssocID="{5F53306B-D0DA-4F43-B0D5-EADD287589E4}" presName="sibTrans" presStyleCnt="0"/>
      <dgm:spPr/>
    </dgm:pt>
    <dgm:pt modelId="{79516020-640A-44A0-9D91-D0B9D88CA952}" type="pres">
      <dgm:prSet presAssocID="{B3EDD5E2-0119-4EF0-899D-2AE6377514CB}" presName="node" presStyleLbl="node1" presStyleIdx="20" presStyleCnt="25">
        <dgm:presLayoutVars>
          <dgm:bulletEnabled val="1"/>
        </dgm:presLayoutVars>
      </dgm:prSet>
      <dgm:spPr/>
    </dgm:pt>
    <dgm:pt modelId="{3DE508D2-FD1A-4A86-99D9-F317145B99C3}" type="pres">
      <dgm:prSet presAssocID="{3E3A31E2-5982-4589-B891-D4C8A5C45B0B}" presName="sibTrans" presStyleCnt="0"/>
      <dgm:spPr/>
    </dgm:pt>
    <dgm:pt modelId="{7060A79E-9694-46E4-BDFE-F63E9370EB38}" type="pres">
      <dgm:prSet presAssocID="{7865ECD5-7F3A-4ED4-95FE-F143D59AEB3B}" presName="node" presStyleLbl="node1" presStyleIdx="21" presStyleCnt="25">
        <dgm:presLayoutVars>
          <dgm:bulletEnabled val="1"/>
        </dgm:presLayoutVars>
      </dgm:prSet>
      <dgm:spPr/>
    </dgm:pt>
    <dgm:pt modelId="{56CD6819-7752-4648-9976-5DE07A739A48}" type="pres">
      <dgm:prSet presAssocID="{A0A54049-1B24-4867-88FA-AF5E87A92C01}" presName="sibTrans" presStyleCnt="0"/>
      <dgm:spPr/>
    </dgm:pt>
    <dgm:pt modelId="{2CAB7702-AD64-4ED3-953E-FE787F67A623}" type="pres">
      <dgm:prSet presAssocID="{5EA1D16E-06B0-491E-B0D7-F4CAA00C4BE9}" presName="node" presStyleLbl="node1" presStyleIdx="22" presStyleCnt="25">
        <dgm:presLayoutVars>
          <dgm:bulletEnabled val="1"/>
        </dgm:presLayoutVars>
      </dgm:prSet>
      <dgm:spPr/>
    </dgm:pt>
    <dgm:pt modelId="{15929A94-B46C-4A7C-A122-51D67E40E6E7}" type="pres">
      <dgm:prSet presAssocID="{11B0A028-B5EF-4D4C-AC4B-C4E3B62354F5}" presName="sibTrans" presStyleCnt="0"/>
      <dgm:spPr/>
    </dgm:pt>
    <dgm:pt modelId="{2C922943-6116-4BEC-978B-8A407AA40B44}" type="pres">
      <dgm:prSet presAssocID="{B3D2B6C4-B11A-4A2C-8769-33167A5F2C22}" presName="node" presStyleLbl="node1" presStyleIdx="23" presStyleCnt="25">
        <dgm:presLayoutVars>
          <dgm:bulletEnabled val="1"/>
        </dgm:presLayoutVars>
      </dgm:prSet>
      <dgm:spPr/>
    </dgm:pt>
    <dgm:pt modelId="{E1F12515-CB73-418A-8E81-44E6FCC5718E}" type="pres">
      <dgm:prSet presAssocID="{933A114A-4F03-4AE5-A637-AFFE6DD4887C}" presName="sibTrans" presStyleCnt="0"/>
      <dgm:spPr/>
    </dgm:pt>
    <dgm:pt modelId="{4BB73B1F-E2E4-4A22-B79C-B02D82D542D1}" type="pres">
      <dgm:prSet presAssocID="{2E1122E8-CB89-4753-9C0A-875AA7098A91}" presName="node" presStyleLbl="node1" presStyleIdx="24" presStyleCnt="25">
        <dgm:presLayoutVars>
          <dgm:bulletEnabled val="1"/>
        </dgm:presLayoutVars>
      </dgm:prSet>
      <dgm:spPr/>
    </dgm:pt>
  </dgm:ptLst>
  <dgm:cxnLst>
    <dgm:cxn modelId="{BBD35403-81CD-4C44-80D4-7E371646E9CD}" srcId="{77EC2D8D-5635-4961-85EF-FF3B915062E5}" destId="{90466A9F-FA01-4CD0-85FD-3892536767D2}" srcOrd="7" destOrd="0" parTransId="{52A4739A-D519-4A59-8C6D-294723AB8549}" sibTransId="{C7722A45-D826-49FE-9308-A0302AB32595}"/>
    <dgm:cxn modelId="{BA4B2512-818C-4CF3-A003-6F31E5555418}" type="presOf" srcId="{550A00BD-8EE0-4704-86D6-73F61F3BB523}" destId="{B7576B95-4744-48D3-ACB6-0B071990BCCA}" srcOrd="0" destOrd="0" presId="urn:microsoft.com/office/officeart/2005/8/layout/default"/>
    <dgm:cxn modelId="{0B1D8A15-6F78-40EC-B283-C3F685F1FDF9}" srcId="{77EC2D8D-5635-4961-85EF-FF3B915062E5}" destId="{5050BD69-4827-43D0-95B7-AC075EC07994}" srcOrd="16" destOrd="0" parTransId="{6094DA83-95BD-49BA-B00A-1A125F48B516}" sibTransId="{6B5E2706-C001-46F4-B527-88AEEA3C9A41}"/>
    <dgm:cxn modelId="{F7DE1D29-F843-4654-B4C6-1C0D358F0583}" srcId="{77EC2D8D-5635-4961-85EF-FF3B915062E5}" destId="{3B41E618-C05A-4A0E-8902-A4F9C37A8054}" srcOrd="12" destOrd="0" parTransId="{1CDD58A7-9F5F-4515-953D-F29805393891}" sibTransId="{BDCD1E27-98B9-426D-AD39-A4E4C3333B53}"/>
    <dgm:cxn modelId="{A36A7439-B8B2-4B91-8B78-61ED9C70B113}" type="presOf" srcId="{E76E3D9D-88E3-4DEA-A6A2-7FF7D5BE0430}" destId="{A6030AB6-5F23-4C98-BB1B-50575E996F36}" srcOrd="0" destOrd="0" presId="urn:microsoft.com/office/officeart/2005/8/layout/default"/>
    <dgm:cxn modelId="{63158E5B-4782-4C97-8F8D-686A54B62EA7}" srcId="{77EC2D8D-5635-4961-85EF-FF3B915062E5}" destId="{A1F1E97E-A4BA-405D-BF9E-F393DD724D44}" srcOrd="6" destOrd="0" parTransId="{EF588A1F-1174-4B59-8852-FDE06C0BE3AD}" sibTransId="{FD0C653D-3F74-4974-B016-3F7BF3A8B8B8}"/>
    <dgm:cxn modelId="{2A2AC55D-86EA-432A-A9BF-E3EECB017B29}" type="presOf" srcId="{C421027E-C4ED-4B1F-A35B-6445B9DD7011}" destId="{21E9ADE9-28E4-4E4D-9770-E5DD349D104A}" srcOrd="0" destOrd="0" presId="urn:microsoft.com/office/officeart/2005/8/layout/default"/>
    <dgm:cxn modelId="{E7F9E65F-423B-451B-8156-5DCA13164556}" srcId="{77EC2D8D-5635-4961-85EF-FF3B915062E5}" destId="{E76E3D9D-88E3-4DEA-A6A2-7FF7D5BE0430}" srcOrd="10" destOrd="0" parTransId="{7FC7AFC7-924B-4251-ADFC-154C972F33CA}" sibTransId="{694AA609-A40A-46E1-803D-CDCC811D3119}"/>
    <dgm:cxn modelId="{45787461-81F5-4F11-BECA-6AEEF29F01E8}" srcId="{77EC2D8D-5635-4961-85EF-FF3B915062E5}" destId="{C421027E-C4ED-4B1F-A35B-6445B9DD7011}" srcOrd="0" destOrd="0" parTransId="{3D0D4328-6EBA-4E90-8728-58532BE203EB}" sibTransId="{C119DC9B-CC87-4FBB-8546-42907DC47E0A}"/>
    <dgm:cxn modelId="{A9515565-F0E9-437C-B79B-4CC0171144AD}" type="presOf" srcId="{18FD0F7E-E4C7-41B5-A94C-620F6440492F}" destId="{39020C30-05A4-4C58-A0D1-1FDEE5E7EB54}" srcOrd="0" destOrd="0" presId="urn:microsoft.com/office/officeart/2005/8/layout/default"/>
    <dgm:cxn modelId="{38CC1146-F375-40FF-B4E6-9D13E3691494}" srcId="{77EC2D8D-5635-4961-85EF-FF3B915062E5}" destId="{7D18CA0B-F945-47BF-A273-EC9F864DAB4A}" srcOrd="15" destOrd="0" parTransId="{F5BF6FCD-5B83-4CF9-936B-9828B222C8D2}" sibTransId="{A8E54A92-7805-4B2E-87A1-D11F6392495A}"/>
    <dgm:cxn modelId="{AA989E66-3D5D-45F4-B844-9A22B589EF06}" type="presOf" srcId="{51E6ADDD-059E-45C9-8990-486222882940}" destId="{9931C486-FF23-4A07-BABA-17F679E750E9}" srcOrd="0" destOrd="0" presId="urn:microsoft.com/office/officeart/2005/8/layout/default"/>
    <dgm:cxn modelId="{7E1F6F68-6AF4-490E-95E4-ABF86F328FDA}" type="presOf" srcId="{2E1122E8-CB89-4753-9C0A-875AA7098A91}" destId="{4BB73B1F-E2E4-4A22-B79C-B02D82D542D1}" srcOrd="0" destOrd="0" presId="urn:microsoft.com/office/officeart/2005/8/layout/default"/>
    <dgm:cxn modelId="{684FDF48-D9BE-4127-B427-4E3BB484501A}" srcId="{77EC2D8D-5635-4961-85EF-FF3B915062E5}" destId="{AF894BA3-DB94-4DDE-A410-5FEAC3524452}" srcOrd="4" destOrd="0" parTransId="{8A988AA1-D70A-435E-82E8-8D74F0225695}" sibTransId="{C3BBB5CC-10C6-481E-ADC5-3656A04287B0}"/>
    <dgm:cxn modelId="{939B324E-75EC-49B1-929E-6427B4C684CA}" type="presOf" srcId="{7C477D23-597E-4E35-8AC8-E90A740F8C92}" destId="{CA826F1C-B289-47D7-A9EF-2937398BA4EF}" srcOrd="0" destOrd="0" presId="urn:microsoft.com/office/officeart/2005/8/layout/default"/>
    <dgm:cxn modelId="{0AF29371-428C-4401-8C35-1CF36A838D30}" type="presOf" srcId="{0A96A4D4-C065-40F9-B775-71F8D50EA7DF}" destId="{D3FB5061-342B-42E0-B6CD-E5ECC8E16927}" srcOrd="0" destOrd="0" presId="urn:microsoft.com/office/officeart/2005/8/layout/default"/>
    <dgm:cxn modelId="{7428AE51-CAE9-4872-A51E-E1E36BE93184}" srcId="{77EC2D8D-5635-4961-85EF-FF3B915062E5}" destId="{5EA1D16E-06B0-491E-B0D7-F4CAA00C4BE9}" srcOrd="22" destOrd="0" parTransId="{F358B8DC-092A-433F-A79B-5727D187DD1A}" sibTransId="{11B0A028-B5EF-4D4C-AC4B-C4E3B62354F5}"/>
    <dgm:cxn modelId="{E0BDCC72-188B-4960-8E83-709F668C100F}" type="presOf" srcId="{DB542B4A-5F03-4E6F-B870-F68ABD6402FC}" destId="{259C3141-F981-40BA-B86B-DB97BDACDA52}" srcOrd="0" destOrd="0" presId="urn:microsoft.com/office/officeart/2005/8/layout/default"/>
    <dgm:cxn modelId="{91E1C274-785A-4493-9953-6223059FF08D}" type="presOf" srcId="{6C882A00-507D-4CD8-B55E-5229FA4D0A1B}" destId="{36246283-7400-4CBD-9BA5-6C463BB11164}" srcOrd="0" destOrd="0" presId="urn:microsoft.com/office/officeart/2005/8/layout/default"/>
    <dgm:cxn modelId="{B65A057E-587E-4D0B-BDEC-30A725E6A42D}" srcId="{77EC2D8D-5635-4961-85EF-FF3B915062E5}" destId="{C1FBB5B4-CB51-41F3-B993-4E1318F8BBFB}" srcOrd="9" destOrd="0" parTransId="{9F1E242A-F86A-4445-98EF-F8D4803C22FC}" sibTransId="{9883FC77-6D70-4756-A4EA-14DCA9793499}"/>
    <dgm:cxn modelId="{1579DF7E-1386-454C-AA35-932032DFD5DE}" srcId="{77EC2D8D-5635-4961-85EF-FF3B915062E5}" destId="{0A96A4D4-C065-40F9-B775-71F8D50EA7DF}" srcOrd="14" destOrd="0" parTransId="{B569ECCD-BCE5-49EA-8E45-38E6F2020ED5}" sibTransId="{F1F9D60C-DCF5-4020-A3D1-085A8E4E96F7}"/>
    <dgm:cxn modelId="{D0B11E82-E2D2-4E60-8A53-5F059F6E2FAB}" type="presOf" srcId="{7865ECD5-7F3A-4ED4-95FE-F143D59AEB3B}" destId="{7060A79E-9694-46E4-BDFE-F63E9370EB38}" srcOrd="0" destOrd="0" presId="urn:microsoft.com/office/officeart/2005/8/layout/default"/>
    <dgm:cxn modelId="{6FD6C382-4CA3-476E-A8D1-B3FA2EE29E46}" srcId="{77EC2D8D-5635-4961-85EF-FF3B915062E5}" destId="{51E6ADDD-059E-45C9-8990-486222882940}" srcOrd="1" destOrd="0" parTransId="{25993658-B2FC-45A2-A8D8-428DD7012D41}" sibTransId="{A8302B52-99F4-415E-B3B0-45FFBBD704BC}"/>
    <dgm:cxn modelId="{F0C13284-0BF3-4C08-81E9-56DDDC843DC8}" srcId="{77EC2D8D-5635-4961-85EF-FF3B915062E5}" destId="{7C477D23-597E-4E35-8AC8-E90A740F8C92}" srcOrd="11" destOrd="0" parTransId="{1B4444D8-E43B-4CFC-9712-9A2A0BAAD99B}" sibTransId="{E13422EF-E3DA-43F6-A677-DE25D077E98E}"/>
    <dgm:cxn modelId="{3CB71D8F-0577-4A4D-BD53-9776C03F5593}" srcId="{77EC2D8D-5635-4961-85EF-FF3B915062E5}" destId="{7865ECD5-7F3A-4ED4-95FE-F143D59AEB3B}" srcOrd="21" destOrd="0" parTransId="{75C427A4-1101-4D24-B012-23BE7D94C927}" sibTransId="{A0A54049-1B24-4867-88FA-AF5E87A92C01}"/>
    <dgm:cxn modelId="{D4B43092-5BAC-4552-ACAC-D9589F1FACF9}" type="presOf" srcId="{B4538777-47F2-435D-973C-1018B05C4910}" destId="{74FDEA70-A80E-49A1-960D-D4B02452E96E}" srcOrd="0" destOrd="0" presId="urn:microsoft.com/office/officeart/2005/8/layout/default"/>
    <dgm:cxn modelId="{2CFB6092-8F0F-40DA-A14C-7FD3AEF030B1}" srcId="{77EC2D8D-5635-4961-85EF-FF3B915062E5}" destId="{550A00BD-8EE0-4704-86D6-73F61F3BB523}" srcOrd="13" destOrd="0" parTransId="{C22C2CD7-3146-41B3-921F-F7693DD1C573}" sibTransId="{0E8E597C-B998-4A2B-ABEF-EB5CF01BF55C}"/>
    <dgm:cxn modelId="{AFE22595-75FA-4127-9FF2-706C02EF8CD6}" srcId="{77EC2D8D-5635-4961-85EF-FF3B915062E5}" destId="{6C882A00-507D-4CD8-B55E-5229FA4D0A1B}" srcOrd="18" destOrd="0" parTransId="{3EE943E0-1720-4F91-ABF4-0C2374C0678A}" sibTransId="{A483C460-BC93-4B0A-A2B0-493BCE95957C}"/>
    <dgm:cxn modelId="{838721A1-01A4-471F-A426-332A71BF77F5}" type="presOf" srcId="{D0551D96-A5C1-47A4-9BB6-BA3F97392D12}" destId="{2CFB4682-8849-4BE6-9B7C-F7C8D3AA8F70}" srcOrd="0" destOrd="0" presId="urn:microsoft.com/office/officeart/2005/8/layout/default"/>
    <dgm:cxn modelId="{28F1DEA3-7239-4628-BC76-6CF5A649A6FB}" type="presOf" srcId="{B3D2B6C4-B11A-4A2C-8769-33167A5F2C22}" destId="{2C922943-6116-4BEC-978B-8A407AA40B44}" srcOrd="0" destOrd="0" presId="urn:microsoft.com/office/officeart/2005/8/layout/default"/>
    <dgm:cxn modelId="{60706AA5-E0B6-4919-85D0-A6BE00B1FAA3}" srcId="{77EC2D8D-5635-4961-85EF-FF3B915062E5}" destId="{B3D2B6C4-B11A-4A2C-8769-33167A5F2C22}" srcOrd="23" destOrd="0" parTransId="{95131CB1-6F61-4B50-8D3F-79E439826648}" sibTransId="{933A114A-4F03-4AE5-A637-AFFE6DD4887C}"/>
    <dgm:cxn modelId="{A0120CA7-D56B-4553-BA7B-47D64ED9E1E5}" type="presOf" srcId="{55678240-40C9-415B-BF14-582A45E6ECF6}" destId="{19CE0590-748B-44AE-8CC3-7227DEB8BC3C}" srcOrd="0" destOrd="0" presId="urn:microsoft.com/office/officeart/2005/8/layout/default"/>
    <dgm:cxn modelId="{4DC993A9-586F-47EF-B3CB-51082E4F8D80}" type="presOf" srcId="{A1F1E97E-A4BA-405D-BF9E-F393DD724D44}" destId="{8DC1256B-416E-4F9A-B1AE-E1F472E93F17}" srcOrd="0" destOrd="0" presId="urn:microsoft.com/office/officeart/2005/8/layout/default"/>
    <dgm:cxn modelId="{E11AA2AE-2C4E-4B24-A844-422D5CB25106}" srcId="{77EC2D8D-5635-4961-85EF-FF3B915062E5}" destId="{55678240-40C9-415B-BF14-582A45E6ECF6}" srcOrd="17" destOrd="0" parTransId="{A78C7C81-DCD7-4BB4-8091-E16AD9B85FEF}" sibTransId="{DADABD1C-F85F-4477-A761-7A614B0D1CAC}"/>
    <dgm:cxn modelId="{2E1E7EB2-CA59-4355-9089-98573E8D8025}" type="presOf" srcId="{7D18CA0B-F945-47BF-A273-EC9F864DAB4A}" destId="{D62F85EB-4D18-406B-91D3-3E6C7F5918FA}" srcOrd="0" destOrd="0" presId="urn:microsoft.com/office/officeart/2005/8/layout/default"/>
    <dgm:cxn modelId="{F2E417B6-B7A8-456E-B9D5-CE7F484848B2}" type="presOf" srcId="{90466A9F-FA01-4CD0-85FD-3892536767D2}" destId="{BD4C5AE7-A4A6-4E44-A98B-15FED5BB4B11}" srcOrd="0" destOrd="0" presId="urn:microsoft.com/office/officeart/2005/8/layout/default"/>
    <dgm:cxn modelId="{FE6145B7-35D8-47E0-861C-557F008D8C49}" srcId="{77EC2D8D-5635-4961-85EF-FF3B915062E5}" destId="{F20603D7-8854-440B-AA35-8BBF2ACFDFB7}" srcOrd="3" destOrd="0" parTransId="{9EC56309-817B-41C2-A89F-B4332B24260B}" sibTransId="{93F0E771-E161-435B-9FF0-52FFCAEB8E0B}"/>
    <dgm:cxn modelId="{CDC8FCB8-2452-4FEE-A0EC-E178C4CC3D97}" srcId="{77EC2D8D-5635-4961-85EF-FF3B915062E5}" destId="{D0551D96-A5C1-47A4-9BB6-BA3F97392D12}" srcOrd="19" destOrd="0" parTransId="{ABF1DAE1-AFB1-470D-9D52-1D3CD5981F41}" sibTransId="{5F53306B-D0DA-4F43-B0D5-EADD287589E4}"/>
    <dgm:cxn modelId="{6ADC79BA-2F7E-4ED6-8DF6-AE6186CF9455}" type="presOf" srcId="{3B41E618-C05A-4A0E-8902-A4F9C37A8054}" destId="{AF18A794-F10E-423A-84F8-D1D8F6A11F8E}" srcOrd="0" destOrd="0" presId="urn:microsoft.com/office/officeart/2005/8/layout/default"/>
    <dgm:cxn modelId="{E9D516BE-B2C0-4085-AFF3-D7DA378D3488}" srcId="{77EC2D8D-5635-4961-85EF-FF3B915062E5}" destId="{18FD0F7E-E4C7-41B5-A94C-620F6440492F}" srcOrd="2" destOrd="0" parTransId="{42EFB0F2-EC48-4349-BA5A-D53013244416}" sibTransId="{88DC9BD0-85BE-4CB6-906A-55A65394C562}"/>
    <dgm:cxn modelId="{C7933EC0-38BB-4A69-9E2D-1323C1934195}" type="presOf" srcId="{AF894BA3-DB94-4DDE-A410-5FEAC3524452}" destId="{91593CCD-8D49-48A6-9F09-FCA1B56EFF2D}" srcOrd="0" destOrd="0" presId="urn:microsoft.com/office/officeart/2005/8/layout/default"/>
    <dgm:cxn modelId="{744AB5D4-8A32-4B3E-8ABB-6735C3FE21BC}" type="presOf" srcId="{F20603D7-8854-440B-AA35-8BBF2ACFDFB7}" destId="{536B8289-065F-4AA2-BA93-6AE592A37447}" srcOrd="0" destOrd="0" presId="urn:microsoft.com/office/officeart/2005/8/layout/default"/>
    <dgm:cxn modelId="{CF74B0D6-8891-4B0A-8E37-ECA953C742BA}" type="presOf" srcId="{5EA1D16E-06B0-491E-B0D7-F4CAA00C4BE9}" destId="{2CAB7702-AD64-4ED3-953E-FE787F67A623}" srcOrd="0" destOrd="0" presId="urn:microsoft.com/office/officeart/2005/8/layout/default"/>
    <dgm:cxn modelId="{60DB5AD9-B09F-4053-A364-7975CA419812}" type="presOf" srcId="{C1FBB5B4-CB51-41F3-B993-4E1318F8BBFB}" destId="{2FAAB7E8-64B0-4F68-8180-BCE8C52E9CBA}" srcOrd="0" destOrd="0" presId="urn:microsoft.com/office/officeart/2005/8/layout/default"/>
    <dgm:cxn modelId="{0E8152DD-C974-4A02-BD7E-DF143AA08B5B}" type="presOf" srcId="{77EC2D8D-5635-4961-85EF-FF3B915062E5}" destId="{D7B6592C-CE27-423C-9218-E61ABA976F3F}" srcOrd="0" destOrd="0" presId="urn:microsoft.com/office/officeart/2005/8/layout/default"/>
    <dgm:cxn modelId="{8AA868E3-22F4-46EF-AE7A-B9F3A20CC1D4}" srcId="{77EC2D8D-5635-4961-85EF-FF3B915062E5}" destId="{B4538777-47F2-435D-973C-1018B05C4910}" srcOrd="5" destOrd="0" parTransId="{C02345CC-36F8-4C00-B173-D3D4FFD118EE}" sibTransId="{68E99682-DCAF-4F0D-8094-922977A9DF4A}"/>
    <dgm:cxn modelId="{4D33E3EB-DF39-429D-B34C-7A38E8B9832B}" srcId="{77EC2D8D-5635-4961-85EF-FF3B915062E5}" destId="{B3EDD5E2-0119-4EF0-899D-2AE6377514CB}" srcOrd="20" destOrd="0" parTransId="{A8E19B50-1F2E-4989-A11C-4B61AF1E8E0F}" sibTransId="{3E3A31E2-5982-4589-B891-D4C8A5C45B0B}"/>
    <dgm:cxn modelId="{C2C977EC-04B4-44AB-B0F6-B8F4C6F87324}" srcId="{77EC2D8D-5635-4961-85EF-FF3B915062E5}" destId="{DB542B4A-5F03-4E6F-B870-F68ABD6402FC}" srcOrd="8" destOrd="0" parTransId="{469E06F4-A934-46AA-807F-C3C4F3B2DC69}" sibTransId="{785E46A3-AF7E-4909-B263-64A85477A0F3}"/>
    <dgm:cxn modelId="{9DFDBBEF-3EEA-4251-A343-44E9C03E001E}" srcId="{77EC2D8D-5635-4961-85EF-FF3B915062E5}" destId="{2E1122E8-CB89-4753-9C0A-875AA7098A91}" srcOrd="24" destOrd="0" parTransId="{E924469A-67EB-4B37-9FCD-68B109B63B4A}" sibTransId="{150BAE89-F090-410C-9934-48E73695F471}"/>
    <dgm:cxn modelId="{036994F4-ED99-4489-90AB-E7ED96B4E662}" type="presOf" srcId="{5050BD69-4827-43D0-95B7-AC075EC07994}" destId="{0DC986B1-F17F-4625-A409-BF0DD0D588D0}" srcOrd="0" destOrd="0" presId="urn:microsoft.com/office/officeart/2005/8/layout/default"/>
    <dgm:cxn modelId="{0E2558FF-9A13-4ED0-8AA7-B14D4D0F7E16}" type="presOf" srcId="{B3EDD5E2-0119-4EF0-899D-2AE6377514CB}" destId="{79516020-640A-44A0-9D91-D0B9D88CA952}" srcOrd="0" destOrd="0" presId="urn:microsoft.com/office/officeart/2005/8/layout/default"/>
    <dgm:cxn modelId="{F4DA40E1-3039-4C0F-8C4A-07140EEA48F8}" type="presParOf" srcId="{D7B6592C-CE27-423C-9218-E61ABA976F3F}" destId="{21E9ADE9-28E4-4E4D-9770-E5DD349D104A}" srcOrd="0" destOrd="0" presId="urn:microsoft.com/office/officeart/2005/8/layout/default"/>
    <dgm:cxn modelId="{FAD96D7A-2B30-4D7B-B25F-D554FA1A8BB7}" type="presParOf" srcId="{D7B6592C-CE27-423C-9218-E61ABA976F3F}" destId="{EF15770F-0C84-491E-8F6E-89274BF80AA8}" srcOrd="1" destOrd="0" presId="urn:microsoft.com/office/officeart/2005/8/layout/default"/>
    <dgm:cxn modelId="{82D68A9E-7B39-47A7-A029-B0CDB20CE66F}" type="presParOf" srcId="{D7B6592C-CE27-423C-9218-E61ABA976F3F}" destId="{9931C486-FF23-4A07-BABA-17F679E750E9}" srcOrd="2" destOrd="0" presId="urn:microsoft.com/office/officeart/2005/8/layout/default"/>
    <dgm:cxn modelId="{4ED26958-FD2C-4516-8C29-4E04F49D4D94}" type="presParOf" srcId="{D7B6592C-CE27-423C-9218-E61ABA976F3F}" destId="{5D65F34A-B63E-4FCA-B10D-35E5F982FC51}" srcOrd="3" destOrd="0" presId="urn:microsoft.com/office/officeart/2005/8/layout/default"/>
    <dgm:cxn modelId="{88DCA802-8F2F-4503-AE3C-5874884685C1}" type="presParOf" srcId="{D7B6592C-CE27-423C-9218-E61ABA976F3F}" destId="{39020C30-05A4-4C58-A0D1-1FDEE5E7EB54}" srcOrd="4" destOrd="0" presId="urn:microsoft.com/office/officeart/2005/8/layout/default"/>
    <dgm:cxn modelId="{BA262E04-00C9-4121-B74F-6D8E5C781033}" type="presParOf" srcId="{D7B6592C-CE27-423C-9218-E61ABA976F3F}" destId="{087F343D-211E-4700-9A0C-86FA9333C7CF}" srcOrd="5" destOrd="0" presId="urn:microsoft.com/office/officeart/2005/8/layout/default"/>
    <dgm:cxn modelId="{9129C937-3B75-491E-82C4-BF0C52048AC3}" type="presParOf" srcId="{D7B6592C-CE27-423C-9218-E61ABA976F3F}" destId="{536B8289-065F-4AA2-BA93-6AE592A37447}" srcOrd="6" destOrd="0" presId="urn:microsoft.com/office/officeart/2005/8/layout/default"/>
    <dgm:cxn modelId="{6C67B087-8D8E-4892-828E-294BE8764E55}" type="presParOf" srcId="{D7B6592C-CE27-423C-9218-E61ABA976F3F}" destId="{E1609D4D-6977-4C3C-8158-0AB3B527D2DF}" srcOrd="7" destOrd="0" presId="urn:microsoft.com/office/officeart/2005/8/layout/default"/>
    <dgm:cxn modelId="{83CBC9B5-464F-484C-906C-6825909D1062}" type="presParOf" srcId="{D7B6592C-CE27-423C-9218-E61ABA976F3F}" destId="{91593CCD-8D49-48A6-9F09-FCA1B56EFF2D}" srcOrd="8" destOrd="0" presId="urn:microsoft.com/office/officeart/2005/8/layout/default"/>
    <dgm:cxn modelId="{FE2DC6FE-9141-42FC-A38F-F21891AEC32B}" type="presParOf" srcId="{D7B6592C-CE27-423C-9218-E61ABA976F3F}" destId="{B1FBF143-B222-4069-B801-8294A295D01E}" srcOrd="9" destOrd="0" presId="urn:microsoft.com/office/officeart/2005/8/layout/default"/>
    <dgm:cxn modelId="{681666F7-D8F2-4CCF-984C-E75BB37ABE57}" type="presParOf" srcId="{D7B6592C-CE27-423C-9218-E61ABA976F3F}" destId="{74FDEA70-A80E-49A1-960D-D4B02452E96E}" srcOrd="10" destOrd="0" presId="urn:microsoft.com/office/officeart/2005/8/layout/default"/>
    <dgm:cxn modelId="{E5A3B219-5CDB-4A57-B5D8-B0AEA6DF941D}" type="presParOf" srcId="{D7B6592C-CE27-423C-9218-E61ABA976F3F}" destId="{013BDE20-503A-47D9-9F2B-45BCA0E72AE2}" srcOrd="11" destOrd="0" presId="urn:microsoft.com/office/officeart/2005/8/layout/default"/>
    <dgm:cxn modelId="{D1FB313B-BDD7-429A-87FA-10077007BF45}" type="presParOf" srcId="{D7B6592C-CE27-423C-9218-E61ABA976F3F}" destId="{8DC1256B-416E-4F9A-B1AE-E1F472E93F17}" srcOrd="12" destOrd="0" presId="urn:microsoft.com/office/officeart/2005/8/layout/default"/>
    <dgm:cxn modelId="{03CB6A54-A615-4A2B-8B36-775D8800A4E7}" type="presParOf" srcId="{D7B6592C-CE27-423C-9218-E61ABA976F3F}" destId="{8FC9DDD0-E8D2-4B35-AFBB-53FB648F18BF}" srcOrd="13" destOrd="0" presId="urn:microsoft.com/office/officeart/2005/8/layout/default"/>
    <dgm:cxn modelId="{8C43A8EC-EB2C-44D9-8B59-1BD96B24C707}" type="presParOf" srcId="{D7B6592C-CE27-423C-9218-E61ABA976F3F}" destId="{BD4C5AE7-A4A6-4E44-A98B-15FED5BB4B11}" srcOrd="14" destOrd="0" presId="urn:microsoft.com/office/officeart/2005/8/layout/default"/>
    <dgm:cxn modelId="{13BF10E2-846C-467F-9790-B122F9618066}" type="presParOf" srcId="{D7B6592C-CE27-423C-9218-E61ABA976F3F}" destId="{29E3120C-1617-451A-B747-E1ED11F7AD43}" srcOrd="15" destOrd="0" presId="urn:microsoft.com/office/officeart/2005/8/layout/default"/>
    <dgm:cxn modelId="{DA7AAAFD-87B8-47C0-858C-F1D6DBF3A836}" type="presParOf" srcId="{D7B6592C-CE27-423C-9218-E61ABA976F3F}" destId="{259C3141-F981-40BA-B86B-DB97BDACDA52}" srcOrd="16" destOrd="0" presId="urn:microsoft.com/office/officeart/2005/8/layout/default"/>
    <dgm:cxn modelId="{8AEB1AFF-9522-4668-8901-E1834073A78E}" type="presParOf" srcId="{D7B6592C-CE27-423C-9218-E61ABA976F3F}" destId="{769EC47F-2F66-4732-885F-B234B68A5027}" srcOrd="17" destOrd="0" presId="urn:microsoft.com/office/officeart/2005/8/layout/default"/>
    <dgm:cxn modelId="{B1787B49-27F8-4C8F-84DB-D906F445EED9}" type="presParOf" srcId="{D7B6592C-CE27-423C-9218-E61ABA976F3F}" destId="{2FAAB7E8-64B0-4F68-8180-BCE8C52E9CBA}" srcOrd="18" destOrd="0" presId="urn:microsoft.com/office/officeart/2005/8/layout/default"/>
    <dgm:cxn modelId="{80B9C8C4-AF8D-4C68-9A33-C1115BC09F39}" type="presParOf" srcId="{D7B6592C-CE27-423C-9218-E61ABA976F3F}" destId="{EF89FF4C-88FA-4BCB-888E-E2369087106E}" srcOrd="19" destOrd="0" presId="urn:microsoft.com/office/officeart/2005/8/layout/default"/>
    <dgm:cxn modelId="{A393E92A-E77C-4345-8CD3-E7E1F4F7D48E}" type="presParOf" srcId="{D7B6592C-CE27-423C-9218-E61ABA976F3F}" destId="{A6030AB6-5F23-4C98-BB1B-50575E996F36}" srcOrd="20" destOrd="0" presId="urn:microsoft.com/office/officeart/2005/8/layout/default"/>
    <dgm:cxn modelId="{24A48C92-A671-4571-83D9-F3E4B184C45F}" type="presParOf" srcId="{D7B6592C-CE27-423C-9218-E61ABA976F3F}" destId="{72A4CB31-8F33-4496-B382-B6C3E6EC3545}" srcOrd="21" destOrd="0" presId="urn:microsoft.com/office/officeart/2005/8/layout/default"/>
    <dgm:cxn modelId="{2C484831-FD66-4F75-9F3C-5B834992EEDF}" type="presParOf" srcId="{D7B6592C-CE27-423C-9218-E61ABA976F3F}" destId="{CA826F1C-B289-47D7-A9EF-2937398BA4EF}" srcOrd="22" destOrd="0" presId="urn:microsoft.com/office/officeart/2005/8/layout/default"/>
    <dgm:cxn modelId="{41CD2AA0-7DE0-4ABD-97E2-5F5FD804B7A2}" type="presParOf" srcId="{D7B6592C-CE27-423C-9218-E61ABA976F3F}" destId="{B29734A9-FCA2-4D02-88F0-F990DBDF4888}" srcOrd="23" destOrd="0" presId="urn:microsoft.com/office/officeart/2005/8/layout/default"/>
    <dgm:cxn modelId="{FEE0A4D2-E3CA-44AB-BE55-3F35CDAA51F7}" type="presParOf" srcId="{D7B6592C-CE27-423C-9218-E61ABA976F3F}" destId="{AF18A794-F10E-423A-84F8-D1D8F6A11F8E}" srcOrd="24" destOrd="0" presId="urn:microsoft.com/office/officeart/2005/8/layout/default"/>
    <dgm:cxn modelId="{E1A4EF0B-9D5E-4361-A298-DB950E57F589}" type="presParOf" srcId="{D7B6592C-CE27-423C-9218-E61ABA976F3F}" destId="{9421E6F0-8356-4702-9A21-D9E9A50BC0A2}" srcOrd="25" destOrd="0" presId="urn:microsoft.com/office/officeart/2005/8/layout/default"/>
    <dgm:cxn modelId="{333FD605-AF71-49D8-B42D-DDDA82B89976}" type="presParOf" srcId="{D7B6592C-CE27-423C-9218-E61ABA976F3F}" destId="{B7576B95-4744-48D3-ACB6-0B071990BCCA}" srcOrd="26" destOrd="0" presId="urn:microsoft.com/office/officeart/2005/8/layout/default"/>
    <dgm:cxn modelId="{2BDB10B7-598F-4964-8C85-4ED4EEDE3C63}" type="presParOf" srcId="{D7B6592C-CE27-423C-9218-E61ABA976F3F}" destId="{502DA6B6-54AE-432B-B712-7FB720763792}" srcOrd="27" destOrd="0" presId="urn:microsoft.com/office/officeart/2005/8/layout/default"/>
    <dgm:cxn modelId="{CB3581A1-77E7-4D8A-B6F8-C1B40E888AEC}" type="presParOf" srcId="{D7B6592C-CE27-423C-9218-E61ABA976F3F}" destId="{D3FB5061-342B-42E0-B6CD-E5ECC8E16927}" srcOrd="28" destOrd="0" presId="urn:microsoft.com/office/officeart/2005/8/layout/default"/>
    <dgm:cxn modelId="{1B8B414C-2E68-4579-BDA8-C6B6F43D77C5}" type="presParOf" srcId="{D7B6592C-CE27-423C-9218-E61ABA976F3F}" destId="{B1036098-821F-4223-A570-D11F815F2027}" srcOrd="29" destOrd="0" presId="urn:microsoft.com/office/officeart/2005/8/layout/default"/>
    <dgm:cxn modelId="{A9FDD874-667B-4149-A884-81DBA482F744}" type="presParOf" srcId="{D7B6592C-CE27-423C-9218-E61ABA976F3F}" destId="{D62F85EB-4D18-406B-91D3-3E6C7F5918FA}" srcOrd="30" destOrd="0" presId="urn:microsoft.com/office/officeart/2005/8/layout/default"/>
    <dgm:cxn modelId="{D48BF89B-0C1C-4790-9538-81A5D2625BD5}" type="presParOf" srcId="{D7B6592C-CE27-423C-9218-E61ABA976F3F}" destId="{A1084748-C358-48D0-B203-69227CF57998}" srcOrd="31" destOrd="0" presId="urn:microsoft.com/office/officeart/2005/8/layout/default"/>
    <dgm:cxn modelId="{2B7DB20D-5A5D-4F1B-ABF5-EC385F44F7DE}" type="presParOf" srcId="{D7B6592C-CE27-423C-9218-E61ABA976F3F}" destId="{0DC986B1-F17F-4625-A409-BF0DD0D588D0}" srcOrd="32" destOrd="0" presId="urn:microsoft.com/office/officeart/2005/8/layout/default"/>
    <dgm:cxn modelId="{B22B8528-8F1B-4CD6-8618-37C4DE85FA00}" type="presParOf" srcId="{D7B6592C-CE27-423C-9218-E61ABA976F3F}" destId="{32C051CC-81E7-499B-A3B3-788BCB5F34EA}" srcOrd="33" destOrd="0" presId="urn:microsoft.com/office/officeart/2005/8/layout/default"/>
    <dgm:cxn modelId="{04671E2D-433F-4BD4-9AEF-B8A36FD3E9A7}" type="presParOf" srcId="{D7B6592C-CE27-423C-9218-E61ABA976F3F}" destId="{19CE0590-748B-44AE-8CC3-7227DEB8BC3C}" srcOrd="34" destOrd="0" presId="urn:microsoft.com/office/officeart/2005/8/layout/default"/>
    <dgm:cxn modelId="{BF82BBB9-CD90-4719-B909-BBCC2F5D45C9}" type="presParOf" srcId="{D7B6592C-CE27-423C-9218-E61ABA976F3F}" destId="{9F95098F-6BB5-422B-AD63-408AED002BEC}" srcOrd="35" destOrd="0" presId="urn:microsoft.com/office/officeart/2005/8/layout/default"/>
    <dgm:cxn modelId="{C49B096A-E661-4405-A409-D1985B343C81}" type="presParOf" srcId="{D7B6592C-CE27-423C-9218-E61ABA976F3F}" destId="{36246283-7400-4CBD-9BA5-6C463BB11164}" srcOrd="36" destOrd="0" presId="urn:microsoft.com/office/officeart/2005/8/layout/default"/>
    <dgm:cxn modelId="{267B5A9E-4E26-4FEB-9F12-5F790827F5F1}" type="presParOf" srcId="{D7B6592C-CE27-423C-9218-E61ABA976F3F}" destId="{D42B5D47-3839-430C-8F35-A36BDC596BF4}" srcOrd="37" destOrd="0" presId="urn:microsoft.com/office/officeart/2005/8/layout/default"/>
    <dgm:cxn modelId="{CF3FAD59-AC07-4DE5-9C96-9B8F85740EA9}" type="presParOf" srcId="{D7B6592C-CE27-423C-9218-E61ABA976F3F}" destId="{2CFB4682-8849-4BE6-9B7C-F7C8D3AA8F70}" srcOrd="38" destOrd="0" presId="urn:microsoft.com/office/officeart/2005/8/layout/default"/>
    <dgm:cxn modelId="{7AB45D40-A3E8-407C-9920-B38AF08EE1C0}" type="presParOf" srcId="{D7B6592C-CE27-423C-9218-E61ABA976F3F}" destId="{B730C2DE-F16D-48BD-B05B-A938E367C535}" srcOrd="39" destOrd="0" presId="urn:microsoft.com/office/officeart/2005/8/layout/default"/>
    <dgm:cxn modelId="{9961D686-3D37-495E-9C39-27EC4BA75500}" type="presParOf" srcId="{D7B6592C-CE27-423C-9218-E61ABA976F3F}" destId="{79516020-640A-44A0-9D91-D0B9D88CA952}" srcOrd="40" destOrd="0" presId="urn:microsoft.com/office/officeart/2005/8/layout/default"/>
    <dgm:cxn modelId="{0722CF8F-A65C-42CD-BA06-A84F5D85EB0C}" type="presParOf" srcId="{D7B6592C-CE27-423C-9218-E61ABA976F3F}" destId="{3DE508D2-FD1A-4A86-99D9-F317145B99C3}" srcOrd="41" destOrd="0" presId="urn:microsoft.com/office/officeart/2005/8/layout/default"/>
    <dgm:cxn modelId="{CB678EE7-BB55-4FB1-8470-80EFE92FF19F}" type="presParOf" srcId="{D7B6592C-CE27-423C-9218-E61ABA976F3F}" destId="{7060A79E-9694-46E4-BDFE-F63E9370EB38}" srcOrd="42" destOrd="0" presId="urn:microsoft.com/office/officeart/2005/8/layout/default"/>
    <dgm:cxn modelId="{48234B67-EBFF-4D16-B46D-58C26BC99667}" type="presParOf" srcId="{D7B6592C-CE27-423C-9218-E61ABA976F3F}" destId="{56CD6819-7752-4648-9976-5DE07A739A48}" srcOrd="43" destOrd="0" presId="urn:microsoft.com/office/officeart/2005/8/layout/default"/>
    <dgm:cxn modelId="{018884F0-957D-43EF-BD57-9FFD025F424F}" type="presParOf" srcId="{D7B6592C-CE27-423C-9218-E61ABA976F3F}" destId="{2CAB7702-AD64-4ED3-953E-FE787F67A623}" srcOrd="44" destOrd="0" presId="urn:microsoft.com/office/officeart/2005/8/layout/default"/>
    <dgm:cxn modelId="{2A4D6425-70FD-4DD4-A5B1-31E974778646}" type="presParOf" srcId="{D7B6592C-CE27-423C-9218-E61ABA976F3F}" destId="{15929A94-B46C-4A7C-A122-51D67E40E6E7}" srcOrd="45" destOrd="0" presId="urn:microsoft.com/office/officeart/2005/8/layout/default"/>
    <dgm:cxn modelId="{90B5039A-E47E-4987-A79E-8F488795FA07}" type="presParOf" srcId="{D7B6592C-CE27-423C-9218-E61ABA976F3F}" destId="{2C922943-6116-4BEC-978B-8A407AA40B44}" srcOrd="46" destOrd="0" presId="urn:microsoft.com/office/officeart/2005/8/layout/default"/>
    <dgm:cxn modelId="{C5094A60-5FA4-4E5B-B680-69A4E357C613}" type="presParOf" srcId="{D7B6592C-CE27-423C-9218-E61ABA976F3F}" destId="{E1F12515-CB73-418A-8E81-44E6FCC5718E}" srcOrd="47" destOrd="0" presId="urn:microsoft.com/office/officeart/2005/8/layout/default"/>
    <dgm:cxn modelId="{370B34B3-DD2D-4ADE-8CFD-259C9537A17D}" type="presParOf" srcId="{D7B6592C-CE27-423C-9218-E61ABA976F3F}" destId="{4BB73B1F-E2E4-4A22-B79C-B02D82D542D1}" srcOrd="4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A067AA-844F-40C7-8408-8FD9BAE240DC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183CA63-BD6D-48E3-BC6E-C7738C8B4AD4}">
      <dgm:prSet/>
      <dgm:spPr/>
      <dgm:t>
        <a:bodyPr/>
        <a:lstStyle/>
        <a:p>
          <a:r>
            <a:rPr lang="en-US"/>
            <a:t>• ARM64 – Raspberry Pi. (Material técnico del curso)</a:t>
          </a:r>
        </a:p>
      </dgm:t>
    </dgm:pt>
    <dgm:pt modelId="{29616A14-C7BB-430E-843F-60A78BD96FAB}" type="parTrans" cxnId="{2CD859B7-78C0-48A6-A2D8-EB728074295A}">
      <dgm:prSet/>
      <dgm:spPr/>
      <dgm:t>
        <a:bodyPr/>
        <a:lstStyle/>
        <a:p>
          <a:endParaRPr lang="en-US"/>
        </a:p>
      </dgm:t>
    </dgm:pt>
    <dgm:pt modelId="{48D6DF7F-72F2-4F0E-972C-4093FFA7332D}" type="sibTrans" cxnId="{2CD859B7-78C0-48A6-A2D8-EB728074295A}">
      <dgm:prSet/>
      <dgm:spPr/>
      <dgm:t>
        <a:bodyPr/>
        <a:lstStyle/>
        <a:p>
          <a:endParaRPr lang="en-US"/>
        </a:p>
      </dgm:t>
    </dgm:pt>
    <dgm:pt modelId="{3666194C-BDDA-40BA-88EB-B11637E3E50D}">
      <dgm:prSet/>
      <dgm:spPr/>
      <dgm:t>
        <a:bodyPr/>
        <a:lstStyle/>
        <a:p>
          <a:r>
            <a:rPr lang="en-US"/>
            <a:t>• Patterson, D., &amp; Hennessy, J. (2018). *Computer Organization and Design ARM Edition.*</a:t>
          </a:r>
        </a:p>
      </dgm:t>
    </dgm:pt>
    <dgm:pt modelId="{067C7133-F874-4085-A4C4-A9646A237D69}" type="parTrans" cxnId="{0607FEFA-EB8B-4C0E-BC05-38582E6D77A0}">
      <dgm:prSet/>
      <dgm:spPr/>
      <dgm:t>
        <a:bodyPr/>
        <a:lstStyle/>
        <a:p>
          <a:endParaRPr lang="en-US"/>
        </a:p>
      </dgm:t>
    </dgm:pt>
    <dgm:pt modelId="{AEF4CF89-C419-448F-A22B-6246108BA032}" type="sibTrans" cxnId="{0607FEFA-EB8B-4C0E-BC05-38582E6D77A0}">
      <dgm:prSet/>
      <dgm:spPr/>
      <dgm:t>
        <a:bodyPr/>
        <a:lstStyle/>
        <a:p>
          <a:endParaRPr lang="en-US"/>
        </a:p>
      </dgm:t>
    </dgm:pt>
    <dgm:pt modelId="{7892AB3B-BBDB-48E2-A588-A57E54C133AA}">
      <dgm:prSet/>
      <dgm:spPr/>
      <dgm:t>
        <a:bodyPr/>
        <a:lstStyle/>
        <a:p>
          <a:r>
            <a:rPr lang="en-US"/>
            <a:t>• Documentación oficial de GNU Assembler (GAS) para ARM64.</a:t>
          </a:r>
        </a:p>
      </dgm:t>
    </dgm:pt>
    <dgm:pt modelId="{70FD955F-78FB-4369-932E-827F7B8AA63E}" type="parTrans" cxnId="{ABE52570-91C2-4B06-8366-D09EA7666706}">
      <dgm:prSet/>
      <dgm:spPr/>
      <dgm:t>
        <a:bodyPr/>
        <a:lstStyle/>
        <a:p>
          <a:endParaRPr lang="en-US"/>
        </a:p>
      </dgm:t>
    </dgm:pt>
    <dgm:pt modelId="{77329CA2-EB99-4E24-A5F3-A686065A90E2}" type="sibTrans" cxnId="{ABE52570-91C2-4B06-8366-D09EA7666706}">
      <dgm:prSet/>
      <dgm:spPr/>
      <dgm:t>
        <a:bodyPr/>
        <a:lstStyle/>
        <a:p>
          <a:endParaRPr lang="en-US"/>
        </a:p>
      </dgm:t>
    </dgm:pt>
    <dgm:pt modelId="{E36EC08F-296F-43C3-A8E2-F0FE465D334D}" type="pres">
      <dgm:prSet presAssocID="{53A067AA-844F-40C7-8408-8FD9BAE240DC}" presName="diagram" presStyleCnt="0">
        <dgm:presLayoutVars>
          <dgm:dir/>
          <dgm:resizeHandles val="exact"/>
        </dgm:presLayoutVars>
      </dgm:prSet>
      <dgm:spPr/>
    </dgm:pt>
    <dgm:pt modelId="{AFC3B73F-0D8A-456D-99E6-0352ECBCA6FF}" type="pres">
      <dgm:prSet presAssocID="{E183CA63-BD6D-48E3-BC6E-C7738C8B4AD4}" presName="node" presStyleLbl="node1" presStyleIdx="0" presStyleCnt="3">
        <dgm:presLayoutVars>
          <dgm:bulletEnabled val="1"/>
        </dgm:presLayoutVars>
      </dgm:prSet>
      <dgm:spPr/>
    </dgm:pt>
    <dgm:pt modelId="{4952836F-0C01-4A49-8E45-E5ACC1A67DB1}" type="pres">
      <dgm:prSet presAssocID="{48D6DF7F-72F2-4F0E-972C-4093FFA7332D}" presName="sibTrans" presStyleCnt="0"/>
      <dgm:spPr/>
    </dgm:pt>
    <dgm:pt modelId="{140070FD-4ED7-45A8-A3BF-4968C1045F3A}" type="pres">
      <dgm:prSet presAssocID="{3666194C-BDDA-40BA-88EB-B11637E3E50D}" presName="node" presStyleLbl="node1" presStyleIdx="1" presStyleCnt="3">
        <dgm:presLayoutVars>
          <dgm:bulletEnabled val="1"/>
        </dgm:presLayoutVars>
      </dgm:prSet>
      <dgm:spPr/>
    </dgm:pt>
    <dgm:pt modelId="{E461F2BD-B79C-421B-8F6A-1C93E800B262}" type="pres">
      <dgm:prSet presAssocID="{AEF4CF89-C419-448F-A22B-6246108BA032}" presName="sibTrans" presStyleCnt="0"/>
      <dgm:spPr/>
    </dgm:pt>
    <dgm:pt modelId="{844C56BA-9E0D-481A-A7D0-4EDA5B31205C}" type="pres">
      <dgm:prSet presAssocID="{7892AB3B-BBDB-48E2-A588-A57E54C133AA}" presName="node" presStyleLbl="node1" presStyleIdx="2" presStyleCnt="3">
        <dgm:presLayoutVars>
          <dgm:bulletEnabled val="1"/>
        </dgm:presLayoutVars>
      </dgm:prSet>
      <dgm:spPr/>
    </dgm:pt>
  </dgm:ptLst>
  <dgm:cxnLst>
    <dgm:cxn modelId="{A6DF1F07-2C98-491B-820A-D492ADEB32EA}" type="presOf" srcId="{53A067AA-844F-40C7-8408-8FD9BAE240DC}" destId="{E36EC08F-296F-43C3-A8E2-F0FE465D334D}" srcOrd="0" destOrd="0" presId="urn:microsoft.com/office/officeart/2005/8/layout/default"/>
    <dgm:cxn modelId="{423A1C1C-D55A-48E3-8E96-A4EE23267357}" type="presOf" srcId="{7892AB3B-BBDB-48E2-A588-A57E54C133AA}" destId="{844C56BA-9E0D-481A-A7D0-4EDA5B31205C}" srcOrd="0" destOrd="0" presId="urn:microsoft.com/office/officeart/2005/8/layout/default"/>
    <dgm:cxn modelId="{271D7140-BA2D-4239-9D8C-61D0BD4D59C5}" type="presOf" srcId="{3666194C-BDDA-40BA-88EB-B11637E3E50D}" destId="{140070FD-4ED7-45A8-A3BF-4968C1045F3A}" srcOrd="0" destOrd="0" presId="urn:microsoft.com/office/officeart/2005/8/layout/default"/>
    <dgm:cxn modelId="{3D168064-A6CC-4FA7-9A2A-877BA03BE909}" type="presOf" srcId="{E183CA63-BD6D-48E3-BC6E-C7738C8B4AD4}" destId="{AFC3B73F-0D8A-456D-99E6-0352ECBCA6FF}" srcOrd="0" destOrd="0" presId="urn:microsoft.com/office/officeart/2005/8/layout/default"/>
    <dgm:cxn modelId="{ABE52570-91C2-4B06-8366-D09EA7666706}" srcId="{53A067AA-844F-40C7-8408-8FD9BAE240DC}" destId="{7892AB3B-BBDB-48E2-A588-A57E54C133AA}" srcOrd="2" destOrd="0" parTransId="{70FD955F-78FB-4369-932E-827F7B8AA63E}" sibTransId="{77329CA2-EB99-4E24-A5F3-A686065A90E2}"/>
    <dgm:cxn modelId="{2CD859B7-78C0-48A6-A2D8-EB728074295A}" srcId="{53A067AA-844F-40C7-8408-8FD9BAE240DC}" destId="{E183CA63-BD6D-48E3-BC6E-C7738C8B4AD4}" srcOrd="0" destOrd="0" parTransId="{29616A14-C7BB-430E-843F-60A78BD96FAB}" sibTransId="{48D6DF7F-72F2-4F0E-972C-4093FFA7332D}"/>
    <dgm:cxn modelId="{0607FEFA-EB8B-4C0E-BC05-38582E6D77A0}" srcId="{53A067AA-844F-40C7-8408-8FD9BAE240DC}" destId="{3666194C-BDDA-40BA-88EB-B11637E3E50D}" srcOrd="1" destOrd="0" parTransId="{067C7133-F874-4085-A4C4-A9646A237D69}" sibTransId="{AEF4CF89-C419-448F-A22B-6246108BA032}"/>
    <dgm:cxn modelId="{1C0BB655-AA50-46DA-BE92-DE213E553FA4}" type="presParOf" srcId="{E36EC08F-296F-43C3-A8E2-F0FE465D334D}" destId="{AFC3B73F-0D8A-456D-99E6-0352ECBCA6FF}" srcOrd="0" destOrd="0" presId="urn:microsoft.com/office/officeart/2005/8/layout/default"/>
    <dgm:cxn modelId="{D20FBC58-2ECD-4A53-95B2-3E643493E675}" type="presParOf" srcId="{E36EC08F-296F-43C3-A8E2-F0FE465D334D}" destId="{4952836F-0C01-4A49-8E45-E5ACC1A67DB1}" srcOrd="1" destOrd="0" presId="urn:microsoft.com/office/officeart/2005/8/layout/default"/>
    <dgm:cxn modelId="{0473EC27-7414-476B-BAF4-7D7E2089B559}" type="presParOf" srcId="{E36EC08F-296F-43C3-A8E2-F0FE465D334D}" destId="{140070FD-4ED7-45A8-A3BF-4968C1045F3A}" srcOrd="2" destOrd="0" presId="urn:microsoft.com/office/officeart/2005/8/layout/default"/>
    <dgm:cxn modelId="{3D19311B-106F-47C2-932C-760BE5EED398}" type="presParOf" srcId="{E36EC08F-296F-43C3-A8E2-F0FE465D334D}" destId="{E461F2BD-B79C-421B-8F6A-1C93E800B262}" srcOrd="3" destOrd="0" presId="urn:microsoft.com/office/officeart/2005/8/layout/default"/>
    <dgm:cxn modelId="{2D1E5F72-2EAF-438D-982E-1B21510713C0}" type="presParOf" srcId="{E36EC08F-296F-43C3-A8E2-F0FE465D334D}" destId="{844C56BA-9E0D-481A-A7D0-4EDA5B31205C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3795B-427D-4A98-9A96-4EA3DDE5732E}">
      <dsp:nvSpPr>
        <dsp:cNvPr id="0" name=""/>
        <dsp:cNvSpPr/>
      </dsp:nvSpPr>
      <dsp:spPr>
        <a:xfrm>
          <a:off x="0" y="73075"/>
          <a:ext cx="5000124" cy="8342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Clasificación de instrucciones en ARM64.</a:t>
          </a:r>
        </a:p>
      </dsp:txBody>
      <dsp:txXfrm>
        <a:off x="40724" y="113799"/>
        <a:ext cx="4918676" cy="752780"/>
      </dsp:txXfrm>
    </dsp:sp>
    <dsp:sp modelId="{5DB46F57-7FDC-46B3-A918-BD44C1937E79}">
      <dsp:nvSpPr>
        <dsp:cNvPr id="0" name=""/>
        <dsp:cNvSpPr/>
      </dsp:nvSpPr>
      <dsp:spPr>
        <a:xfrm>
          <a:off x="0" y="967783"/>
          <a:ext cx="5000124" cy="834228"/>
        </a:xfrm>
        <a:prstGeom prst="roundRect">
          <a:avLst/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Instrucciones aritméticas: ADD, SUB, MUL, DIV.</a:t>
          </a:r>
        </a:p>
      </dsp:txBody>
      <dsp:txXfrm>
        <a:off x="40724" y="1008507"/>
        <a:ext cx="4918676" cy="752780"/>
      </dsp:txXfrm>
    </dsp:sp>
    <dsp:sp modelId="{B6CE0A50-6695-4A5D-8EB4-3CA78E9B9818}">
      <dsp:nvSpPr>
        <dsp:cNvPr id="0" name=""/>
        <dsp:cNvSpPr/>
      </dsp:nvSpPr>
      <dsp:spPr>
        <a:xfrm>
          <a:off x="0" y="1862491"/>
          <a:ext cx="5000124" cy="834228"/>
        </a:xfrm>
        <a:prstGeom prst="roundRect">
          <a:avLst/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Instrucciones lógicas: AND, ORR, EOR, MOV.</a:t>
          </a:r>
        </a:p>
      </dsp:txBody>
      <dsp:txXfrm>
        <a:off x="40724" y="1903215"/>
        <a:ext cx="4918676" cy="752780"/>
      </dsp:txXfrm>
    </dsp:sp>
    <dsp:sp modelId="{6A0573A9-E982-49D7-98D7-35D4144CFE14}">
      <dsp:nvSpPr>
        <dsp:cNvPr id="0" name=""/>
        <dsp:cNvSpPr/>
      </dsp:nvSpPr>
      <dsp:spPr>
        <a:xfrm>
          <a:off x="0" y="2757200"/>
          <a:ext cx="5000124" cy="834228"/>
        </a:xfrm>
        <a:prstGeom prst="roundRect">
          <a:avLst/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Instrucciones de carga/almacenamiento: LDR, STR.</a:t>
          </a:r>
        </a:p>
      </dsp:txBody>
      <dsp:txXfrm>
        <a:off x="40724" y="2797924"/>
        <a:ext cx="4918676" cy="752780"/>
      </dsp:txXfrm>
    </dsp:sp>
    <dsp:sp modelId="{1DB2F806-F20A-41F4-850F-B34D90B9278D}">
      <dsp:nvSpPr>
        <dsp:cNvPr id="0" name=""/>
        <dsp:cNvSpPr/>
      </dsp:nvSpPr>
      <dsp:spPr>
        <a:xfrm>
          <a:off x="0" y="3651908"/>
          <a:ext cx="5000124" cy="834228"/>
        </a:xfrm>
        <a:prstGeom prst="roundRect">
          <a:avLst/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Concepto de operandos y direccionamiento.</a:t>
          </a:r>
        </a:p>
      </dsp:txBody>
      <dsp:txXfrm>
        <a:off x="40724" y="3692632"/>
        <a:ext cx="4918676" cy="752780"/>
      </dsp:txXfrm>
    </dsp:sp>
    <dsp:sp modelId="{7B43431B-6609-4682-92E7-9A7F00A2495D}">
      <dsp:nvSpPr>
        <dsp:cNvPr id="0" name=""/>
        <dsp:cNvSpPr/>
      </dsp:nvSpPr>
      <dsp:spPr>
        <a:xfrm>
          <a:off x="0" y="4546616"/>
          <a:ext cx="5000124" cy="834228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Modificadores y uso del registro de estado (PSTATE).</a:t>
          </a:r>
        </a:p>
      </dsp:txBody>
      <dsp:txXfrm>
        <a:off x="40724" y="4587340"/>
        <a:ext cx="4918676" cy="7527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6FE6E2-40E2-4DD4-84DF-868056E09F30}">
      <dsp:nvSpPr>
        <dsp:cNvPr id="0" name=""/>
        <dsp:cNvSpPr/>
      </dsp:nvSpPr>
      <dsp:spPr>
        <a:xfrm>
          <a:off x="0" y="54331"/>
          <a:ext cx="5000124" cy="128663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Las instrucciones en ARM64 son de tipo RISC: simples y eficientes.</a:t>
          </a:r>
        </a:p>
      </dsp:txBody>
      <dsp:txXfrm>
        <a:off x="62808" y="117139"/>
        <a:ext cx="4874508" cy="1161018"/>
      </dsp:txXfrm>
    </dsp:sp>
    <dsp:sp modelId="{1F44F787-4D3E-4288-BA65-026049DEAB19}">
      <dsp:nvSpPr>
        <dsp:cNvPr id="0" name=""/>
        <dsp:cNvSpPr/>
      </dsp:nvSpPr>
      <dsp:spPr>
        <a:xfrm>
          <a:off x="0" y="1407205"/>
          <a:ext cx="5000124" cy="1286634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Los registros son operandos principales; la memoria se usa solo para carga/almacenamiento.</a:t>
          </a:r>
        </a:p>
      </dsp:txBody>
      <dsp:txXfrm>
        <a:off x="62808" y="1470013"/>
        <a:ext cx="4874508" cy="1161018"/>
      </dsp:txXfrm>
    </dsp:sp>
    <dsp:sp modelId="{6B2D7C42-6D8D-4206-89A3-0C363A31134C}">
      <dsp:nvSpPr>
        <dsp:cNvPr id="0" name=""/>
        <dsp:cNvSpPr/>
      </dsp:nvSpPr>
      <dsp:spPr>
        <a:xfrm>
          <a:off x="0" y="2760080"/>
          <a:ext cx="5000124" cy="1286634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La bandera PSTATE refleja el resultado de operaciones aritméticas o lógicas.</a:t>
          </a:r>
        </a:p>
      </dsp:txBody>
      <dsp:txXfrm>
        <a:off x="62808" y="2822888"/>
        <a:ext cx="4874508" cy="1161018"/>
      </dsp:txXfrm>
    </dsp:sp>
    <dsp:sp modelId="{93368D5F-A0D1-4AF4-B8C6-8F0EDC6518B7}">
      <dsp:nvSpPr>
        <dsp:cNvPr id="0" name=""/>
        <dsp:cNvSpPr/>
      </dsp:nvSpPr>
      <dsp:spPr>
        <a:xfrm>
          <a:off x="0" y="4112954"/>
          <a:ext cx="5000124" cy="1286634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La arquitectura ARM64 utiliza direccionamiento inmediato, registro y desplazado.</a:t>
          </a:r>
        </a:p>
      </dsp:txBody>
      <dsp:txXfrm>
        <a:off x="62808" y="4175762"/>
        <a:ext cx="4874508" cy="11610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021073-40CB-4C88-825E-4130908ECCE4}">
      <dsp:nvSpPr>
        <dsp:cNvPr id="0" name=""/>
        <dsp:cNvSpPr/>
      </dsp:nvSpPr>
      <dsp:spPr>
        <a:xfrm>
          <a:off x="0" y="336740"/>
          <a:ext cx="5000124" cy="15397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Disciplina técnica: precisión en el uso de registros y operandos.</a:t>
          </a:r>
        </a:p>
      </dsp:txBody>
      <dsp:txXfrm>
        <a:off x="75163" y="411903"/>
        <a:ext cx="4849798" cy="1389393"/>
      </dsp:txXfrm>
    </dsp:sp>
    <dsp:sp modelId="{9B35B9F9-4C67-4542-8E0D-F37501A965FF}">
      <dsp:nvSpPr>
        <dsp:cNvPr id="0" name=""/>
        <dsp:cNvSpPr/>
      </dsp:nvSpPr>
      <dsp:spPr>
        <a:xfrm>
          <a:off x="0" y="1957100"/>
          <a:ext cx="5000124" cy="1539719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Responsabilidad: comprender el impacto de cada instrucción en el rendimiento del sistema.</a:t>
          </a:r>
        </a:p>
      </dsp:txBody>
      <dsp:txXfrm>
        <a:off x="75163" y="2032263"/>
        <a:ext cx="4849798" cy="1389393"/>
      </dsp:txXfrm>
    </dsp:sp>
    <dsp:sp modelId="{0441C3EE-FAE3-4DAB-A7E6-20069372BDD4}">
      <dsp:nvSpPr>
        <dsp:cNvPr id="0" name=""/>
        <dsp:cNvSpPr/>
      </dsp:nvSpPr>
      <dsp:spPr>
        <a:xfrm>
          <a:off x="0" y="3577460"/>
          <a:ext cx="5000124" cy="153971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Excelencia: buscar eficiencia y claridad en el código ensamblador.</a:t>
          </a:r>
        </a:p>
      </dsp:txBody>
      <dsp:txXfrm>
        <a:off x="75163" y="3652623"/>
        <a:ext cx="4849798" cy="13893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E9ADE9-28E4-4E4D-9770-E5DD349D104A}">
      <dsp:nvSpPr>
        <dsp:cNvPr id="0" name=""/>
        <dsp:cNvSpPr/>
      </dsp:nvSpPr>
      <dsp:spPr>
        <a:xfrm>
          <a:off x="491378" y="2205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¿Qué tipo de arquitectura es ARM64?</a:t>
          </a:r>
        </a:p>
      </dsp:txBody>
      <dsp:txXfrm>
        <a:off x="491378" y="2205"/>
        <a:ext cx="1278508" cy="767104"/>
      </dsp:txXfrm>
    </dsp:sp>
    <dsp:sp modelId="{9931C486-FF23-4A07-BABA-17F679E750E9}">
      <dsp:nvSpPr>
        <dsp:cNvPr id="0" name=""/>
        <dsp:cNvSpPr/>
      </dsp:nvSpPr>
      <dsp:spPr>
        <a:xfrm>
          <a:off x="1897737" y="2205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195063"/>
                <a:satOff val="-243"/>
                <a:lumOff val="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95063"/>
                <a:satOff val="-243"/>
                <a:lumOff val="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CISC</a:t>
          </a:r>
        </a:p>
      </dsp:txBody>
      <dsp:txXfrm>
        <a:off x="1897737" y="2205"/>
        <a:ext cx="1278508" cy="767104"/>
      </dsp:txXfrm>
    </dsp:sp>
    <dsp:sp modelId="{39020C30-05A4-4C58-A0D1-1FDEE5E7EB54}">
      <dsp:nvSpPr>
        <dsp:cNvPr id="0" name=""/>
        <dsp:cNvSpPr/>
      </dsp:nvSpPr>
      <dsp:spPr>
        <a:xfrm>
          <a:off x="3304095" y="2205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390127"/>
                <a:satOff val="-487"/>
                <a:lumOff val="1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90127"/>
                <a:satOff val="-487"/>
                <a:lumOff val="1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RISC</a:t>
          </a:r>
        </a:p>
      </dsp:txBody>
      <dsp:txXfrm>
        <a:off x="3304095" y="2205"/>
        <a:ext cx="1278508" cy="767104"/>
      </dsp:txXfrm>
    </dsp:sp>
    <dsp:sp modelId="{536B8289-065F-4AA2-BA93-6AE592A37447}">
      <dsp:nvSpPr>
        <dsp:cNvPr id="0" name=""/>
        <dsp:cNvSpPr/>
      </dsp:nvSpPr>
      <dsp:spPr>
        <a:xfrm>
          <a:off x="4710454" y="2205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585190"/>
                <a:satOff val="-730"/>
                <a:lumOff val="17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585190"/>
                <a:satOff val="-730"/>
                <a:lumOff val="17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MIPS</a:t>
          </a:r>
        </a:p>
      </dsp:txBody>
      <dsp:txXfrm>
        <a:off x="4710454" y="2205"/>
        <a:ext cx="1278508" cy="767104"/>
      </dsp:txXfrm>
    </dsp:sp>
    <dsp:sp modelId="{91593CCD-8D49-48A6-9F09-FCA1B56EFF2D}">
      <dsp:nvSpPr>
        <dsp:cNvPr id="0" name=""/>
        <dsp:cNvSpPr/>
      </dsp:nvSpPr>
      <dsp:spPr>
        <a:xfrm>
          <a:off x="6116813" y="2205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780253"/>
                <a:satOff val="-973"/>
                <a:lumOff val="22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780253"/>
                <a:satOff val="-973"/>
                <a:lumOff val="22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VLIW</a:t>
          </a:r>
        </a:p>
      </dsp:txBody>
      <dsp:txXfrm>
        <a:off x="6116813" y="2205"/>
        <a:ext cx="1278508" cy="767104"/>
      </dsp:txXfrm>
    </dsp:sp>
    <dsp:sp modelId="{74FDEA70-A80E-49A1-960D-D4B02452E96E}">
      <dsp:nvSpPr>
        <dsp:cNvPr id="0" name=""/>
        <dsp:cNvSpPr/>
      </dsp:nvSpPr>
      <dsp:spPr>
        <a:xfrm>
          <a:off x="491378" y="897160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975316"/>
                <a:satOff val="-1216"/>
                <a:lumOff val="2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975316"/>
                <a:satOff val="-1216"/>
                <a:lumOff val="2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¿Qué instrucción realiza una suma en ARM64?</a:t>
          </a:r>
        </a:p>
      </dsp:txBody>
      <dsp:txXfrm>
        <a:off x="491378" y="897160"/>
        <a:ext cx="1278508" cy="767104"/>
      </dsp:txXfrm>
    </dsp:sp>
    <dsp:sp modelId="{8DC1256B-416E-4F9A-B1AE-E1F472E93F17}">
      <dsp:nvSpPr>
        <dsp:cNvPr id="0" name=""/>
        <dsp:cNvSpPr/>
      </dsp:nvSpPr>
      <dsp:spPr>
        <a:xfrm>
          <a:off x="1897737" y="897160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MOV</a:t>
          </a:r>
        </a:p>
      </dsp:txBody>
      <dsp:txXfrm>
        <a:off x="1897737" y="897160"/>
        <a:ext cx="1278508" cy="767104"/>
      </dsp:txXfrm>
    </dsp:sp>
    <dsp:sp modelId="{BD4C5AE7-A4A6-4E44-A98B-15FED5BB4B11}">
      <dsp:nvSpPr>
        <dsp:cNvPr id="0" name=""/>
        <dsp:cNvSpPr/>
      </dsp:nvSpPr>
      <dsp:spPr>
        <a:xfrm>
          <a:off x="3304095" y="897160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1365443"/>
                <a:satOff val="-1703"/>
                <a:lumOff val="40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365443"/>
                <a:satOff val="-1703"/>
                <a:lumOff val="40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ADD</a:t>
          </a:r>
        </a:p>
      </dsp:txBody>
      <dsp:txXfrm>
        <a:off x="3304095" y="897160"/>
        <a:ext cx="1278508" cy="767104"/>
      </dsp:txXfrm>
    </dsp:sp>
    <dsp:sp modelId="{259C3141-F981-40BA-B86B-DB97BDACDA52}">
      <dsp:nvSpPr>
        <dsp:cNvPr id="0" name=""/>
        <dsp:cNvSpPr/>
      </dsp:nvSpPr>
      <dsp:spPr>
        <a:xfrm>
          <a:off x="4710454" y="897160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STR</a:t>
          </a:r>
        </a:p>
      </dsp:txBody>
      <dsp:txXfrm>
        <a:off x="4710454" y="897160"/>
        <a:ext cx="1278508" cy="767104"/>
      </dsp:txXfrm>
    </dsp:sp>
    <dsp:sp modelId="{2FAAB7E8-64B0-4F68-8180-BCE8C52E9CBA}">
      <dsp:nvSpPr>
        <dsp:cNvPr id="0" name=""/>
        <dsp:cNvSpPr/>
      </dsp:nvSpPr>
      <dsp:spPr>
        <a:xfrm>
          <a:off x="6116813" y="897160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1755570"/>
                <a:satOff val="-2190"/>
                <a:lumOff val="5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755570"/>
                <a:satOff val="-2190"/>
                <a:lumOff val="5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CMP</a:t>
          </a:r>
        </a:p>
      </dsp:txBody>
      <dsp:txXfrm>
        <a:off x="6116813" y="897160"/>
        <a:ext cx="1278508" cy="767104"/>
      </dsp:txXfrm>
    </dsp:sp>
    <dsp:sp modelId="{A6030AB6-5F23-4C98-BB1B-50575E996F36}">
      <dsp:nvSpPr>
        <dsp:cNvPr id="0" name=""/>
        <dsp:cNvSpPr/>
      </dsp:nvSpPr>
      <dsp:spPr>
        <a:xfrm>
          <a:off x="491378" y="1792116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1950633"/>
                <a:satOff val="-2433"/>
                <a:lumOff val="57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950633"/>
                <a:satOff val="-2433"/>
                <a:lumOff val="57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 ¿Cuál instrucción realiza operaciones bit a bit XOR?</a:t>
          </a:r>
        </a:p>
      </dsp:txBody>
      <dsp:txXfrm>
        <a:off x="491378" y="1792116"/>
        <a:ext cx="1278508" cy="767104"/>
      </dsp:txXfrm>
    </dsp:sp>
    <dsp:sp modelId="{CA826F1C-B289-47D7-A9EF-2937398BA4EF}">
      <dsp:nvSpPr>
        <dsp:cNvPr id="0" name=""/>
        <dsp:cNvSpPr/>
      </dsp:nvSpPr>
      <dsp:spPr>
        <a:xfrm>
          <a:off x="1897737" y="1792116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2145696"/>
                <a:satOff val="-2676"/>
                <a:lumOff val="62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145696"/>
                <a:satOff val="-2676"/>
                <a:lumOff val="62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AND</a:t>
          </a:r>
        </a:p>
      </dsp:txBody>
      <dsp:txXfrm>
        <a:off x="1897737" y="1792116"/>
        <a:ext cx="1278508" cy="767104"/>
      </dsp:txXfrm>
    </dsp:sp>
    <dsp:sp modelId="{AF18A794-F10E-423A-84F8-D1D8F6A11F8E}">
      <dsp:nvSpPr>
        <dsp:cNvPr id="0" name=""/>
        <dsp:cNvSpPr/>
      </dsp:nvSpPr>
      <dsp:spPr>
        <a:xfrm>
          <a:off x="3304095" y="1792116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ORR</a:t>
          </a:r>
        </a:p>
      </dsp:txBody>
      <dsp:txXfrm>
        <a:off x="3304095" y="1792116"/>
        <a:ext cx="1278508" cy="767104"/>
      </dsp:txXfrm>
    </dsp:sp>
    <dsp:sp modelId="{B7576B95-4744-48D3-ACB6-0B071990BCCA}">
      <dsp:nvSpPr>
        <dsp:cNvPr id="0" name=""/>
        <dsp:cNvSpPr/>
      </dsp:nvSpPr>
      <dsp:spPr>
        <a:xfrm>
          <a:off x="4710454" y="1792116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2535823"/>
                <a:satOff val="-3163"/>
                <a:lumOff val="74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535823"/>
                <a:satOff val="-3163"/>
                <a:lumOff val="74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EOR</a:t>
          </a:r>
        </a:p>
      </dsp:txBody>
      <dsp:txXfrm>
        <a:off x="4710454" y="1792116"/>
        <a:ext cx="1278508" cy="767104"/>
      </dsp:txXfrm>
    </dsp:sp>
    <dsp:sp modelId="{D3FB5061-342B-42E0-B6CD-E5ECC8E16927}">
      <dsp:nvSpPr>
        <dsp:cNvPr id="0" name=""/>
        <dsp:cNvSpPr/>
      </dsp:nvSpPr>
      <dsp:spPr>
        <a:xfrm>
          <a:off x="6116813" y="1792116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2730886"/>
                <a:satOff val="-3406"/>
                <a:lumOff val="80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730886"/>
                <a:satOff val="-3406"/>
                <a:lumOff val="80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BIC</a:t>
          </a:r>
        </a:p>
      </dsp:txBody>
      <dsp:txXfrm>
        <a:off x="6116813" y="1792116"/>
        <a:ext cx="1278508" cy="767104"/>
      </dsp:txXfrm>
    </dsp:sp>
    <dsp:sp modelId="{D62F85EB-4D18-406B-91D3-3E6C7F5918FA}">
      <dsp:nvSpPr>
        <dsp:cNvPr id="0" name=""/>
        <dsp:cNvSpPr/>
      </dsp:nvSpPr>
      <dsp:spPr>
        <a:xfrm>
          <a:off x="491378" y="2687072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2925949"/>
                <a:satOff val="-3649"/>
                <a:lumOff val="8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925949"/>
                <a:satOff val="-3649"/>
                <a:lumOff val="8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4. ¿Qué instrucción carga un valor desde memoria?</a:t>
          </a:r>
        </a:p>
      </dsp:txBody>
      <dsp:txXfrm>
        <a:off x="491378" y="2687072"/>
        <a:ext cx="1278508" cy="767104"/>
      </dsp:txXfrm>
    </dsp:sp>
    <dsp:sp modelId="{0DC986B1-F17F-4625-A409-BF0DD0D588D0}">
      <dsp:nvSpPr>
        <dsp:cNvPr id="0" name=""/>
        <dsp:cNvSpPr/>
      </dsp:nvSpPr>
      <dsp:spPr>
        <a:xfrm>
          <a:off x="1897737" y="2687072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LDR</a:t>
          </a:r>
        </a:p>
      </dsp:txBody>
      <dsp:txXfrm>
        <a:off x="1897737" y="2687072"/>
        <a:ext cx="1278508" cy="767104"/>
      </dsp:txXfrm>
    </dsp:sp>
    <dsp:sp modelId="{19CE0590-748B-44AE-8CC3-7227DEB8BC3C}">
      <dsp:nvSpPr>
        <dsp:cNvPr id="0" name=""/>
        <dsp:cNvSpPr/>
      </dsp:nvSpPr>
      <dsp:spPr>
        <a:xfrm>
          <a:off x="3304095" y="2687072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3316076"/>
                <a:satOff val="-4136"/>
                <a:lumOff val="9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316076"/>
                <a:satOff val="-4136"/>
                <a:lumOff val="9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STR</a:t>
          </a:r>
        </a:p>
      </dsp:txBody>
      <dsp:txXfrm>
        <a:off x="3304095" y="2687072"/>
        <a:ext cx="1278508" cy="767104"/>
      </dsp:txXfrm>
    </dsp:sp>
    <dsp:sp modelId="{36246283-7400-4CBD-9BA5-6C463BB11164}">
      <dsp:nvSpPr>
        <dsp:cNvPr id="0" name=""/>
        <dsp:cNvSpPr/>
      </dsp:nvSpPr>
      <dsp:spPr>
        <a:xfrm>
          <a:off x="4710454" y="2687072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MOV</a:t>
          </a:r>
        </a:p>
      </dsp:txBody>
      <dsp:txXfrm>
        <a:off x="4710454" y="2687072"/>
        <a:ext cx="1278508" cy="767104"/>
      </dsp:txXfrm>
    </dsp:sp>
    <dsp:sp modelId="{2CFB4682-8849-4BE6-9B7C-F7C8D3AA8F70}">
      <dsp:nvSpPr>
        <dsp:cNvPr id="0" name=""/>
        <dsp:cNvSpPr/>
      </dsp:nvSpPr>
      <dsp:spPr>
        <a:xfrm>
          <a:off x="6116813" y="2687072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3706203"/>
                <a:satOff val="-4623"/>
                <a:lumOff val="108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706203"/>
                <a:satOff val="-4623"/>
                <a:lumOff val="108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ADR</a:t>
          </a:r>
        </a:p>
      </dsp:txBody>
      <dsp:txXfrm>
        <a:off x="6116813" y="2687072"/>
        <a:ext cx="1278508" cy="767104"/>
      </dsp:txXfrm>
    </dsp:sp>
    <dsp:sp modelId="{79516020-640A-44A0-9D91-D0B9D88CA952}">
      <dsp:nvSpPr>
        <dsp:cNvPr id="0" name=""/>
        <dsp:cNvSpPr/>
      </dsp:nvSpPr>
      <dsp:spPr>
        <a:xfrm>
          <a:off x="491378" y="3582027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3901266"/>
                <a:satOff val="-4866"/>
                <a:lumOff val="114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901266"/>
                <a:satOff val="-4866"/>
                <a:lumOff val="114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5. ¿Cuál es la función de la bandera PSTATE?</a:t>
          </a:r>
        </a:p>
      </dsp:txBody>
      <dsp:txXfrm>
        <a:off x="491378" y="3582027"/>
        <a:ext cx="1278508" cy="767104"/>
      </dsp:txXfrm>
    </dsp:sp>
    <dsp:sp modelId="{7060A79E-9694-46E4-BDFE-F63E9370EB38}">
      <dsp:nvSpPr>
        <dsp:cNvPr id="0" name=""/>
        <dsp:cNvSpPr/>
      </dsp:nvSpPr>
      <dsp:spPr>
        <a:xfrm>
          <a:off x="1897737" y="3582027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4096329"/>
                <a:satOff val="-5109"/>
                <a:lumOff val="120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096329"/>
                <a:satOff val="-5109"/>
                <a:lumOff val="120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Control de energía</a:t>
          </a:r>
        </a:p>
      </dsp:txBody>
      <dsp:txXfrm>
        <a:off x="1897737" y="3582027"/>
        <a:ext cx="1278508" cy="767104"/>
      </dsp:txXfrm>
    </dsp:sp>
    <dsp:sp modelId="{2CAB7702-AD64-4ED3-953E-FE787F67A623}">
      <dsp:nvSpPr>
        <dsp:cNvPr id="0" name=""/>
        <dsp:cNvSpPr/>
      </dsp:nvSpPr>
      <dsp:spPr>
        <a:xfrm>
          <a:off x="3304095" y="3582027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4291393"/>
                <a:satOff val="-5352"/>
                <a:lumOff val="125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291393"/>
                <a:satOff val="-5352"/>
                <a:lumOff val="125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Indicar resultados de operaciones</a:t>
          </a:r>
        </a:p>
      </dsp:txBody>
      <dsp:txXfrm>
        <a:off x="3304095" y="3582027"/>
        <a:ext cx="1278508" cy="767104"/>
      </dsp:txXfrm>
    </dsp:sp>
    <dsp:sp modelId="{2C922943-6116-4BEC-978B-8A407AA40B44}">
      <dsp:nvSpPr>
        <dsp:cNvPr id="0" name=""/>
        <dsp:cNvSpPr/>
      </dsp:nvSpPr>
      <dsp:spPr>
        <a:xfrm>
          <a:off x="4710454" y="3582027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4486456"/>
                <a:satOff val="-5596"/>
                <a:lumOff val="131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486456"/>
                <a:satOff val="-5596"/>
                <a:lumOff val="131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Control de memoria</a:t>
          </a:r>
        </a:p>
      </dsp:txBody>
      <dsp:txXfrm>
        <a:off x="4710454" y="3582027"/>
        <a:ext cx="1278508" cy="767104"/>
      </dsp:txXfrm>
    </dsp:sp>
    <dsp:sp modelId="{4BB73B1F-E2E4-4A22-B79C-B02D82D542D1}">
      <dsp:nvSpPr>
        <dsp:cNvPr id="0" name=""/>
        <dsp:cNvSpPr/>
      </dsp:nvSpPr>
      <dsp:spPr>
        <a:xfrm>
          <a:off x="6116813" y="3582027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Almacenar direcciones</a:t>
          </a:r>
        </a:p>
      </dsp:txBody>
      <dsp:txXfrm>
        <a:off x="6116813" y="3582027"/>
        <a:ext cx="1278508" cy="7671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C3B73F-0D8A-456D-99E6-0352ECBCA6FF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ARM64 – Raspberry Pi. (Material técnico del curso)</a:t>
          </a:r>
        </a:p>
      </dsp:txBody>
      <dsp:txXfrm>
        <a:off x="429570" y="472"/>
        <a:ext cx="3346456" cy="2007873"/>
      </dsp:txXfrm>
    </dsp:sp>
    <dsp:sp modelId="{140070FD-4ED7-45A8-A3BF-4968C1045F3A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Patterson, D., &amp; Hennessy, J. (2018). *Computer Organization and Design ARM Edition.*</a:t>
          </a:r>
        </a:p>
      </dsp:txBody>
      <dsp:txXfrm>
        <a:off x="4110672" y="472"/>
        <a:ext cx="3346456" cy="2007873"/>
      </dsp:txXfrm>
    </dsp:sp>
    <dsp:sp modelId="{844C56BA-9E0D-481A-A7D0-4EDA5B31205C}">
      <dsp:nvSpPr>
        <dsp:cNvPr id="0" name=""/>
        <dsp:cNvSpPr/>
      </dsp:nvSpPr>
      <dsp:spPr>
        <a:xfrm>
          <a:off x="2270121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Documentación oficial de GNU Assembler (GAS) para ARM64.</a:t>
          </a:r>
        </a:p>
      </dsp:txBody>
      <dsp:txXfrm>
        <a:off x="2270121" y="2342991"/>
        <a:ext cx="3346456" cy="20078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Arquitectura de Computadoras y Ensambladores 1</a:t>
            </a:r>
          </a:p>
          <a:p>
            <a:pPr algn="r" defTabSz="914400">
              <a:lnSpc>
                <a:spcPct val="90000"/>
              </a:lnSpc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Semana 7: Set de Instrucciones 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7368" y="649480"/>
            <a:ext cx="3646835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Escuela de Ingeniería en Ciencias y Sistemas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Facultad de Ingeniería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Universidad de San Carlos de Guatemala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s-ES" sz="3500">
                <a:solidFill>
                  <a:schemeClr val="bg1"/>
                </a:solidFill>
              </a:rPr>
              <a:t>Competencia que desarrollaremos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s-ES" sz="2100"/>
              <a:t>El estudiante implementa estructuras de control utilizando instrucciones de saltos en lenguaje ensamblador, mediante técnicas de programación a bajo nivel, para desarrollar soluciones orientadas a sistemas IoT.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Contenido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282076-7841-D68B-5B15-4F5B726A5F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224014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500"/>
              <a:t>Ejemplo práctico – Operaciones aritméticas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Código ARM64:</a:t>
            </a:r>
          </a:p>
          <a:p>
            <a:endParaRPr lang="es-ES" sz="1700"/>
          </a:p>
          <a:p>
            <a:r>
              <a:rPr lang="es-ES" sz="1700"/>
              <a:t>    MOV x0, #5</a:t>
            </a:r>
          </a:p>
          <a:p>
            <a:r>
              <a:rPr lang="es-ES" sz="1700"/>
              <a:t>    MOV x1, #3</a:t>
            </a:r>
          </a:p>
          <a:p>
            <a:r>
              <a:rPr lang="es-ES" sz="1700"/>
              <a:t>    ADD x2, x0, x1   // x2 = 8</a:t>
            </a:r>
          </a:p>
          <a:p>
            <a:r>
              <a:rPr lang="es-ES" sz="1700"/>
              <a:t>    SUB x3, x0, x1   // x3 = 2</a:t>
            </a:r>
          </a:p>
          <a:p>
            <a:r>
              <a:rPr lang="es-ES" sz="1700"/>
              <a:t>    MUL x4, x0, x1   // x4 = 15</a:t>
            </a:r>
          </a:p>
          <a:p>
            <a:endParaRPr lang="es-ES" sz="1700"/>
          </a:p>
          <a:p>
            <a:r>
              <a:rPr lang="es-ES" sz="1700"/>
              <a:t>Ejecuta operaciones básicas con valores inmediatos.</a:t>
            </a:r>
          </a:p>
        </p:txBody>
      </p:sp>
      <p:pic>
        <p:nvPicPr>
          <p:cNvPr id="5" name="Picture 4" descr="Gota de agua sobre pétalo">
            <a:extLst>
              <a:ext uri="{FF2B5EF4-FFF2-40B4-BE49-F238E27FC236}">
                <a16:creationId xmlns:a16="http://schemas.microsoft.com/office/drawing/2014/main" id="{1E107E1B-FEAC-F58B-955E-DDEA067EAD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01" r="44856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500"/>
              <a:t>Ejemplo práctico – Operaciones lógicas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700"/>
              <a:t>Código ARM64:</a:t>
            </a:r>
          </a:p>
          <a:p>
            <a:pPr>
              <a:lnSpc>
                <a:spcPct val="90000"/>
              </a:lnSpc>
            </a:pPr>
            <a:endParaRPr lang="es-ES" sz="1700"/>
          </a:p>
          <a:p>
            <a:pPr>
              <a:lnSpc>
                <a:spcPct val="90000"/>
              </a:lnSpc>
            </a:pPr>
            <a:r>
              <a:rPr lang="es-ES" sz="1700"/>
              <a:t>    MOV x0, #0b1100</a:t>
            </a:r>
          </a:p>
          <a:p>
            <a:pPr>
              <a:lnSpc>
                <a:spcPct val="90000"/>
              </a:lnSpc>
            </a:pPr>
            <a:r>
              <a:rPr lang="es-ES" sz="1700"/>
              <a:t>    MOV x1, #0b1010</a:t>
            </a:r>
          </a:p>
          <a:p>
            <a:pPr>
              <a:lnSpc>
                <a:spcPct val="90000"/>
              </a:lnSpc>
            </a:pPr>
            <a:r>
              <a:rPr lang="es-ES" sz="1700"/>
              <a:t>    AND x2, x0, x1   // Resultado: 0b1000</a:t>
            </a:r>
          </a:p>
          <a:p>
            <a:pPr>
              <a:lnSpc>
                <a:spcPct val="90000"/>
              </a:lnSpc>
            </a:pPr>
            <a:r>
              <a:rPr lang="es-ES" sz="1700"/>
              <a:t>    ORR x3, x0, x1   // Resultado: 0b1110</a:t>
            </a:r>
          </a:p>
          <a:p>
            <a:pPr>
              <a:lnSpc>
                <a:spcPct val="90000"/>
              </a:lnSpc>
            </a:pPr>
            <a:r>
              <a:rPr lang="es-ES" sz="1700"/>
              <a:t>    EOR x4, x0, x1   // Resultado: 0b0110</a:t>
            </a:r>
          </a:p>
          <a:p>
            <a:pPr>
              <a:lnSpc>
                <a:spcPct val="90000"/>
              </a:lnSpc>
            </a:pPr>
            <a:endParaRPr lang="es-ES" sz="1700"/>
          </a:p>
          <a:p>
            <a:pPr>
              <a:lnSpc>
                <a:spcPct val="90000"/>
              </a:lnSpc>
            </a:pPr>
            <a:r>
              <a:rPr lang="es-ES" sz="1700"/>
              <a:t>Permite aplicar operaciones bit a bit sobre registros.</a:t>
            </a:r>
          </a:p>
        </p:txBody>
      </p:sp>
      <p:pic>
        <p:nvPicPr>
          <p:cNvPr id="5" name="Picture 4" descr="Fórmulas escritas en una pizarra">
            <a:extLst>
              <a:ext uri="{FF2B5EF4-FFF2-40B4-BE49-F238E27FC236}">
                <a16:creationId xmlns:a16="http://schemas.microsoft.com/office/drawing/2014/main" id="{A8E87E70-9948-8DC2-2561-C4F86BF480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65" r="24988" b="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200">
                <a:solidFill>
                  <a:srgbClr val="FFFFFF"/>
                </a:solidFill>
              </a:rPr>
              <a:t>Ejemplo práctico – Carga y almacenamiento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s-ES" sz="1700"/>
              <a:t>Código ARM64:</a:t>
            </a:r>
          </a:p>
          <a:p>
            <a:endParaRPr lang="es-ES" sz="1700"/>
          </a:p>
          <a:p>
            <a:r>
              <a:rPr lang="es-ES" sz="1700"/>
              <a:t>.data</a:t>
            </a:r>
          </a:p>
          <a:p>
            <a:r>
              <a:rPr lang="es-ES" sz="1700"/>
              <a:t>valor: .word 10</a:t>
            </a:r>
          </a:p>
          <a:p>
            <a:endParaRPr lang="es-ES" sz="1700"/>
          </a:p>
          <a:p>
            <a:r>
              <a:rPr lang="es-ES" sz="1700"/>
              <a:t>.text</a:t>
            </a:r>
          </a:p>
          <a:p>
            <a:r>
              <a:rPr lang="es-ES" sz="1700"/>
              <a:t>.global main</a:t>
            </a:r>
          </a:p>
          <a:p>
            <a:r>
              <a:rPr lang="es-ES" sz="1700"/>
              <a:t>main:</a:t>
            </a:r>
          </a:p>
          <a:p>
            <a:r>
              <a:rPr lang="es-ES" sz="1700"/>
              <a:t>    LDR x0, =valor</a:t>
            </a:r>
          </a:p>
          <a:p>
            <a:r>
              <a:rPr lang="es-ES" sz="1700"/>
              <a:t>    LDR w1, [x0]</a:t>
            </a:r>
          </a:p>
          <a:p>
            <a:r>
              <a:rPr lang="es-ES" sz="1700"/>
              <a:t>    ADD w1, w1, #5</a:t>
            </a:r>
          </a:p>
          <a:p>
            <a:r>
              <a:rPr lang="es-ES" sz="1700"/>
              <a:t>    STR w1, [x0]</a:t>
            </a:r>
          </a:p>
          <a:p>
            <a:r>
              <a:rPr lang="es-ES" sz="1700"/>
              <a:t>    RET</a:t>
            </a:r>
          </a:p>
          <a:p>
            <a:endParaRPr lang="es-ES" sz="1700"/>
          </a:p>
          <a:p>
            <a:r>
              <a:rPr lang="es-ES" sz="1700"/>
              <a:t>Carga el valor de memoria, lo modifica y lo guarda nuevamente.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Conceptos clave aprendidos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33D7B9-C3BE-D6A6-E6AC-0A45B8E661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661429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Valor y/o actitud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713808-6FB9-4AB2-77F5-BEEAFE2CF6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607120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3ADD70-578B-C27D-17F3-507F055F05B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090" r="19218" b="8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Evaluación - Semana 7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201E6A-5691-FFC4-4E47-899B15D121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905866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FD51FF-F733-65E8-1B6B-F44C24361D4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3150" t="9091" r="1618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Referencias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A0B3BC-BDD7-67AE-A9DA-481534130E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805799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589</Words>
  <Application>Microsoft Office PowerPoint</Application>
  <PresentationFormat>Presentación en pantalla (4:3)</PresentationFormat>
  <Paragraphs>89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Arquitectura de Computadoras y Ensambladores 1 Semana 7: Set de Instrucciones ARM</vt:lpstr>
      <vt:lpstr>Competencia que desarrollaremos</vt:lpstr>
      <vt:lpstr>Contenido</vt:lpstr>
      <vt:lpstr>Ejemplo práctico – Operaciones aritméticas</vt:lpstr>
      <vt:lpstr>Ejemplo práctico – Operaciones lógicas</vt:lpstr>
      <vt:lpstr>Ejemplo práctico – Carga y almacenamiento</vt:lpstr>
      <vt:lpstr>Conceptos clave aprendidos</vt:lpstr>
      <vt:lpstr>Valor y/o actitud</vt:lpstr>
      <vt:lpstr>Evaluación - Semana 7</vt:lpstr>
      <vt:lpstr>Referencias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C IT</cp:lastModifiedBy>
  <cp:revision>12</cp:revision>
  <dcterms:created xsi:type="dcterms:W3CDTF">2013-01-27T09:14:16Z</dcterms:created>
  <dcterms:modified xsi:type="dcterms:W3CDTF">2025-11-05T22:03:35Z</dcterms:modified>
  <cp:category/>
</cp:coreProperties>
</file>