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C01984-257A-61A0-2246-E93EE2DAC77D}" v="3" dt="2025-10-31T22:20:0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DB6347-92B9-447E-804C-4C380952E5F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8AB7C0-991A-492B-BFDB-02A5740675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Escuela de Ingeniería en Ciencias y Sistemas</a:t>
          </a:r>
        </a:p>
      </dgm:t>
    </dgm:pt>
    <dgm:pt modelId="{63E83A12-0313-4601-A357-1E6E199E1AE9}" type="parTrans" cxnId="{3B1DA9CA-C3A0-4E4A-B5C1-A07FE56B1C8B}">
      <dgm:prSet/>
      <dgm:spPr/>
      <dgm:t>
        <a:bodyPr/>
        <a:lstStyle/>
        <a:p>
          <a:endParaRPr lang="en-US"/>
        </a:p>
      </dgm:t>
    </dgm:pt>
    <dgm:pt modelId="{4C6373FA-CBA9-41FC-9A8B-053AE8328BBC}" type="sibTrans" cxnId="{3B1DA9CA-C3A0-4E4A-B5C1-A07FE56B1C8B}">
      <dgm:prSet/>
      <dgm:spPr/>
      <dgm:t>
        <a:bodyPr/>
        <a:lstStyle/>
        <a:p>
          <a:endParaRPr lang="en-US"/>
        </a:p>
      </dgm:t>
    </dgm:pt>
    <dgm:pt modelId="{9E11A026-0D8D-4514-88DD-144BBCFD70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Facultad de Ingeniería</a:t>
          </a:r>
        </a:p>
      </dgm:t>
    </dgm:pt>
    <dgm:pt modelId="{05E5F7AB-DD02-47D8-AF08-3E328D14D674}" type="parTrans" cxnId="{2F62EC19-380A-4351-A714-9585FA8E44F6}">
      <dgm:prSet/>
      <dgm:spPr/>
      <dgm:t>
        <a:bodyPr/>
        <a:lstStyle/>
        <a:p>
          <a:endParaRPr lang="en-US"/>
        </a:p>
      </dgm:t>
    </dgm:pt>
    <dgm:pt modelId="{5DC336C8-0CC4-4E4E-B7A3-24C084E17068}" type="sibTrans" cxnId="{2F62EC19-380A-4351-A714-9585FA8E44F6}">
      <dgm:prSet/>
      <dgm:spPr/>
      <dgm:t>
        <a:bodyPr/>
        <a:lstStyle/>
        <a:p>
          <a:endParaRPr lang="en-US"/>
        </a:p>
      </dgm:t>
    </dgm:pt>
    <dgm:pt modelId="{D191867C-077E-4A30-9601-3868F703E5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Universidad de San Carlos de Guatemala</a:t>
          </a:r>
        </a:p>
      </dgm:t>
    </dgm:pt>
    <dgm:pt modelId="{C59C9C21-F287-4369-887B-24AB7A1A510F}" type="parTrans" cxnId="{FC87699D-A8B1-4370-9CB0-D6B90F6742EA}">
      <dgm:prSet/>
      <dgm:spPr/>
      <dgm:t>
        <a:bodyPr/>
        <a:lstStyle/>
        <a:p>
          <a:endParaRPr lang="en-US"/>
        </a:p>
      </dgm:t>
    </dgm:pt>
    <dgm:pt modelId="{0CC6F1A1-8656-40E1-812A-83D3868CF932}" type="sibTrans" cxnId="{FC87699D-A8B1-4370-9CB0-D6B90F6742EA}">
      <dgm:prSet/>
      <dgm:spPr/>
      <dgm:t>
        <a:bodyPr/>
        <a:lstStyle/>
        <a:p>
          <a:endParaRPr lang="en-US"/>
        </a:p>
      </dgm:t>
    </dgm:pt>
    <dgm:pt modelId="{A1788772-E38D-415A-8A24-BA70A04F0D82}" type="pres">
      <dgm:prSet presAssocID="{B4DB6347-92B9-447E-804C-4C380952E5FD}" presName="root" presStyleCnt="0">
        <dgm:presLayoutVars>
          <dgm:dir/>
          <dgm:resizeHandles val="exact"/>
        </dgm:presLayoutVars>
      </dgm:prSet>
      <dgm:spPr/>
    </dgm:pt>
    <dgm:pt modelId="{320F632D-4829-4EF0-B2F0-5A5B6E063645}" type="pres">
      <dgm:prSet presAssocID="{638AB7C0-991A-492B-BFDB-02A57406758D}" presName="compNode" presStyleCnt="0"/>
      <dgm:spPr/>
    </dgm:pt>
    <dgm:pt modelId="{1C381EF1-C63A-4047-8505-C20BEC1CA977}" type="pres">
      <dgm:prSet presAssocID="{638AB7C0-991A-492B-BFDB-02A57406758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raz"/>
        </a:ext>
      </dgm:extLst>
    </dgm:pt>
    <dgm:pt modelId="{0DCB3BF4-A803-4DE5-A005-03AB0F38E6AE}" type="pres">
      <dgm:prSet presAssocID="{638AB7C0-991A-492B-BFDB-02A57406758D}" presName="spaceRect" presStyleCnt="0"/>
      <dgm:spPr/>
    </dgm:pt>
    <dgm:pt modelId="{67D21D81-A23A-4765-854E-99503A9522B0}" type="pres">
      <dgm:prSet presAssocID="{638AB7C0-991A-492B-BFDB-02A57406758D}" presName="textRect" presStyleLbl="revTx" presStyleIdx="0" presStyleCnt="3">
        <dgm:presLayoutVars>
          <dgm:chMax val="1"/>
          <dgm:chPref val="1"/>
        </dgm:presLayoutVars>
      </dgm:prSet>
      <dgm:spPr/>
    </dgm:pt>
    <dgm:pt modelId="{F07AEE6B-95DD-4459-B3FE-E2112A488935}" type="pres">
      <dgm:prSet presAssocID="{4C6373FA-CBA9-41FC-9A8B-053AE8328BBC}" presName="sibTrans" presStyleCnt="0"/>
      <dgm:spPr/>
    </dgm:pt>
    <dgm:pt modelId="{D16E0568-44C8-4DE0-8F32-8DCD4B4F586F}" type="pres">
      <dgm:prSet presAssocID="{9E11A026-0D8D-4514-88DD-144BBCFD7022}" presName="compNode" presStyleCnt="0"/>
      <dgm:spPr/>
    </dgm:pt>
    <dgm:pt modelId="{94593097-6D2A-4D6E-8D29-D68F019BB6D6}" type="pres">
      <dgm:prSet presAssocID="{9E11A026-0D8D-4514-88DD-144BBCFD702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D96616A8-3A9D-4DEC-924D-0BDC4DC218F2}" type="pres">
      <dgm:prSet presAssocID="{9E11A026-0D8D-4514-88DD-144BBCFD7022}" presName="spaceRect" presStyleCnt="0"/>
      <dgm:spPr/>
    </dgm:pt>
    <dgm:pt modelId="{5FD93CEB-B264-4620-8833-CA4DE0807ABF}" type="pres">
      <dgm:prSet presAssocID="{9E11A026-0D8D-4514-88DD-144BBCFD7022}" presName="textRect" presStyleLbl="revTx" presStyleIdx="1" presStyleCnt="3">
        <dgm:presLayoutVars>
          <dgm:chMax val="1"/>
          <dgm:chPref val="1"/>
        </dgm:presLayoutVars>
      </dgm:prSet>
      <dgm:spPr/>
    </dgm:pt>
    <dgm:pt modelId="{62B11CBE-0C7E-4587-B0B5-6C1267F63B4D}" type="pres">
      <dgm:prSet presAssocID="{5DC336C8-0CC4-4E4E-B7A3-24C084E17068}" presName="sibTrans" presStyleCnt="0"/>
      <dgm:spPr/>
    </dgm:pt>
    <dgm:pt modelId="{7A3F6ACA-C627-4444-B3BF-2745AC8C3726}" type="pres">
      <dgm:prSet presAssocID="{D191867C-077E-4A30-9601-3868F703E5C8}" presName="compNode" presStyleCnt="0"/>
      <dgm:spPr/>
    </dgm:pt>
    <dgm:pt modelId="{0AEF8537-7BAE-4CB8-B1A2-E4F0D53815DB}" type="pres">
      <dgm:prSet presAssocID="{D191867C-077E-4A30-9601-3868F703E5C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23165AC8-0E74-4D34-9242-7C12DE431348}" type="pres">
      <dgm:prSet presAssocID="{D191867C-077E-4A30-9601-3868F703E5C8}" presName="spaceRect" presStyleCnt="0"/>
      <dgm:spPr/>
    </dgm:pt>
    <dgm:pt modelId="{0C9CDE7B-A035-4C51-92FD-145F7DA2B96A}" type="pres">
      <dgm:prSet presAssocID="{D191867C-077E-4A30-9601-3868F703E5C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F62EC19-380A-4351-A714-9585FA8E44F6}" srcId="{B4DB6347-92B9-447E-804C-4C380952E5FD}" destId="{9E11A026-0D8D-4514-88DD-144BBCFD7022}" srcOrd="1" destOrd="0" parTransId="{05E5F7AB-DD02-47D8-AF08-3E328D14D674}" sibTransId="{5DC336C8-0CC4-4E4E-B7A3-24C084E17068}"/>
    <dgm:cxn modelId="{47735332-70FF-423A-BAFE-86F799F7C155}" type="presOf" srcId="{638AB7C0-991A-492B-BFDB-02A57406758D}" destId="{67D21D81-A23A-4765-854E-99503A9522B0}" srcOrd="0" destOrd="0" presId="urn:microsoft.com/office/officeart/2018/2/layout/IconLabelList"/>
    <dgm:cxn modelId="{F6F0E241-8996-4413-86A1-0C5031EB1FD2}" type="presOf" srcId="{9E11A026-0D8D-4514-88DD-144BBCFD7022}" destId="{5FD93CEB-B264-4620-8833-CA4DE0807ABF}" srcOrd="0" destOrd="0" presId="urn:microsoft.com/office/officeart/2018/2/layout/IconLabelList"/>
    <dgm:cxn modelId="{7B583C7C-7643-4ACC-9653-E22A29058B2F}" type="presOf" srcId="{D191867C-077E-4A30-9601-3868F703E5C8}" destId="{0C9CDE7B-A035-4C51-92FD-145F7DA2B96A}" srcOrd="0" destOrd="0" presId="urn:microsoft.com/office/officeart/2018/2/layout/IconLabelList"/>
    <dgm:cxn modelId="{61463B96-F124-45AA-9630-21D6D230A963}" type="presOf" srcId="{B4DB6347-92B9-447E-804C-4C380952E5FD}" destId="{A1788772-E38D-415A-8A24-BA70A04F0D82}" srcOrd="0" destOrd="0" presId="urn:microsoft.com/office/officeart/2018/2/layout/IconLabelList"/>
    <dgm:cxn modelId="{FC87699D-A8B1-4370-9CB0-D6B90F6742EA}" srcId="{B4DB6347-92B9-447E-804C-4C380952E5FD}" destId="{D191867C-077E-4A30-9601-3868F703E5C8}" srcOrd="2" destOrd="0" parTransId="{C59C9C21-F287-4369-887B-24AB7A1A510F}" sibTransId="{0CC6F1A1-8656-40E1-812A-83D3868CF932}"/>
    <dgm:cxn modelId="{3B1DA9CA-C3A0-4E4A-B5C1-A07FE56B1C8B}" srcId="{B4DB6347-92B9-447E-804C-4C380952E5FD}" destId="{638AB7C0-991A-492B-BFDB-02A57406758D}" srcOrd="0" destOrd="0" parTransId="{63E83A12-0313-4601-A357-1E6E199E1AE9}" sibTransId="{4C6373FA-CBA9-41FC-9A8B-053AE8328BBC}"/>
    <dgm:cxn modelId="{98A016E7-7EDA-4227-B92F-C70160FD5CC0}" type="presParOf" srcId="{A1788772-E38D-415A-8A24-BA70A04F0D82}" destId="{320F632D-4829-4EF0-B2F0-5A5B6E063645}" srcOrd="0" destOrd="0" presId="urn:microsoft.com/office/officeart/2018/2/layout/IconLabelList"/>
    <dgm:cxn modelId="{AAFA277B-374A-4F81-91BB-9A171FDFB8AE}" type="presParOf" srcId="{320F632D-4829-4EF0-B2F0-5A5B6E063645}" destId="{1C381EF1-C63A-4047-8505-C20BEC1CA977}" srcOrd="0" destOrd="0" presId="urn:microsoft.com/office/officeart/2018/2/layout/IconLabelList"/>
    <dgm:cxn modelId="{F94CD2D2-A194-40F7-B2AE-2C1AB1D41234}" type="presParOf" srcId="{320F632D-4829-4EF0-B2F0-5A5B6E063645}" destId="{0DCB3BF4-A803-4DE5-A005-03AB0F38E6AE}" srcOrd="1" destOrd="0" presId="urn:microsoft.com/office/officeart/2018/2/layout/IconLabelList"/>
    <dgm:cxn modelId="{A2B524A5-DB0A-4EF9-A8AC-7B6C538EB24A}" type="presParOf" srcId="{320F632D-4829-4EF0-B2F0-5A5B6E063645}" destId="{67D21D81-A23A-4765-854E-99503A9522B0}" srcOrd="2" destOrd="0" presId="urn:microsoft.com/office/officeart/2018/2/layout/IconLabelList"/>
    <dgm:cxn modelId="{202DA60D-5DC8-4708-A795-309C09A004ED}" type="presParOf" srcId="{A1788772-E38D-415A-8A24-BA70A04F0D82}" destId="{F07AEE6B-95DD-4459-B3FE-E2112A488935}" srcOrd="1" destOrd="0" presId="urn:microsoft.com/office/officeart/2018/2/layout/IconLabelList"/>
    <dgm:cxn modelId="{F7227961-8905-4986-9241-0E974CB6BEE5}" type="presParOf" srcId="{A1788772-E38D-415A-8A24-BA70A04F0D82}" destId="{D16E0568-44C8-4DE0-8F32-8DCD4B4F586F}" srcOrd="2" destOrd="0" presId="urn:microsoft.com/office/officeart/2018/2/layout/IconLabelList"/>
    <dgm:cxn modelId="{B2D4ED3E-CFB1-45F0-A0DE-95DFFB794F14}" type="presParOf" srcId="{D16E0568-44C8-4DE0-8F32-8DCD4B4F586F}" destId="{94593097-6D2A-4D6E-8D29-D68F019BB6D6}" srcOrd="0" destOrd="0" presId="urn:microsoft.com/office/officeart/2018/2/layout/IconLabelList"/>
    <dgm:cxn modelId="{EDFF303C-39B8-448E-B7C2-E4ADBA71F244}" type="presParOf" srcId="{D16E0568-44C8-4DE0-8F32-8DCD4B4F586F}" destId="{D96616A8-3A9D-4DEC-924D-0BDC4DC218F2}" srcOrd="1" destOrd="0" presId="urn:microsoft.com/office/officeart/2018/2/layout/IconLabelList"/>
    <dgm:cxn modelId="{65A0EAD2-0FAB-41EA-8E85-120BD11E69E6}" type="presParOf" srcId="{D16E0568-44C8-4DE0-8F32-8DCD4B4F586F}" destId="{5FD93CEB-B264-4620-8833-CA4DE0807ABF}" srcOrd="2" destOrd="0" presId="urn:microsoft.com/office/officeart/2018/2/layout/IconLabelList"/>
    <dgm:cxn modelId="{31535E20-5F0B-4486-A8D2-A39EABDC5307}" type="presParOf" srcId="{A1788772-E38D-415A-8A24-BA70A04F0D82}" destId="{62B11CBE-0C7E-4587-B0B5-6C1267F63B4D}" srcOrd="3" destOrd="0" presId="urn:microsoft.com/office/officeart/2018/2/layout/IconLabelList"/>
    <dgm:cxn modelId="{B3CCF098-C166-4DC5-9461-B3256576850D}" type="presParOf" srcId="{A1788772-E38D-415A-8A24-BA70A04F0D82}" destId="{7A3F6ACA-C627-4444-B3BF-2745AC8C3726}" srcOrd="4" destOrd="0" presId="urn:microsoft.com/office/officeart/2018/2/layout/IconLabelList"/>
    <dgm:cxn modelId="{3DF17E8F-48D0-4000-B3CD-9632173F98C7}" type="presParOf" srcId="{7A3F6ACA-C627-4444-B3BF-2745AC8C3726}" destId="{0AEF8537-7BAE-4CB8-B1A2-E4F0D53815DB}" srcOrd="0" destOrd="0" presId="urn:microsoft.com/office/officeart/2018/2/layout/IconLabelList"/>
    <dgm:cxn modelId="{B1AD447F-171B-4C39-BA84-C84649706ADE}" type="presParOf" srcId="{7A3F6ACA-C627-4444-B3BF-2745AC8C3726}" destId="{23165AC8-0E74-4D34-9242-7C12DE431348}" srcOrd="1" destOrd="0" presId="urn:microsoft.com/office/officeart/2018/2/layout/IconLabelList"/>
    <dgm:cxn modelId="{32BA953E-469A-45D5-861E-E228DDA7141F}" type="presParOf" srcId="{7A3F6ACA-C627-4444-B3BF-2745AC8C3726}" destId="{0C9CDE7B-A035-4C51-92FD-145F7DA2B96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FB823A-3CB3-42DF-876E-6B26D32E2976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A9732D3-75BF-41B0-BBAE-B1002072CEC1}">
      <dgm:prSet/>
      <dgm:spPr/>
      <dgm:t>
        <a:bodyPr/>
        <a:lstStyle/>
        <a:p>
          <a:r>
            <a:rPr lang="en-US"/>
            <a:t>• Llamadas entre C y ensamblador.</a:t>
          </a:r>
        </a:p>
      </dgm:t>
    </dgm:pt>
    <dgm:pt modelId="{B56D1EF4-0A36-4248-BD8C-A55C7101C211}" type="parTrans" cxnId="{7FFDCB62-6489-46E5-88F4-C99793597B1E}">
      <dgm:prSet/>
      <dgm:spPr/>
      <dgm:t>
        <a:bodyPr/>
        <a:lstStyle/>
        <a:p>
          <a:endParaRPr lang="en-US"/>
        </a:p>
      </dgm:t>
    </dgm:pt>
    <dgm:pt modelId="{08A2A309-7121-4FD9-BF9A-DC52D6970167}" type="sibTrans" cxnId="{7FFDCB62-6489-46E5-88F4-C99793597B1E}">
      <dgm:prSet/>
      <dgm:spPr/>
      <dgm:t>
        <a:bodyPr/>
        <a:lstStyle/>
        <a:p>
          <a:endParaRPr lang="en-US"/>
        </a:p>
      </dgm:t>
    </dgm:pt>
    <dgm:pt modelId="{13CE286F-8727-4033-885C-F1E231A5CFDF}">
      <dgm:prSet/>
      <dgm:spPr/>
      <dgm:t>
        <a:bodyPr/>
        <a:lstStyle/>
        <a:p>
          <a:r>
            <a:rPr lang="en-US"/>
            <a:t>• Convención de parámetros y retorno.</a:t>
          </a:r>
        </a:p>
      </dgm:t>
    </dgm:pt>
    <dgm:pt modelId="{07765FD3-4D4D-4DA3-831C-F68527B46DD2}" type="parTrans" cxnId="{A85CA53F-9699-47CA-88EB-C60FF92A6A98}">
      <dgm:prSet/>
      <dgm:spPr/>
      <dgm:t>
        <a:bodyPr/>
        <a:lstStyle/>
        <a:p>
          <a:endParaRPr lang="en-US"/>
        </a:p>
      </dgm:t>
    </dgm:pt>
    <dgm:pt modelId="{5A918C63-1E2C-43F4-B171-286600B107A4}" type="sibTrans" cxnId="{A85CA53F-9699-47CA-88EB-C60FF92A6A98}">
      <dgm:prSet/>
      <dgm:spPr/>
      <dgm:t>
        <a:bodyPr/>
        <a:lstStyle/>
        <a:p>
          <a:endParaRPr lang="en-US"/>
        </a:p>
      </dgm:t>
    </dgm:pt>
    <dgm:pt modelId="{D387F48A-A6AC-4D13-A40F-06B83743B6C2}">
      <dgm:prSet/>
      <dgm:spPr/>
      <dgm:t>
        <a:bodyPr/>
        <a:lstStyle/>
        <a:p>
          <a:r>
            <a:rPr lang="en-US" dirty="0"/>
            <a:t>• </a:t>
          </a:r>
          <a:r>
            <a:rPr lang="en-US" dirty="0" err="1"/>
            <a:t>Compilación</a:t>
          </a:r>
          <a:r>
            <a:rPr lang="en-US" dirty="0"/>
            <a:t> mixta (</a:t>
          </a:r>
          <a:r>
            <a:rPr lang="en-US" dirty="0" err="1"/>
            <a:t>gcc</a:t>
          </a:r>
          <a:r>
            <a:rPr lang="en-US" dirty="0"/>
            <a:t>, as, </a:t>
          </a:r>
          <a:r>
            <a:rPr lang="en-US" dirty="0" err="1"/>
            <a:t>ld</a:t>
          </a:r>
          <a:r>
            <a:rPr lang="en-US" dirty="0"/>
            <a:t>).</a:t>
          </a:r>
        </a:p>
      </dgm:t>
    </dgm:pt>
    <dgm:pt modelId="{CE7A6347-1CAD-444C-8814-EC63B218BB4B}" type="parTrans" cxnId="{D5D3329A-96E2-4C6C-B583-B2717460DDD4}">
      <dgm:prSet/>
      <dgm:spPr/>
      <dgm:t>
        <a:bodyPr/>
        <a:lstStyle/>
        <a:p>
          <a:endParaRPr lang="en-US"/>
        </a:p>
      </dgm:t>
    </dgm:pt>
    <dgm:pt modelId="{831D9C00-6A5F-4D1C-8CC1-AE53730F198D}" type="sibTrans" cxnId="{D5D3329A-96E2-4C6C-B583-B2717460DDD4}">
      <dgm:prSet/>
      <dgm:spPr/>
      <dgm:t>
        <a:bodyPr/>
        <a:lstStyle/>
        <a:p>
          <a:endParaRPr lang="en-US"/>
        </a:p>
      </dgm:t>
    </dgm:pt>
    <dgm:pt modelId="{C6F9CA8A-5668-45A6-8D99-EA71F665F914}">
      <dgm:prSet/>
      <dgm:spPr/>
      <dgm:t>
        <a:bodyPr/>
        <a:lstStyle/>
        <a:p>
          <a:r>
            <a:rPr lang="en-US"/>
            <a:t>• Uso de extern y global.</a:t>
          </a:r>
        </a:p>
      </dgm:t>
    </dgm:pt>
    <dgm:pt modelId="{39B704CC-13D2-4F88-BDC9-D35FDAE40D42}" type="parTrans" cxnId="{8D3764E0-0DA0-4304-B66D-ED2880AB7CE3}">
      <dgm:prSet/>
      <dgm:spPr/>
      <dgm:t>
        <a:bodyPr/>
        <a:lstStyle/>
        <a:p>
          <a:endParaRPr lang="en-US"/>
        </a:p>
      </dgm:t>
    </dgm:pt>
    <dgm:pt modelId="{BF87F3D7-0435-4E5C-A170-8B3E6D9149C8}" type="sibTrans" cxnId="{8D3764E0-0DA0-4304-B66D-ED2880AB7CE3}">
      <dgm:prSet/>
      <dgm:spPr/>
      <dgm:t>
        <a:bodyPr/>
        <a:lstStyle/>
        <a:p>
          <a:endParaRPr lang="en-US"/>
        </a:p>
      </dgm:t>
    </dgm:pt>
    <dgm:pt modelId="{17622980-4E61-49EC-8B21-EEFCFB79CBBE}">
      <dgm:prSet/>
      <dgm:spPr/>
      <dgm:t>
        <a:bodyPr/>
        <a:lstStyle/>
        <a:p>
          <a:r>
            <a:rPr lang="en-US"/>
            <a:t>• Integración con bibliotecas del sistema.</a:t>
          </a:r>
        </a:p>
      </dgm:t>
    </dgm:pt>
    <dgm:pt modelId="{82D851CE-7DE9-4408-9119-8FCC2127E15B}" type="parTrans" cxnId="{879B9110-8256-4E5E-81F3-EE8B64EC9B57}">
      <dgm:prSet/>
      <dgm:spPr/>
      <dgm:t>
        <a:bodyPr/>
        <a:lstStyle/>
        <a:p>
          <a:endParaRPr lang="en-US"/>
        </a:p>
      </dgm:t>
    </dgm:pt>
    <dgm:pt modelId="{327B1442-653C-424C-86FA-1543E5D0D017}" type="sibTrans" cxnId="{879B9110-8256-4E5E-81F3-EE8B64EC9B57}">
      <dgm:prSet/>
      <dgm:spPr/>
      <dgm:t>
        <a:bodyPr/>
        <a:lstStyle/>
        <a:p>
          <a:endParaRPr lang="en-US"/>
        </a:p>
      </dgm:t>
    </dgm:pt>
    <dgm:pt modelId="{8FE498FC-5FD5-4CBE-A0EB-1357C6BA6CB5}" type="pres">
      <dgm:prSet presAssocID="{E4FB823A-3CB3-42DF-876E-6B26D32E2976}" presName="diagram" presStyleCnt="0">
        <dgm:presLayoutVars>
          <dgm:dir/>
          <dgm:resizeHandles val="exact"/>
        </dgm:presLayoutVars>
      </dgm:prSet>
      <dgm:spPr/>
    </dgm:pt>
    <dgm:pt modelId="{1DAC0F95-AAE4-40A5-A31C-3477A157F30A}" type="pres">
      <dgm:prSet presAssocID="{BA9732D3-75BF-41B0-BBAE-B1002072CEC1}" presName="node" presStyleLbl="node1" presStyleIdx="0" presStyleCnt="5">
        <dgm:presLayoutVars>
          <dgm:bulletEnabled val="1"/>
        </dgm:presLayoutVars>
      </dgm:prSet>
      <dgm:spPr/>
    </dgm:pt>
    <dgm:pt modelId="{7BCDE627-B69B-48D4-AABC-54E60883249A}" type="pres">
      <dgm:prSet presAssocID="{08A2A309-7121-4FD9-BF9A-DC52D6970167}" presName="sibTrans" presStyleCnt="0"/>
      <dgm:spPr/>
    </dgm:pt>
    <dgm:pt modelId="{4F4823A9-996B-43DD-AFD2-847531481A6F}" type="pres">
      <dgm:prSet presAssocID="{13CE286F-8727-4033-885C-F1E231A5CFDF}" presName="node" presStyleLbl="node1" presStyleIdx="1" presStyleCnt="5">
        <dgm:presLayoutVars>
          <dgm:bulletEnabled val="1"/>
        </dgm:presLayoutVars>
      </dgm:prSet>
      <dgm:spPr/>
    </dgm:pt>
    <dgm:pt modelId="{B019A25E-E23F-47F8-8010-C85E32FF1969}" type="pres">
      <dgm:prSet presAssocID="{5A918C63-1E2C-43F4-B171-286600B107A4}" presName="sibTrans" presStyleCnt="0"/>
      <dgm:spPr/>
    </dgm:pt>
    <dgm:pt modelId="{58654AA3-EA79-4DFD-9A50-4ADDC0DA36DA}" type="pres">
      <dgm:prSet presAssocID="{D387F48A-A6AC-4D13-A40F-06B83743B6C2}" presName="node" presStyleLbl="node1" presStyleIdx="2" presStyleCnt="5">
        <dgm:presLayoutVars>
          <dgm:bulletEnabled val="1"/>
        </dgm:presLayoutVars>
      </dgm:prSet>
      <dgm:spPr/>
    </dgm:pt>
    <dgm:pt modelId="{30011429-E78E-4871-9F95-3422C4B6B24B}" type="pres">
      <dgm:prSet presAssocID="{831D9C00-6A5F-4D1C-8CC1-AE53730F198D}" presName="sibTrans" presStyleCnt="0"/>
      <dgm:spPr/>
    </dgm:pt>
    <dgm:pt modelId="{EC9D3B54-AA57-43CF-8634-19AC1D7EBC0E}" type="pres">
      <dgm:prSet presAssocID="{C6F9CA8A-5668-45A6-8D99-EA71F665F914}" presName="node" presStyleLbl="node1" presStyleIdx="3" presStyleCnt="5">
        <dgm:presLayoutVars>
          <dgm:bulletEnabled val="1"/>
        </dgm:presLayoutVars>
      </dgm:prSet>
      <dgm:spPr/>
    </dgm:pt>
    <dgm:pt modelId="{B04F57DE-4DC1-4B5E-AD41-15C764946CB1}" type="pres">
      <dgm:prSet presAssocID="{BF87F3D7-0435-4E5C-A170-8B3E6D9149C8}" presName="sibTrans" presStyleCnt="0"/>
      <dgm:spPr/>
    </dgm:pt>
    <dgm:pt modelId="{56E85DFE-F1EB-4C96-91A5-9D31AF2B243B}" type="pres">
      <dgm:prSet presAssocID="{17622980-4E61-49EC-8B21-EEFCFB79CBBE}" presName="node" presStyleLbl="node1" presStyleIdx="4" presStyleCnt="5">
        <dgm:presLayoutVars>
          <dgm:bulletEnabled val="1"/>
        </dgm:presLayoutVars>
      </dgm:prSet>
      <dgm:spPr/>
    </dgm:pt>
  </dgm:ptLst>
  <dgm:cxnLst>
    <dgm:cxn modelId="{DD7B110A-212B-4340-AF45-E1CD19E4F71F}" type="presOf" srcId="{D387F48A-A6AC-4D13-A40F-06B83743B6C2}" destId="{58654AA3-EA79-4DFD-9A50-4ADDC0DA36DA}" srcOrd="0" destOrd="0" presId="urn:microsoft.com/office/officeart/2005/8/layout/default"/>
    <dgm:cxn modelId="{879B9110-8256-4E5E-81F3-EE8B64EC9B57}" srcId="{E4FB823A-3CB3-42DF-876E-6B26D32E2976}" destId="{17622980-4E61-49EC-8B21-EEFCFB79CBBE}" srcOrd="4" destOrd="0" parTransId="{82D851CE-7DE9-4408-9119-8FCC2127E15B}" sibTransId="{327B1442-653C-424C-86FA-1543E5D0D017}"/>
    <dgm:cxn modelId="{A9B4C213-A0E0-45D7-87A3-A403AA77D70F}" type="presOf" srcId="{BA9732D3-75BF-41B0-BBAE-B1002072CEC1}" destId="{1DAC0F95-AAE4-40A5-A31C-3477A157F30A}" srcOrd="0" destOrd="0" presId="urn:microsoft.com/office/officeart/2005/8/layout/default"/>
    <dgm:cxn modelId="{A85CA53F-9699-47CA-88EB-C60FF92A6A98}" srcId="{E4FB823A-3CB3-42DF-876E-6B26D32E2976}" destId="{13CE286F-8727-4033-885C-F1E231A5CFDF}" srcOrd="1" destOrd="0" parTransId="{07765FD3-4D4D-4DA3-831C-F68527B46DD2}" sibTransId="{5A918C63-1E2C-43F4-B171-286600B107A4}"/>
    <dgm:cxn modelId="{7FFDCB62-6489-46E5-88F4-C99793597B1E}" srcId="{E4FB823A-3CB3-42DF-876E-6B26D32E2976}" destId="{BA9732D3-75BF-41B0-BBAE-B1002072CEC1}" srcOrd="0" destOrd="0" parTransId="{B56D1EF4-0A36-4248-BD8C-A55C7101C211}" sibTransId="{08A2A309-7121-4FD9-BF9A-DC52D6970167}"/>
    <dgm:cxn modelId="{62939348-530A-4816-847F-CED35DCF2F3B}" type="presOf" srcId="{13CE286F-8727-4033-885C-F1E231A5CFDF}" destId="{4F4823A9-996B-43DD-AFD2-847531481A6F}" srcOrd="0" destOrd="0" presId="urn:microsoft.com/office/officeart/2005/8/layout/default"/>
    <dgm:cxn modelId="{DE40E382-A253-4F36-83E6-644B9B5D5EF3}" type="presOf" srcId="{17622980-4E61-49EC-8B21-EEFCFB79CBBE}" destId="{56E85DFE-F1EB-4C96-91A5-9D31AF2B243B}" srcOrd="0" destOrd="0" presId="urn:microsoft.com/office/officeart/2005/8/layout/default"/>
    <dgm:cxn modelId="{597F6296-BFFE-438C-863A-D91CAE270021}" type="presOf" srcId="{E4FB823A-3CB3-42DF-876E-6B26D32E2976}" destId="{8FE498FC-5FD5-4CBE-A0EB-1357C6BA6CB5}" srcOrd="0" destOrd="0" presId="urn:microsoft.com/office/officeart/2005/8/layout/default"/>
    <dgm:cxn modelId="{800ABB99-994C-4389-8BEA-592C5C3434E8}" type="presOf" srcId="{C6F9CA8A-5668-45A6-8D99-EA71F665F914}" destId="{EC9D3B54-AA57-43CF-8634-19AC1D7EBC0E}" srcOrd="0" destOrd="0" presId="urn:microsoft.com/office/officeart/2005/8/layout/default"/>
    <dgm:cxn modelId="{D5D3329A-96E2-4C6C-B583-B2717460DDD4}" srcId="{E4FB823A-3CB3-42DF-876E-6B26D32E2976}" destId="{D387F48A-A6AC-4D13-A40F-06B83743B6C2}" srcOrd="2" destOrd="0" parTransId="{CE7A6347-1CAD-444C-8814-EC63B218BB4B}" sibTransId="{831D9C00-6A5F-4D1C-8CC1-AE53730F198D}"/>
    <dgm:cxn modelId="{8D3764E0-0DA0-4304-B66D-ED2880AB7CE3}" srcId="{E4FB823A-3CB3-42DF-876E-6B26D32E2976}" destId="{C6F9CA8A-5668-45A6-8D99-EA71F665F914}" srcOrd="3" destOrd="0" parTransId="{39B704CC-13D2-4F88-BDC9-D35FDAE40D42}" sibTransId="{BF87F3D7-0435-4E5C-A170-8B3E6D9149C8}"/>
    <dgm:cxn modelId="{7A8A1ECA-91FC-4C05-A3F6-96622DFEFA3D}" type="presParOf" srcId="{8FE498FC-5FD5-4CBE-A0EB-1357C6BA6CB5}" destId="{1DAC0F95-AAE4-40A5-A31C-3477A157F30A}" srcOrd="0" destOrd="0" presId="urn:microsoft.com/office/officeart/2005/8/layout/default"/>
    <dgm:cxn modelId="{33D061EB-1C51-4EF9-BE04-9C03DA62012C}" type="presParOf" srcId="{8FE498FC-5FD5-4CBE-A0EB-1357C6BA6CB5}" destId="{7BCDE627-B69B-48D4-AABC-54E60883249A}" srcOrd="1" destOrd="0" presId="urn:microsoft.com/office/officeart/2005/8/layout/default"/>
    <dgm:cxn modelId="{F7535628-019F-477C-B395-B6BC3AD651F0}" type="presParOf" srcId="{8FE498FC-5FD5-4CBE-A0EB-1357C6BA6CB5}" destId="{4F4823A9-996B-43DD-AFD2-847531481A6F}" srcOrd="2" destOrd="0" presId="urn:microsoft.com/office/officeart/2005/8/layout/default"/>
    <dgm:cxn modelId="{2CA91305-96DA-440C-9A4E-15DD0C6AD395}" type="presParOf" srcId="{8FE498FC-5FD5-4CBE-A0EB-1357C6BA6CB5}" destId="{B019A25E-E23F-47F8-8010-C85E32FF1969}" srcOrd="3" destOrd="0" presId="urn:microsoft.com/office/officeart/2005/8/layout/default"/>
    <dgm:cxn modelId="{F54B7708-C74D-4204-83A3-E629D528C9AE}" type="presParOf" srcId="{8FE498FC-5FD5-4CBE-A0EB-1357C6BA6CB5}" destId="{58654AA3-EA79-4DFD-9A50-4ADDC0DA36DA}" srcOrd="4" destOrd="0" presId="urn:microsoft.com/office/officeart/2005/8/layout/default"/>
    <dgm:cxn modelId="{2CB0A3CA-A567-4874-A989-94CB73CFEC91}" type="presParOf" srcId="{8FE498FC-5FD5-4CBE-A0EB-1357C6BA6CB5}" destId="{30011429-E78E-4871-9F95-3422C4B6B24B}" srcOrd="5" destOrd="0" presId="urn:microsoft.com/office/officeart/2005/8/layout/default"/>
    <dgm:cxn modelId="{A78529A7-2B57-40E2-B8C1-CD92D15AA435}" type="presParOf" srcId="{8FE498FC-5FD5-4CBE-A0EB-1357C6BA6CB5}" destId="{EC9D3B54-AA57-43CF-8634-19AC1D7EBC0E}" srcOrd="6" destOrd="0" presId="urn:microsoft.com/office/officeart/2005/8/layout/default"/>
    <dgm:cxn modelId="{A52B40AB-A268-4898-841E-DD371C179BF8}" type="presParOf" srcId="{8FE498FC-5FD5-4CBE-A0EB-1357C6BA6CB5}" destId="{B04F57DE-4DC1-4B5E-AD41-15C764946CB1}" srcOrd="7" destOrd="0" presId="urn:microsoft.com/office/officeart/2005/8/layout/default"/>
    <dgm:cxn modelId="{E5F75AE0-31B9-4D23-8AD1-9A4060376E72}" type="presParOf" srcId="{8FE498FC-5FD5-4CBE-A0EB-1357C6BA6CB5}" destId="{56E85DFE-F1EB-4C96-91A5-9D31AF2B243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4C2088-CDFB-40BC-8256-6F3E584F277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27E7846-9084-4A47-8EA4-D48BE4216274}">
      <dgm:prSet/>
      <dgm:spPr/>
      <dgm:t>
        <a:bodyPr/>
        <a:lstStyle/>
        <a:p>
          <a:r>
            <a:rPr lang="en-US"/>
            <a:t>extern int sumar(int a, int b);</a:t>
          </a:r>
        </a:p>
      </dgm:t>
    </dgm:pt>
    <dgm:pt modelId="{D7EFDDFC-7F3C-4B99-8644-D8EB0F883153}" type="parTrans" cxnId="{56F734AA-D792-451E-ABEE-B793403EF66A}">
      <dgm:prSet/>
      <dgm:spPr/>
      <dgm:t>
        <a:bodyPr/>
        <a:lstStyle/>
        <a:p>
          <a:endParaRPr lang="en-US"/>
        </a:p>
      </dgm:t>
    </dgm:pt>
    <dgm:pt modelId="{76C2194C-C14C-46D1-A9B9-685A62D7D84E}" type="sibTrans" cxnId="{56F734AA-D792-451E-ABEE-B793403EF66A}">
      <dgm:prSet/>
      <dgm:spPr/>
      <dgm:t>
        <a:bodyPr/>
        <a:lstStyle/>
        <a:p>
          <a:endParaRPr lang="en-US"/>
        </a:p>
      </dgm:t>
    </dgm:pt>
    <dgm:pt modelId="{C77E37A5-3F59-4613-B323-E5808C93D001}">
      <dgm:prSet/>
      <dgm:spPr/>
      <dgm:t>
        <a:bodyPr/>
        <a:lstStyle/>
        <a:p>
          <a:r>
            <a:rPr lang="en-US"/>
            <a:t>int main() {</a:t>
          </a:r>
        </a:p>
      </dgm:t>
    </dgm:pt>
    <dgm:pt modelId="{3DFB2421-23C5-412D-B7B4-A56260DE33CD}" type="parTrans" cxnId="{24712A30-3CCD-4C45-A41E-2DBE5D92623C}">
      <dgm:prSet/>
      <dgm:spPr/>
      <dgm:t>
        <a:bodyPr/>
        <a:lstStyle/>
        <a:p>
          <a:endParaRPr lang="en-US"/>
        </a:p>
      </dgm:t>
    </dgm:pt>
    <dgm:pt modelId="{053AA080-1CF3-4F4F-9407-AABEC016D3E1}" type="sibTrans" cxnId="{24712A30-3CCD-4C45-A41E-2DBE5D92623C}">
      <dgm:prSet/>
      <dgm:spPr/>
      <dgm:t>
        <a:bodyPr/>
        <a:lstStyle/>
        <a:p>
          <a:endParaRPr lang="en-US"/>
        </a:p>
      </dgm:t>
    </dgm:pt>
    <dgm:pt modelId="{4656C0D7-E209-4AB9-93B8-0FF6569DFEBD}">
      <dgm:prSet/>
      <dgm:spPr/>
      <dgm:t>
        <a:bodyPr/>
        <a:lstStyle/>
        <a:p>
          <a:r>
            <a:rPr lang="en-US"/>
            <a:t>int r = sumar(2,3);</a:t>
          </a:r>
        </a:p>
      </dgm:t>
    </dgm:pt>
    <dgm:pt modelId="{AE48CBA6-814F-4220-AD50-52E213201EAE}" type="parTrans" cxnId="{56EA8B0D-69CE-456D-B581-6A799DF81342}">
      <dgm:prSet/>
      <dgm:spPr/>
      <dgm:t>
        <a:bodyPr/>
        <a:lstStyle/>
        <a:p>
          <a:endParaRPr lang="en-US"/>
        </a:p>
      </dgm:t>
    </dgm:pt>
    <dgm:pt modelId="{AACB525F-503F-4DA9-AB20-2BCF6A34F0DD}" type="sibTrans" cxnId="{56EA8B0D-69CE-456D-B581-6A799DF81342}">
      <dgm:prSet/>
      <dgm:spPr/>
      <dgm:t>
        <a:bodyPr/>
        <a:lstStyle/>
        <a:p>
          <a:endParaRPr lang="en-US"/>
        </a:p>
      </dgm:t>
    </dgm:pt>
    <dgm:pt modelId="{7E4B8265-9423-47F3-921E-B0B8D75D7649}">
      <dgm:prSet/>
      <dgm:spPr/>
      <dgm:t>
        <a:bodyPr/>
        <a:lstStyle/>
        <a:p>
          <a:r>
            <a:rPr lang="en-US"/>
            <a:t>return 0;</a:t>
          </a:r>
        </a:p>
      </dgm:t>
    </dgm:pt>
    <dgm:pt modelId="{ACB05169-E39F-426C-8144-8F7C55E7786B}" type="parTrans" cxnId="{A50DEF9D-F280-4C75-9696-C4C697C83C69}">
      <dgm:prSet/>
      <dgm:spPr/>
      <dgm:t>
        <a:bodyPr/>
        <a:lstStyle/>
        <a:p>
          <a:endParaRPr lang="en-US"/>
        </a:p>
      </dgm:t>
    </dgm:pt>
    <dgm:pt modelId="{1FB4E124-0A1E-4329-8619-F4113350F213}" type="sibTrans" cxnId="{A50DEF9D-F280-4C75-9696-C4C697C83C69}">
      <dgm:prSet/>
      <dgm:spPr/>
      <dgm:t>
        <a:bodyPr/>
        <a:lstStyle/>
        <a:p>
          <a:endParaRPr lang="en-US"/>
        </a:p>
      </dgm:t>
    </dgm:pt>
    <dgm:pt modelId="{E8B46DE5-19BC-4CDD-B1D0-BB765B8493C3}">
      <dgm:prSet/>
      <dgm:spPr/>
      <dgm:t>
        <a:bodyPr/>
        <a:lstStyle/>
        <a:p>
          <a:r>
            <a:rPr lang="en-US"/>
            <a:t>}</a:t>
          </a:r>
        </a:p>
      </dgm:t>
    </dgm:pt>
    <dgm:pt modelId="{258ED11E-9A44-4666-80C1-87CDF5C75162}" type="parTrans" cxnId="{D5C09F1C-7BB5-42C8-A7FF-AF47CC5B4140}">
      <dgm:prSet/>
      <dgm:spPr/>
      <dgm:t>
        <a:bodyPr/>
        <a:lstStyle/>
        <a:p>
          <a:endParaRPr lang="en-US"/>
        </a:p>
      </dgm:t>
    </dgm:pt>
    <dgm:pt modelId="{F2B1A46D-CEBF-4D29-A0F9-235FC36DBFE1}" type="sibTrans" cxnId="{D5C09F1C-7BB5-42C8-A7FF-AF47CC5B4140}">
      <dgm:prSet/>
      <dgm:spPr/>
      <dgm:t>
        <a:bodyPr/>
        <a:lstStyle/>
        <a:p>
          <a:endParaRPr lang="en-US"/>
        </a:p>
      </dgm:t>
    </dgm:pt>
    <dgm:pt modelId="{9D372556-28BF-472C-8C3B-D42F45F845E4}">
      <dgm:prSet/>
      <dgm:spPr/>
      <dgm:t>
        <a:bodyPr/>
        <a:lstStyle/>
        <a:p>
          <a:r>
            <a:rPr lang="en-US"/>
            <a:t>sumar:</a:t>
          </a:r>
        </a:p>
      </dgm:t>
    </dgm:pt>
    <dgm:pt modelId="{BEE1588E-93BD-481E-891D-5D9A9E097102}" type="parTrans" cxnId="{13C5158F-1E4A-4223-B2C4-04DA4019E6C3}">
      <dgm:prSet/>
      <dgm:spPr/>
      <dgm:t>
        <a:bodyPr/>
        <a:lstStyle/>
        <a:p>
          <a:endParaRPr lang="en-US"/>
        </a:p>
      </dgm:t>
    </dgm:pt>
    <dgm:pt modelId="{483EC39E-F4D9-4EFC-BC50-350927B04741}" type="sibTrans" cxnId="{13C5158F-1E4A-4223-B2C4-04DA4019E6C3}">
      <dgm:prSet/>
      <dgm:spPr/>
      <dgm:t>
        <a:bodyPr/>
        <a:lstStyle/>
        <a:p>
          <a:endParaRPr lang="en-US"/>
        </a:p>
      </dgm:t>
    </dgm:pt>
    <dgm:pt modelId="{E4CE0812-F0C8-444A-B17B-AAB63FAF4082}">
      <dgm:prSet/>
      <dgm:spPr/>
      <dgm:t>
        <a:bodyPr/>
        <a:lstStyle/>
        <a:p>
          <a:r>
            <a:rPr lang="en-US"/>
            <a:t>ADD w0, w0, w1</a:t>
          </a:r>
        </a:p>
      </dgm:t>
    </dgm:pt>
    <dgm:pt modelId="{3EEFF111-E971-4BDD-AD8A-8500EC5AB6C9}" type="parTrans" cxnId="{0C9F9C3F-B569-4CC8-BE38-59BE44DC6F9B}">
      <dgm:prSet/>
      <dgm:spPr/>
      <dgm:t>
        <a:bodyPr/>
        <a:lstStyle/>
        <a:p>
          <a:endParaRPr lang="en-US"/>
        </a:p>
      </dgm:t>
    </dgm:pt>
    <dgm:pt modelId="{FB7A4FAB-17DA-4ADE-AED3-C3B315B94D36}" type="sibTrans" cxnId="{0C9F9C3F-B569-4CC8-BE38-59BE44DC6F9B}">
      <dgm:prSet/>
      <dgm:spPr/>
      <dgm:t>
        <a:bodyPr/>
        <a:lstStyle/>
        <a:p>
          <a:endParaRPr lang="en-US"/>
        </a:p>
      </dgm:t>
    </dgm:pt>
    <dgm:pt modelId="{8A3EC875-2DA2-4A0F-B295-693A14321FAA}">
      <dgm:prSet/>
      <dgm:spPr/>
      <dgm:t>
        <a:bodyPr/>
        <a:lstStyle/>
        <a:p>
          <a:r>
            <a:rPr lang="en-US"/>
            <a:t>RET</a:t>
          </a:r>
        </a:p>
      </dgm:t>
    </dgm:pt>
    <dgm:pt modelId="{21A82B69-044D-46D6-B591-CF4EB755B443}" type="parTrans" cxnId="{E0D263F9-9858-43F4-A5CF-43C294533F35}">
      <dgm:prSet/>
      <dgm:spPr/>
      <dgm:t>
        <a:bodyPr/>
        <a:lstStyle/>
        <a:p>
          <a:endParaRPr lang="en-US"/>
        </a:p>
      </dgm:t>
    </dgm:pt>
    <dgm:pt modelId="{59C8E81C-4106-43E5-A2C7-DAEF3E01C196}" type="sibTrans" cxnId="{E0D263F9-9858-43F4-A5CF-43C294533F35}">
      <dgm:prSet/>
      <dgm:spPr/>
      <dgm:t>
        <a:bodyPr/>
        <a:lstStyle/>
        <a:p>
          <a:endParaRPr lang="en-US"/>
        </a:p>
      </dgm:t>
    </dgm:pt>
    <dgm:pt modelId="{2DB0006D-2954-458B-93C6-5D78DF4791C0}" type="pres">
      <dgm:prSet presAssocID="{094C2088-CDFB-40BC-8256-6F3E584F2775}" presName="linear" presStyleCnt="0">
        <dgm:presLayoutVars>
          <dgm:animLvl val="lvl"/>
          <dgm:resizeHandles val="exact"/>
        </dgm:presLayoutVars>
      </dgm:prSet>
      <dgm:spPr/>
    </dgm:pt>
    <dgm:pt modelId="{58E538FB-1ADF-47CF-A1FE-11B5EAB8670E}" type="pres">
      <dgm:prSet presAssocID="{A27E7846-9084-4A47-8EA4-D48BE4216274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DE3984FF-AAB0-49CC-B5CE-66CD83E3294C}" type="pres">
      <dgm:prSet presAssocID="{76C2194C-C14C-46D1-A9B9-685A62D7D84E}" presName="spacer" presStyleCnt="0"/>
      <dgm:spPr/>
    </dgm:pt>
    <dgm:pt modelId="{EBFFD9AE-49C9-48A9-A0D9-DA9C376554C7}" type="pres">
      <dgm:prSet presAssocID="{C77E37A5-3F59-4613-B323-E5808C93D001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09B770D7-EA63-41F0-AC0C-277603B87EE3}" type="pres">
      <dgm:prSet presAssocID="{053AA080-1CF3-4F4F-9407-AABEC016D3E1}" presName="spacer" presStyleCnt="0"/>
      <dgm:spPr/>
    </dgm:pt>
    <dgm:pt modelId="{C8477E1D-FC4E-44B1-891C-DF347D7BE9D9}" type="pres">
      <dgm:prSet presAssocID="{4656C0D7-E209-4AB9-93B8-0FF6569DFEBD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8B6AD786-A283-4AC1-B836-030643C908B6}" type="pres">
      <dgm:prSet presAssocID="{AACB525F-503F-4DA9-AB20-2BCF6A34F0DD}" presName="spacer" presStyleCnt="0"/>
      <dgm:spPr/>
    </dgm:pt>
    <dgm:pt modelId="{E8D422A2-249C-4E90-BF8C-D96AA0AFFA00}" type="pres">
      <dgm:prSet presAssocID="{7E4B8265-9423-47F3-921E-B0B8D75D7649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CFC9FD5B-8E54-4142-B643-9D534EC63773}" type="pres">
      <dgm:prSet presAssocID="{1FB4E124-0A1E-4329-8619-F4113350F213}" presName="spacer" presStyleCnt="0"/>
      <dgm:spPr/>
    </dgm:pt>
    <dgm:pt modelId="{2B2C42DF-4DF3-43DE-8144-A88EADA8E79B}" type="pres">
      <dgm:prSet presAssocID="{E8B46DE5-19BC-4CDD-B1D0-BB765B8493C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920FED7F-DDD0-4EB0-A2A8-C22EE44ECBB5}" type="pres">
      <dgm:prSet presAssocID="{F2B1A46D-CEBF-4D29-A0F9-235FC36DBFE1}" presName="spacer" presStyleCnt="0"/>
      <dgm:spPr/>
    </dgm:pt>
    <dgm:pt modelId="{9899FA3E-9BFF-4457-B442-7ABE356EC57B}" type="pres">
      <dgm:prSet presAssocID="{9D372556-28BF-472C-8C3B-D42F45F845E4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54BF2D25-F6F3-48E3-A7FF-0A9AB84F0121}" type="pres">
      <dgm:prSet presAssocID="{483EC39E-F4D9-4EFC-BC50-350927B04741}" presName="spacer" presStyleCnt="0"/>
      <dgm:spPr/>
    </dgm:pt>
    <dgm:pt modelId="{6EED933B-948B-4161-A2FB-6B4CC79B6F20}" type="pres">
      <dgm:prSet presAssocID="{E4CE0812-F0C8-444A-B17B-AAB63FAF4082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5A84C492-5942-4B5A-AD01-82C836482041}" type="pres">
      <dgm:prSet presAssocID="{FB7A4FAB-17DA-4ADE-AED3-C3B315B94D36}" presName="spacer" presStyleCnt="0"/>
      <dgm:spPr/>
    </dgm:pt>
    <dgm:pt modelId="{A4B3525F-24C6-4158-8625-410F9CEC88A2}" type="pres">
      <dgm:prSet presAssocID="{8A3EC875-2DA2-4A0F-B295-693A14321FAA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6EA8B0D-69CE-456D-B581-6A799DF81342}" srcId="{094C2088-CDFB-40BC-8256-6F3E584F2775}" destId="{4656C0D7-E209-4AB9-93B8-0FF6569DFEBD}" srcOrd="2" destOrd="0" parTransId="{AE48CBA6-814F-4220-AD50-52E213201EAE}" sibTransId="{AACB525F-503F-4DA9-AB20-2BCF6A34F0DD}"/>
    <dgm:cxn modelId="{C0A1F117-1721-4931-AEB4-2E0C2240F057}" type="presOf" srcId="{A27E7846-9084-4A47-8EA4-D48BE4216274}" destId="{58E538FB-1ADF-47CF-A1FE-11B5EAB8670E}" srcOrd="0" destOrd="0" presId="urn:microsoft.com/office/officeart/2005/8/layout/vList2"/>
    <dgm:cxn modelId="{D5C09F1C-7BB5-42C8-A7FF-AF47CC5B4140}" srcId="{094C2088-CDFB-40BC-8256-6F3E584F2775}" destId="{E8B46DE5-19BC-4CDD-B1D0-BB765B8493C3}" srcOrd="4" destOrd="0" parTransId="{258ED11E-9A44-4666-80C1-87CDF5C75162}" sibTransId="{F2B1A46D-CEBF-4D29-A0F9-235FC36DBFE1}"/>
    <dgm:cxn modelId="{B930A824-A33A-4941-AB64-E921DCBFF251}" type="presOf" srcId="{4656C0D7-E209-4AB9-93B8-0FF6569DFEBD}" destId="{C8477E1D-FC4E-44B1-891C-DF347D7BE9D9}" srcOrd="0" destOrd="0" presId="urn:microsoft.com/office/officeart/2005/8/layout/vList2"/>
    <dgm:cxn modelId="{24712A30-3CCD-4C45-A41E-2DBE5D92623C}" srcId="{094C2088-CDFB-40BC-8256-6F3E584F2775}" destId="{C77E37A5-3F59-4613-B323-E5808C93D001}" srcOrd="1" destOrd="0" parTransId="{3DFB2421-23C5-412D-B7B4-A56260DE33CD}" sibTransId="{053AA080-1CF3-4F4F-9407-AABEC016D3E1}"/>
    <dgm:cxn modelId="{82688A37-9B5C-42FE-9AA3-D943E968418C}" type="presOf" srcId="{9D372556-28BF-472C-8C3B-D42F45F845E4}" destId="{9899FA3E-9BFF-4457-B442-7ABE356EC57B}" srcOrd="0" destOrd="0" presId="urn:microsoft.com/office/officeart/2005/8/layout/vList2"/>
    <dgm:cxn modelId="{0C9F9C3F-B569-4CC8-BE38-59BE44DC6F9B}" srcId="{094C2088-CDFB-40BC-8256-6F3E584F2775}" destId="{E4CE0812-F0C8-444A-B17B-AAB63FAF4082}" srcOrd="6" destOrd="0" parTransId="{3EEFF111-E971-4BDD-AD8A-8500EC5AB6C9}" sibTransId="{FB7A4FAB-17DA-4ADE-AED3-C3B315B94D36}"/>
    <dgm:cxn modelId="{A58AB879-9F87-4B7A-AD88-D353A528A6A6}" type="presOf" srcId="{8A3EC875-2DA2-4A0F-B295-693A14321FAA}" destId="{A4B3525F-24C6-4158-8625-410F9CEC88A2}" srcOrd="0" destOrd="0" presId="urn:microsoft.com/office/officeart/2005/8/layout/vList2"/>
    <dgm:cxn modelId="{269C1280-40B2-4FDE-921D-75039976E9E2}" type="presOf" srcId="{E8B46DE5-19BC-4CDD-B1D0-BB765B8493C3}" destId="{2B2C42DF-4DF3-43DE-8144-A88EADA8E79B}" srcOrd="0" destOrd="0" presId="urn:microsoft.com/office/officeart/2005/8/layout/vList2"/>
    <dgm:cxn modelId="{00CB7C83-3C87-40BB-A677-6867E1701E4B}" type="presOf" srcId="{7E4B8265-9423-47F3-921E-B0B8D75D7649}" destId="{E8D422A2-249C-4E90-BF8C-D96AA0AFFA00}" srcOrd="0" destOrd="0" presId="urn:microsoft.com/office/officeart/2005/8/layout/vList2"/>
    <dgm:cxn modelId="{13C5158F-1E4A-4223-B2C4-04DA4019E6C3}" srcId="{094C2088-CDFB-40BC-8256-6F3E584F2775}" destId="{9D372556-28BF-472C-8C3B-D42F45F845E4}" srcOrd="5" destOrd="0" parTransId="{BEE1588E-93BD-481E-891D-5D9A9E097102}" sibTransId="{483EC39E-F4D9-4EFC-BC50-350927B04741}"/>
    <dgm:cxn modelId="{1CF92B94-C3A2-4289-8EB1-9CA2EC94044A}" type="presOf" srcId="{C77E37A5-3F59-4613-B323-E5808C93D001}" destId="{EBFFD9AE-49C9-48A9-A0D9-DA9C376554C7}" srcOrd="0" destOrd="0" presId="urn:microsoft.com/office/officeart/2005/8/layout/vList2"/>
    <dgm:cxn modelId="{8B34569D-A1E6-4FCC-BB96-9B674DDAF7F9}" type="presOf" srcId="{094C2088-CDFB-40BC-8256-6F3E584F2775}" destId="{2DB0006D-2954-458B-93C6-5D78DF4791C0}" srcOrd="0" destOrd="0" presId="urn:microsoft.com/office/officeart/2005/8/layout/vList2"/>
    <dgm:cxn modelId="{A50DEF9D-F280-4C75-9696-C4C697C83C69}" srcId="{094C2088-CDFB-40BC-8256-6F3E584F2775}" destId="{7E4B8265-9423-47F3-921E-B0B8D75D7649}" srcOrd="3" destOrd="0" parTransId="{ACB05169-E39F-426C-8144-8F7C55E7786B}" sibTransId="{1FB4E124-0A1E-4329-8619-F4113350F213}"/>
    <dgm:cxn modelId="{56F734AA-D792-451E-ABEE-B793403EF66A}" srcId="{094C2088-CDFB-40BC-8256-6F3E584F2775}" destId="{A27E7846-9084-4A47-8EA4-D48BE4216274}" srcOrd="0" destOrd="0" parTransId="{D7EFDDFC-7F3C-4B99-8644-D8EB0F883153}" sibTransId="{76C2194C-C14C-46D1-A9B9-685A62D7D84E}"/>
    <dgm:cxn modelId="{E0D263F9-9858-43F4-A5CF-43C294533F35}" srcId="{094C2088-CDFB-40BC-8256-6F3E584F2775}" destId="{8A3EC875-2DA2-4A0F-B295-693A14321FAA}" srcOrd="7" destOrd="0" parTransId="{21A82B69-044D-46D6-B591-CF4EB755B443}" sibTransId="{59C8E81C-4106-43E5-A2C7-DAEF3E01C196}"/>
    <dgm:cxn modelId="{8ABA5EFE-9ECF-4C0B-A8E5-A22174086F6F}" type="presOf" srcId="{E4CE0812-F0C8-444A-B17B-AAB63FAF4082}" destId="{6EED933B-948B-4161-A2FB-6B4CC79B6F20}" srcOrd="0" destOrd="0" presId="urn:microsoft.com/office/officeart/2005/8/layout/vList2"/>
    <dgm:cxn modelId="{C0E7BC67-C2A7-42EF-8051-4540D555EF6D}" type="presParOf" srcId="{2DB0006D-2954-458B-93C6-5D78DF4791C0}" destId="{58E538FB-1ADF-47CF-A1FE-11B5EAB8670E}" srcOrd="0" destOrd="0" presId="urn:microsoft.com/office/officeart/2005/8/layout/vList2"/>
    <dgm:cxn modelId="{94880565-5C84-4B2A-9F30-34CC1522A7CB}" type="presParOf" srcId="{2DB0006D-2954-458B-93C6-5D78DF4791C0}" destId="{DE3984FF-AAB0-49CC-B5CE-66CD83E3294C}" srcOrd="1" destOrd="0" presId="urn:microsoft.com/office/officeart/2005/8/layout/vList2"/>
    <dgm:cxn modelId="{1208EE97-D4D3-4B9F-B5CB-CC789577A1C8}" type="presParOf" srcId="{2DB0006D-2954-458B-93C6-5D78DF4791C0}" destId="{EBFFD9AE-49C9-48A9-A0D9-DA9C376554C7}" srcOrd="2" destOrd="0" presId="urn:microsoft.com/office/officeart/2005/8/layout/vList2"/>
    <dgm:cxn modelId="{F47B46D9-E00F-416D-8826-C1B427D1DE6B}" type="presParOf" srcId="{2DB0006D-2954-458B-93C6-5D78DF4791C0}" destId="{09B770D7-EA63-41F0-AC0C-277603B87EE3}" srcOrd="3" destOrd="0" presId="urn:microsoft.com/office/officeart/2005/8/layout/vList2"/>
    <dgm:cxn modelId="{A33867B2-98C3-4551-B149-0E962A698F3F}" type="presParOf" srcId="{2DB0006D-2954-458B-93C6-5D78DF4791C0}" destId="{C8477E1D-FC4E-44B1-891C-DF347D7BE9D9}" srcOrd="4" destOrd="0" presId="urn:microsoft.com/office/officeart/2005/8/layout/vList2"/>
    <dgm:cxn modelId="{51C57F70-DFF2-4C8C-A025-D1BF67716D27}" type="presParOf" srcId="{2DB0006D-2954-458B-93C6-5D78DF4791C0}" destId="{8B6AD786-A283-4AC1-B836-030643C908B6}" srcOrd="5" destOrd="0" presId="urn:microsoft.com/office/officeart/2005/8/layout/vList2"/>
    <dgm:cxn modelId="{5D5CC8E7-EC8D-4809-A2D3-97B097911231}" type="presParOf" srcId="{2DB0006D-2954-458B-93C6-5D78DF4791C0}" destId="{E8D422A2-249C-4E90-BF8C-D96AA0AFFA00}" srcOrd="6" destOrd="0" presId="urn:microsoft.com/office/officeart/2005/8/layout/vList2"/>
    <dgm:cxn modelId="{2909E178-C625-4C6F-BF80-9767DF40BC42}" type="presParOf" srcId="{2DB0006D-2954-458B-93C6-5D78DF4791C0}" destId="{CFC9FD5B-8E54-4142-B643-9D534EC63773}" srcOrd="7" destOrd="0" presId="urn:microsoft.com/office/officeart/2005/8/layout/vList2"/>
    <dgm:cxn modelId="{CA023FD3-A685-4950-8F57-052000BB8215}" type="presParOf" srcId="{2DB0006D-2954-458B-93C6-5D78DF4791C0}" destId="{2B2C42DF-4DF3-43DE-8144-A88EADA8E79B}" srcOrd="8" destOrd="0" presId="urn:microsoft.com/office/officeart/2005/8/layout/vList2"/>
    <dgm:cxn modelId="{EEF5E951-4A63-4F62-8958-381F25442318}" type="presParOf" srcId="{2DB0006D-2954-458B-93C6-5D78DF4791C0}" destId="{920FED7F-DDD0-4EB0-A2A8-C22EE44ECBB5}" srcOrd="9" destOrd="0" presId="urn:microsoft.com/office/officeart/2005/8/layout/vList2"/>
    <dgm:cxn modelId="{1CDE6036-07CA-44C2-A041-DA2ABD00E0EE}" type="presParOf" srcId="{2DB0006D-2954-458B-93C6-5D78DF4791C0}" destId="{9899FA3E-9BFF-4457-B442-7ABE356EC57B}" srcOrd="10" destOrd="0" presId="urn:microsoft.com/office/officeart/2005/8/layout/vList2"/>
    <dgm:cxn modelId="{072F9D9B-99B0-4A38-AAA3-5FC4CFDA64AB}" type="presParOf" srcId="{2DB0006D-2954-458B-93C6-5D78DF4791C0}" destId="{54BF2D25-F6F3-48E3-A7FF-0A9AB84F0121}" srcOrd="11" destOrd="0" presId="urn:microsoft.com/office/officeart/2005/8/layout/vList2"/>
    <dgm:cxn modelId="{852AD9A1-8A15-488A-B8DF-4EE4AC2E9245}" type="presParOf" srcId="{2DB0006D-2954-458B-93C6-5D78DF4791C0}" destId="{6EED933B-948B-4161-A2FB-6B4CC79B6F20}" srcOrd="12" destOrd="0" presId="urn:microsoft.com/office/officeart/2005/8/layout/vList2"/>
    <dgm:cxn modelId="{4B947C6C-8725-4AA3-A677-BD8B56E466E0}" type="presParOf" srcId="{2DB0006D-2954-458B-93C6-5D78DF4791C0}" destId="{5A84C492-5942-4B5A-AD01-82C836482041}" srcOrd="13" destOrd="0" presId="urn:microsoft.com/office/officeart/2005/8/layout/vList2"/>
    <dgm:cxn modelId="{D0F6040C-5255-40A6-86C9-7493799F1C54}" type="presParOf" srcId="{2DB0006D-2954-458B-93C6-5D78DF4791C0}" destId="{A4B3525F-24C6-4158-8625-410F9CEC88A2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46AD11-C22E-4E99-A760-88026EC6F163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215B05B-7AA1-4FCD-B183-D98A87E0D9B9}">
      <dgm:prSet/>
      <dgm:spPr/>
      <dgm:t>
        <a:bodyPr/>
        <a:lstStyle/>
        <a:p>
          <a:r>
            <a:rPr lang="en-US"/>
            <a:t>aarch64-linux-gnu-gcc -c main.c -o main.o</a:t>
          </a:r>
        </a:p>
      </dgm:t>
    </dgm:pt>
    <dgm:pt modelId="{CC7B138F-F2A1-469F-8674-4DD190E05A88}" type="parTrans" cxnId="{EACA2EC3-B485-461F-B15B-58AFFED2C12C}">
      <dgm:prSet/>
      <dgm:spPr/>
      <dgm:t>
        <a:bodyPr/>
        <a:lstStyle/>
        <a:p>
          <a:endParaRPr lang="en-US"/>
        </a:p>
      </dgm:t>
    </dgm:pt>
    <dgm:pt modelId="{09F2DDB8-45F8-4329-A73C-E5858F0C76FC}" type="sibTrans" cxnId="{EACA2EC3-B485-461F-B15B-58AFFED2C12C}">
      <dgm:prSet/>
      <dgm:spPr/>
      <dgm:t>
        <a:bodyPr/>
        <a:lstStyle/>
        <a:p>
          <a:endParaRPr lang="en-US"/>
        </a:p>
      </dgm:t>
    </dgm:pt>
    <dgm:pt modelId="{EB4C67B6-10F2-48F5-8EBA-EB6210CD900E}">
      <dgm:prSet/>
      <dgm:spPr/>
      <dgm:t>
        <a:bodyPr/>
        <a:lstStyle/>
        <a:p>
          <a:r>
            <a:rPr lang="en-US"/>
            <a:t>aarch64-linux-gnu-as suma.S -o suma.o</a:t>
          </a:r>
        </a:p>
      </dgm:t>
    </dgm:pt>
    <dgm:pt modelId="{65801C18-1D24-450C-AB62-C5440FF62685}" type="parTrans" cxnId="{0BC3C128-9A1F-4E04-9C44-2FC079667316}">
      <dgm:prSet/>
      <dgm:spPr/>
      <dgm:t>
        <a:bodyPr/>
        <a:lstStyle/>
        <a:p>
          <a:endParaRPr lang="en-US"/>
        </a:p>
      </dgm:t>
    </dgm:pt>
    <dgm:pt modelId="{70C618D4-14D1-476B-B1E0-33E08D528C7D}" type="sibTrans" cxnId="{0BC3C128-9A1F-4E04-9C44-2FC079667316}">
      <dgm:prSet/>
      <dgm:spPr/>
      <dgm:t>
        <a:bodyPr/>
        <a:lstStyle/>
        <a:p>
          <a:endParaRPr lang="en-US"/>
        </a:p>
      </dgm:t>
    </dgm:pt>
    <dgm:pt modelId="{005FC8C9-294F-47D7-8E13-9901E6CB44BE}">
      <dgm:prSet/>
      <dgm:spPr/>
      <dgm:t>
        <a:bodyPr/>
        <a:lstStyle/>
        <a:p>
          <a:r>
            <a:rPr lang="en-US"/>
            <a:t>aarch64-linux-gnu-ld main.o suma.o -o programa</a:t>
          </a:r>
        </a:p>
      </dgm:t>
    </dgm:pt>
    <dgm:pt modelId="{46BF0989-53FA-49ED-ADF5-726DEED6EE2D}" type="parTrans" cxnId="{9D017789-4437-4DDE-B47F-091262666077}">
      <dgm:prSet/>
      <dgm:spPr/>
      <dgm:t>
        <a:bodyPr/>
        <a:lstStyle/>
        <a:p>
          <a:endParaRPr lang="en-US"/>
        </a:p>
      </dgm:t>
    </dgm:pt>
    <dgm:pt modelId="{214A5BA3-7487-4163-8206-33FD83DA810D}" type="sibTrans" cxnId="{9D017789-4437-4DDE-B47F-091262666077}">
      <dgm:prSet/>
      <dgm:spPr/>
      <dgm:t>
        <a:bodyPr/>
        <a:lstStyle/>
        <a:p>
          <a:endParaRPr lang="en-US"/>
        </a:p>
      </dgm:t>
    </dgm:pt>
    <dgm:pt modelId="{283C3DC6-B2E4-4241-A4CC-2CA6EBB0EA6D}" type="pres">
      <dgm:prSet presAssocID="{1946AD11-C22E-4E99-A760-88026EC6F163}" presName="Name0" presStyleCnt="0">
        <dgm:presLayoutVars>
          <dgm:dir/>
          <dgm:animLvl val="lvl"/>
          <dgm:resizeHandles val="exact"/>
        </dgm:presLayoutVars>
      </dgm:prSet>
      <dgm:spPr/>
    </dgm:pt>
    <dgm:pt modelId="{18B3C0B5-4E79-437D-A563-F254B1C9F99D}" type="pres">
      <dgm:prSet presAssocID="{005FC8C9-294F-47D7-8E13-9901E6CB44BE}" presName="boxAndChildren" presStyleCnt="0"/>
      <dgm:spPr/>
    </dgm:pt>
    <dgm:pt modelId="{BA16E60E-0BFC-4E4A-86A8-11BEE63220A5}" type="pres">
      <dgm:prSet presAssocID="{005FC8C9-294F-47D7-8E13-9901E6CB44BE}" presName="parentTextBox" presStyleLbl="node1" presStyleIdx="0" presStyleCnt="3"/>
      <dgm:spPr/>
    </dgm:pt>
    <dgm:pt modelId="{3F7D27EF-EFD8-4DF1-BEB3-797A462DB1C4}" type="pres">
      <dgm:prSet presAssocID="{70C618D4-14D1-476B-B1E0-33E08D528C7D}" presName="sp" presStyleCnt="0"/>
      <dgm:spPr/>
    </dgm:pt>
    <dgm:pt modelId="{A510CF60-4A4A-4649-9854-9981EA4109DE}" type="pres">
      <dgm:prSet presAssocID="{EB4C67B6-10F2-48F5-8EBA-EB6210CD900E}" presName="arrowAndChildren" presStyleCnt="0"/>
      <dgm:spPr/>
    </dgm:pt>
    <dgm:pt modelId="{FD821B32-16FE-439F-B708-503CB38929E5}" type="pres">
      <dgm:prSet presAssocID="{EB4C67B6-10F2-48F5-8EBA-EB6210CD900E}" presName="parentTextArrow" presStyleLbl="node1" presStyleIdx="1" presStyleCnt="3"/>
      <dgm:spPr/>
    </dgm:pt>
    <dgm:pt modelId="{E87C3594-EAB9-4175-A696-3F103C676A19}" type="pres">
      <dgm:prSet presAssocID="{09F2DDB8-45F8-4329-A73C-E5858F0C76FC}" presName="sp" presStyleCnt="0"/>
      <dgm:spPr/>
    </dgm:pt>
    <dgm:pt modelId="{0C2344CF-0384-48C6-922F-1838D00FB389}" type="pres">
      <dgm:prSet presAssocID="{0215B05B-7AA1-4FCD-B183-D98A87E0D9B9}" presName="arrowAndChildren" presStyleCnt="0"/>
      <dgm:spPr/>
    </dgm:pt>
    <dgm:pt modelId="{84A065F7-388C-492B-A7F5-1D855F432E13}" type="pres">
      <dgm:prSet presAssocID="{0215B05B-7AA1-4FCD-B183-D98A87E0D9B9}" presName="parentTextArrow" presStyleLbl="node1" presStyleIdx="2" presStyleCnt="3"/>
      <dgm:spPr/>
    </dgm:pt>
  </dgm:ptLst>
  <dgm:cxnLst>
    <dgm:cxn modelId="{0BC3C128-9A1F-4E04-9C44-2FC079667316}" srcId="{1946AD11-C22E-4E99-A760-88026EC6F163}" destId="{EB4C67B6-10F2-48F5-8EBA-EB6210CD900E}" srcOrd="1" destOrd="0" parTransId="{65801C18-1D24-450C-AB62-C5440FF62685}" sibTransId="{70C618D4-14D1-476B-B1E0-33E08D528C7D}"/>
    <dgm:cxn modelId="{B763FE44-7B1D-461A-AF2D-989AD5EE35F4}" type="presOf" srcId="{0215B05B-7AA1-4FCD-B183-D98A87E0D9B9}" destId="{84A065F7-388C-492B-A7F5-1D855F432E13}" srcOrd="0" destOrd="0" presId="urn:microsoft.com/office/officeart/2005/8/layout/process4"/>
    <dgm:cxn modelId="{E617AD65-3CCC-45F1-9BCC-ADCD044742CA}" type="presOf" srcId="{005FC8C9-294F-47D7-8E13-9901E6CB44BE}" destId="{BA16E60E-0BFC-4E4A-86A8-11BEE63220A5}" srcOrd="0" destOrd="0" presId="urn:microsoft.com/office/officeart/2005/8/layout/process4"/>
    <dgm:cxn modelId="{9D017789-4437-4DDE-B47F-091262666077}" srcId="{1946AD11-C22E-4E99-A760-88026EC6F163}" destId="{005FC8C9-294F-47D7-8E13-9901E6CB44BE}" srcOrd="2" destOrd="0" parTransId="{46BF0989-53FA-49ED-ADF5-726DEED6EE2D}" sibTransId="{214A5BA3-7487-4163-8206-33FD83DA810D}"/>
    <dgm:cxn modelId="{7EF0C3A1-95B8-480D-A4B4-1B6CD3E13AFD}" type="presOf" srcId="{1946AD11-C22E-4E99-A760-88026EC6F163}" destId="{283C3DC6-B2E4-4241-A4CC-2CA6EBB0EA6D}" srcOrd="0" destOrd="0" presId="urn:microsoft.com/office/officeart/2005/8/layout/process4"/>
    <dgm:cxn modelId="{EACA2EC3-B485-461F-B15B-58AFFED2C12C}" srcId="{1946AD11-C22E-4E99-A760-88026EC6F163}" destId="{0215B05B-7AA1-4FCD-B183-D98A87E0D9B9}" srcOrd="0" destOrd="0" parTransId="{CC7B138F-F2A1-469F-8674-4DD190E05A88}" sibTransId="{09F2DDB8-45F8-4329-A73C-E5858F0C76FC}"/>
    <dgm:cxn modelId="{A07429ED-86C8-400A-AC8A-2AC6844E3C56}" type="presOf" srcId="{EB4C67B6-10F2-48F5-8EBA-EB6210CD900E}" destId="{FD821B32-16FE-439F-B708-503CB38929E5}" srcOrd="0" destOrd="0" presId="urn:microsoft.com/office/officeart/2005/8/layout/process4"/>
    <dgm:cxn modelId="{59E374C7-FBC9-4CA0-900C-4860186CF9FA}" type="presParOf" srcId="{283C3DC6-B2E4-4241-A4CC-2CA6EBB0EA6D}" destId="{18B3C0B5-4E79-437D-A563-F254B1C9F99D}" srcOrd="0" destOrd="0" presId="urn:microsoft.com/office/officeart/2005/8/layout/process4"/>
    <dgm:cxn modelId="{002EE6DC-4451-48C5-A4E1-6F97F5DEBB15}" type="presParOf" srcId="{18B3C0B5-4E79-437D-A563-F254B1C9F99D}" destId="{BA16E60E-0BFC-4E4A-86A8-11BEE63220A5}" srcOrd="0" destOrd="0" presId="urn:microsoft.com/office/officeart/2005/8/layout/process4"/>
    <dgm:cxn modelId="{45D1BFF9-D6E9-46E2-A545-A6877697B9A1}" type="presParOf" srcId="{283C3DC6-B2E4-4241-A4CC-2CA6EBB0EA6D}" destId="{3F7D27EF-EFD8-4DF1-BEB3-797A462DB1C4}" srcOrd="1" destOrd="0" presId="urn:microsoft.com/office/officeart/2005/8/layout/process4"/>
    <dgm:cxn modelId="{4D67FBC1-16F1-4C20-9AB5-B9F142E0A3D5}" type="presParOf" srcId="{283C3DC6-B2E4-4241-A4CC-2CA6EBB0EA6D}" destId="{A510CF60-4A4A-4649-9854-9981EA4109DE}" srcOrd="2" destOrd="0" presId="urn:microsoft.com/office/officeart/2005/8/layout/process4"/>
    <dgm:cxn modelId="{AA99DCA9-CE39-4848-ACAF-EC497B6BD5B7}" type="presParOf" srcId="{A510CF60-4A4A-4649-9854-9981EA4109DE}" destId="{FD821B32-16FE-439F-B708-503CB38929E5}" srcOrd="0" destOrd="0" presId="urn:microsoft.com/office/officeart/2005/8/layout/process4"/>
    <dgm:cxn modelId="{560DAAF4-9F78-4FB0-9975-3D4D11F849CF}" type="presParOf" srcId="{283C3DC6-B2E4-4241-A4CC-2CA6EBB0EA6D}" destId="{E87C3594-EAB9-4175-A696-3F103C676A19}" srcOrd="3" destOrd="0" presId="urn:microsoft.com/office/officeart/2005/8/layout/process4"/>
    <dgm:cxn modelId="{5E9E6887-9A46-486F-8F1A-359ED53478BC}" type="presParOf" srcId="{283C3DC6-B2E4-4241-A4CC-2CA6EBB0EA6D}" destId="{0C2344CF-0384-48C6-922F-1838D00FB389}" srcOrd="4" destOrd="0" presId="urn:microsoft.com/office/officeart/2005/8/layout/process4"/>
    <dgm:cxn modelId="{AC349705-92A1-4231-86FA-543C78F1213A}" type="presParOf" srcId="{0C2344CF-0384-48C6-922F-1838D00FB389}" destId="{84A065F7-388C-492B-A7F5-1D855F432E1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3D1A7E5-B855-4167-B7E5-95D8176CA57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CB4468E-D32C-4083-9E6A-0DBC307CBBFA}">
      <dgm:prSet/>
      <dgm:spPr/>
      <dgm:t>
        <a:bodyPr/>
        <a:lstStyle/>
        <a:p>
          <a:pPr>
            <a:defRPr cap="all"/>
          </a:pPr>
          <a:r>
            <a:rPr lang="en-US"/>
            <a:t>• La compatibilidad ARM-C permite aprovechar la eficiencia de bajo nivel.</a:t>
          </a:r>
        </a:p>
      </dgm:t>
    </dgm:pt>
    <dgm:pt modelId="{6F239B38-280D-4923-AB12-1E0F94A91CA0}" type="parTrans" cxnId="{FAE9C9DD-E998-4958-9E76-BA09470810B7}">
      <dgm:prSet/>
      <dgm:spPr/>
      <dgm:t>
        <a:bodyPr/>
        <a:lstStyle/>
        <a:p>
          <a:endParaRPr lang="en-US"/>
        </a:p>
      </dgm:t>
    </dgm:pt>
    <dgm:pt modelId="{BB86BB55-D08A-4613-B3D5-8AAB2BEC1F51}" type="sibTrans" cxnId="{FAE9C9DD-E998-4958-9E76-BA09470810B7}">
      <dgm:prSet/>
      <dgm:spPr/>
      <dgm:t>
        <a:bodyPr/>
        <a:lstStyle/>
        <a:p>
          <a:endParaRPr lang="en-US"/>
        </a:p>
      </dgm:t>
    </dgm:pt>
    <dgm:pt modelId="{6230B8D6-1FA5-4E68-A2E3-F28BD63CDF2C}">
      <dgm:prSet/>
      <dgm:spPr/>
      <dgm:t>
        <a:bodyPr/>
        <a:lstStyle/>
        <a:p>
          <a:pPr>
            <a:defRPr cap="all"/>
          </a:pPr>
          <a:r>
            <a:rPr lang="en-US"/>
            <a:t>• La convención AAPCS asegura coherencia entre ambos lenguajes.</a:t>
          </a:r>
        </a:p>
      </dgm:t>
    </dgm:pt>
    <dgm:pt modelId="{EDED1AF1-D7F2-43A7-83A6-A1EA8B74611C}" type="parTrans" cxnId="{96D5191B-C61F-4690-9B1B-B917416E0BE6}">
      <dgm:prSet/>
      <dgm:spPr/>
      <dgm:t>
        <a:bodyPr/>
        <a:lstStyle/>
        <a:p>
          <a:endParaRPr lang="en-US"/>
        </a:p>
      </dgm:t>
    </dgm:pt>
    <dgm:pt modelId="{ACE82BAB-243C-47E8-A2A7-7E8E2685CF3E}" type="sibTrans" cxnId="{96D5191B-C61F-4690-9B1B-B917416E0BE6}">
      <dgm:prSet/>
      <dgm:spPr/>
      <dgm:t>
        <a:bodyPr/>
        <a:lstStyle/>
        <a:p>
          <a:endParaRPr lang="en-US"/>
        </a:p>
      </dgm:t>
    </dgm:pt>
    <dgm:pt modelId="{78213CE3-9371-47D8-9019-95B856A7BFF8}">
      <dgm:prSet/>
      <dgm:spPr/>
      <dgm:t>
        <a:bodyPr/>
        <a:lstStyle/>
        <a:p>
          <a:pPr>
            <a:defRPr cap="all"/>
          </a:pPr>
          <a:r>
            <a:rPr lang="en-US"/>
            <a:t>• El enlazador combina los módulos ensamblador y C en un ejecutable.</a:t>
          </a:r>
        </a:p>
      </dgm:t>
    </dgm:pt>
    <dgm:pt modelId="{E929993B-B054-4AD1-A8B1-D19EE42300D8}" type="parTrans" cxnId="{476BC208-CD6A-4A85-8134-CC45C4E87EC9}">
      <dgm:prSet/>
      <dgm:spPr/>
      <dgm:t>
        <a:bodyPr/>
        <a:lstStyle/>
        <a:p>
          <a:endParaRPr lang="en-US"/>
        </a:p>
      </dgm:t>
    </dgm:pt>
    <dgm:pt modelId="{F9152AE0-4D31-48A9-B013-13BD654D3CEA}" type="sibTrans" cxnId="{476BC208-CD6A-4A85-8134-CC45C4E87EC9}">
      <dgm:prSet/>
      <dgm:spPr/>
      <dgm:t>
        <a:bodyPr/>
        <a:lstStyle/>
        <a:p>
          <a:endParaRPr lang="en-US"/>
        </a:p>
      </dgm:t>
    </dgm:pt>
    <dgm:pt modelId="{957FD8FD-2F3D-4D94-B5D1-71154B98FEB9}" type="pres">
      <dgm:prSet presAssocID="{A3D1A7E5-B855-4167-B7E5-95D8176CA57E}" presName="root" presStyleCnt="0">
        <dgm:presLayoutVars>
          <dgm:dir/>
          <dgm:resizeHandles val="exact"/>
        </dgm:presLayoutVars>
      </dgm:prSet>
      <dgm:spPr/>
    </dgm:pt>
    <dgm:pt modelId="{E94A90FE-8AD0-454A-8F31-5C9ED1280714}" type="pres">
      <dgm:prSet presAssocID="{7CB4468E-D32C-4083-9E6A-0DBC307CBBFA}" presName="compNode" presStyleCnt="0"/>
      <dgm:spPr/>
    </dgm:pt>
    <dgm:pt modelId="{B10F4E2B-2735-4318-88D2-C30783ECF39C}" type="pres">
      <dgm:prSet presAssocID="{7CB4468E-D32C-4083-9E6A-0DBC307CBBFA}" presName="iconBgRect" presStyleLbl="bgShp" presStyleIdx="0" presStyleCnt="3"/>
      <dgm:spPr/>
    </dgm:pt>
    <dgm:pt modelId="{03BF5C1D-1DDE-44B2-B2E8-72C91EA52508}" type="pres">
      <dgm:prSet presAssocID="{7CB4468E-D32C-4083-9E6A-0DBC307CBB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s clef"/>
        </a:ext>
      </dgm:extLst>
    </dgm:pt>
    <dgm:pt modelId="{A680E103-3494-4164-B43B-B8F80B3BDF38}" type="pres">
      <dgm:prSet presAssocID="{7CB4468E-D32C-4083-9E6A-0DBC307CBBFA}" presName="spaceRect" presStyleCnt="0"/>
      <dgm:spPr/>
    </dgm:pt>
    <dgm:pt modelId="{98A62F00-11C8-4160-B07E-5D15985033F9}" type="pres">
      <dgm:prSet presAssocID="{7CB4468E-D32C-4083-9E6A-0DBC307CBBFA}" presName="textRect" presStyleLbl="revTx" presStyleIdx="0" presStyleCnt="3">
        <dgm:presLayoutVars>
          <dgm:chMax val="1"/>
          <dgm:chPref val="1"/>
        </dgm:presLayoutVars>
      </dgm:prSet>
      <dgm:spPr/>
    </dgm:pt>
    <dgm:pt modelId="{10142CB5-C396-48DD-8B02-76FB2DF2405D}" type="pres">
      <dgm:prSet presAssocID="{BB86BB55-D08A-4613-B3D5-8AAB2BEC1F51}" presName="sibTrans" presStyleCnt="0"/>
      <dgm:spPr/>
    </dgm:pt>
    <dgm:pt modelId="{4C6E284F-2180-4CC3-BAE1-4915B7A14183}" type="pres">
      <dgm:prSet presAssocID="{6230B8D6-1FA5-4E68-A2E3-F28BD63CDF2C}" presName="compNode" presStyleCnt="0"/>
      <dgm:spPr/>
    </dgm:pt>
    <dgm:pt modelId="{E39FC92A-8B33-4103-B3CD-3F8C189AD6E3}" type="pres">
      <dgm:prSet presAssocID="{6230B8D6-1FA5-4E68-A2E3-F28BD63CDF2C}" presName="iconBgRect" presStyleLbl="bgShp" presStyleIdx="1" presStyleCnt="3"/>
      <dgm:spPr/>
    </dgm:pt>
    <dgm:pt modelId="{63446D24-A70A-4510-B3D7-AC69F171DEBB}" type="pres">
      <dgm:prSet presAssocID="{6230B8D6-1FA5-4E68-A2E3-F28BD63CDF2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188007E3-0741-4B55-9EA0-081C77653EB7}" type="pres">
      <dgm:prSet presAssocID="{6230B8D6-1FA5-4E68-A2E3-F28BD63CDF2C}" presName="spaceRect" presStyleCnt="0"/>
      <dgm:spPr/>
    </dgm:pt>
    <dgm:pt modelId="{75C11BCD-BD0D-48FD-9F4C-0BF62936F588}" type="pres">
      <dgm:prSet presAssocID="{6230B8D6-1FA5-4E68-A2E3-F28BD63CDF2C}" presName="textRect" presStyleLbl="revTx" presStyleIdx="1" presStyleCnt="3">
        <dgm:presLayoutVars>
          <dgm:chMax val="1"/>
          <dgm:chPref val="1"/>
        </dgm:presLayoutVars>
      </dgm:prSet>
      <dgm:spPr/>
    </dgm:pt>
    <dgm:pt modelId="{55ED5A11-EC7F-44B2-B91D-9451B4CB0F09}" type="pres">
      <dgm:prSet presAssocID="{ACE82BAB-243C-47E8-A2A7-7E8E2685CF3E}" presName="sibTrans" presStyleCnt="0"/>
      <dgm:spPr/>
    </dgm:pt>
    <dgm:pt modelId="{9396FCC3-91CC-47AF-8BEB-D5293DB2F07F}" type="pres">
      <dgm:prSet presAssocID="{78213CE3-9371-47D8-9019-95B856A7BFF8}" presName="compNode" presStyleCnt="0"/>
      <dgm:spPr/>
    </dgm:pt>
    <dgm:pt modelId="{376C6BFF-A011-448D-85C6-E8AC9612B618}" type="pres">
      <dgm:prSet presAssocID="{78213CE3-9371-47D8-9019-95B856A7BFF8}" presName="iconBgRect" presStyleLbl="bgShp" presStyleIdx="2" presStyleCnt="3"/>
      <dgm:spPr/>
    </dgm:pt>
    <dgm:pt modelId="{E0A4D9A0-A35E-4BF2-949D-B0978F520210}" type="pres">
      <dgm:prSet presAssocID="{78213CE3-9371-47D8-9019-95B856A7BFF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7C3E3E61-E976-4011-A19F-47D0D96D425C}" type="pres">
      <dgm:prSet presAssocID="{78213CE3-9371-47D8-9019-95B856A7BFF8}" presName="spaceRect" presStyleCnt="0"/>
      <dgm:spPr/>
    </dgm:pt>
    <dgm:pt modelId="{023B3A14-5FD7-4A42-9F04-0514FD063A68}" type="pres">
      <dgm:prSet presAssocID="{78213CE3-9371-47D8-9019-95B856A7BFF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76BC208-CD6A-4A85-8134-CC45C4E87EC9}" srcId="{A3D1A7E5-B855-4167-B7E5-95D8176CA57E}" destId="{78213CE3-9371-47D8-9019-95B856A7BFF8}" srcOrd="2" destOrd="0" parTransId="{E929993B-B054-4AD1-A8B1-D19EE42300D8}" sibTransId="{F9152AE0-4D31-48A9-B013-13BD654D3CEA}"/>
    <dgm:cxn modelId="{0C0A4219-3829-4477-BE63-9A912F9D9F9F}" type="presOf" srcId="{A3D1A7E5-B855-4167-B7E5-95D8176CA57E}" destId="{957FD8FD-2F3D-4D94-B5D1-71154B98FEB9}" srcOrd="0" destOrd="0" presId="urn:microsoft.com/office/officeart/2018/5/layout/IconCircleLabelList"/>
    <dgm:cxn modelId="{96D5191B-C61F-4690-9B1B-B917416E0BE6}" srcId="{A3D1A7E5-B855-4167-B7E5-95D8176CA57E}" destId="{6230B8D6-1FA5-4E68-A2E3-F28BD63CDF2C}" srcOrd="1" destOrd="0" parTransId="{EDED1AF1-D7F2-43A7-83A6-A1EA8B74611C}" sibTransId="{ACE82BAB-243C-47E8-A2A7-7E8E2685CF3E}"/>
    <dgm:cxn modelId="{B39C1180-AFE5-435C-9E3B-7050AF44D912}" type="presOf" srcId="{7CB4468E-D32C-4083-9E6A-0DBC307CBBFA}" destId="{98A62F00-11C8-4160-B07E-5D15985033F9}" srcOrd="0" destOrd="0" presId="urn:microsoft.com/office/officeart/2018/5/layout/IconCircleLabelList"/>
    <dgm:cxn modelId="{88B657A8-8A2B-48F3-9EB3-70E5E8C42ACC}" type="presOf" srcId="{78213CE3-9371-47D8-9019-95B856A7BFF8}" destId="{023B3A14-5FD7-4A42-9F04-0514FD063A68}" srcOrd="0" destOrd="0" presId="urn:microsoft.com/office/officeart/2018/5/layout/IconCircleLabelList"/>
    <dgm:cxn modelId="{FAE9C9DD-E998-4958-9E76-BA09470810B7}" srcId="{A3D1A7E5-B855-4167-B7E5-95D8176CA57E}" destId="{7CB4468E-D32C-4083-9E6A-0DBC307CBBFA}" srcOrd="0" destOrd="0" parTransId="{6F239B38-280D-4923-AB12-1E0F94A91CA0}" sibTransId="{BB86BB55-D08A-4613-B3D5-8AAB2BEC1F51}"/>
    <dgm:cxn modelId="{7B17CAFE-9553-4EC5-84B5-E11EB233A380}" type="presOf" srcId="{6230B8D6-1FA5-4E68-A2E3-F28BD63CDF2C}" destId="{75C11BCD-BD0D-48FD-9F4C-0BF62936F588}" srcOrd="0" destOrd="0" presId="urn:microsoft.com/office/officeart/2018/5/layout/IconCircleLabelList"/>
    <dgm:cxn modelId="{F604CA97-A9BF-4C7E-9F8B-1670E7EB4DB1}" type="presParOf" srcId="{957FD8FD-2F3D-4D94-B5D1-71154B98FEB9}" destId="{E94A90FE-8AD0-454A-8F31-5C9ED1280714}" srcOrd="0" destOrd="0" presId="urn:microsoft.com/office/officeart/2018/5/layout/IconCircleLabelList"/>
    <dgm:cxn modelId="{8F85E8E7-72F8-4123-887B-30AA3CDC15B5}" type="presParOf" srcId="{E94A90FE-8AD0-454A-8F31-5C9ED1280714}" destId="{B10F4E2B-2735-4318-88D2-C30783ECF39C}" srcOrd="0" destOrd="0" presId="urn:microsoft.com/office/officeart/2018/5/layout/IconCircleLabelList"/>
    <dgm:cxn modelId="{A7BFCAA0-7890-4619-B0FD-40E9247993DB}" type="presParOf" srcId="{E94A90FE-8AD0-454A-8F31-5C9ED1280714}" destId="{03BF5C1D-1DDE-44B2-B2E8-72C91EA52508}" srcOrd="1" destOrd="0" presId="urn:microsoft.com/office/officeart/2018/5/layout/IconCircleLabelList"/>
    <dgm:cxn modelId="{E2594EEF-B8B8-4008-A3F1-32A57C70DD15}" type="presParOf" srcId="{E94A90FE-8AD0-454A-8F31-5C9ED1280714}" destId="{A680E103-3494-4164-B43B-B8F80B3BDF38}" srcOrd="2" destOrd="0" presId="urn:microsoft.com/office/officeart/2018/5/layout/IconCircleLabelList"/>
    <dgm:cxn modelId="{23EC0CA5-5AF4-44B8-9454-AE1DB7D2131E}" type="presParOf" srcId="{E94A90FE-8AD0-454A-8F31-5C9ED1280714}" destId="{98A62F00-11C8-4160-B07E-5D15985033F9}" srcOrd="3" destOrd="0" presId="urn:microsoft.com/office/officeart/2018/5/layout/IconCircleLabelList"/>
    <dgm:cxn modelId="{AC201655-CE93-40EE-9B84-F25DA10271AA}" type="presParOf" srcId="{957FD8FD-2F3D-4D94-B5D1-71154B98FEB9}" destId="{10142CB5-C396-48DD-8B02-76FB2DF2405D}" srcOrd="1" destOrd="0" presId="urn:microsoft.com/office/officeart/2018/5/layout/IconCircleLabelList"/>
    <dgm:cxn modelId="{54F97623-EFEE-4C41-A7FA-CEE42D14DCF8}" type="presParOf" srcId="{957FD8FD-2F3D-4D94-B5D1-71154B98FEB9}" destId="{4C6E284F-2180-4CC3-BAE1-4915B7A14183}" srcOrd="2" destOrd="0" presId="urn:microsoft.com/office/officeart/2018/5/layout/IconCircleLabelList"/>
    <dgm:cxn modelId="{9A25D7DC-FBF5-4585-9E97-79CD82CCFEA7}" type="presParOf" srcId="{4C6E284F-2180-4CC3-BAE1-4915B7A14183}" destId="{E39FC92A-8B33-4103-B3CD-3F8C189AD6E3}" srcOrd="0" destOrd="0" presId="urn:microsoft.com/office/officeart/2018/5/layout/IconCircleLabelList"/>
    <dgm:cxn modelId="{40FB2617-A267-44CA-8494-457E62106659}" type="presParOf" srcId="{4C6E284F-2180-4CC3-BAE1-4915B7A14183}" destId="{63446D24-A70A-4510-B3D7-AC69F171DEBB}" srcOrd="1" destOrd="0" presId="urn:microsoft.com/office/officeart/2018/5/layout/IconCircleLabelList"/>
    <dgm:cxn modelId="{B600E12A-0613-4753-A601-2398FE02E601}" type="presParOf" srcId="{4C6E284F-2180-4CC3-BAE1-4915B7A14183}" destId="{188007E3-0741-4B55-9EA0-081C77653EB7}" srcOrd="2" destOrd="0" presId="urn:microsoft.com/office/officeart/2018/5/layout/IconCircleLabelList"/>
    <dgm:cxn modelId="{46A2AD11-F970-415C-AFF7-93D50FBB75AA}" type="presParOf" srcId="{4C6E284F-2180-4CC3-BAE1-4915B7A14183}" destId="{75C11BCD-BD0D-48FD-9F4C-0BF62936F588}" srcOrd="3" destOrd="0" presId="urn:microsoft.com/office/officeart/2018/5/layout/IconCircleLabelList"/>
    <dgm:cxn modelId="{8C1E2055-CBA0-4562-8F89-5EC9CB80C77E}" type="presParOf" srcId="{957FD8FD-2F3D-4D94-B5D1-71154B98FEB9}" destId="{55ED5A11-EC7F-44B2-B91D-9451B4CB0F09}" srcOrd="3" destOrd="0" presId="urn:microsoft.com/office/officeart/2018/5/layout/IconCircleLabelList"/>
    <dgm:cxn modelId="{D3CCEBEF-F7D0-4B73-982D-F503899D1EB3}" type="presParOf" srcId="{957FD8FD-2F3D-4D94-B5D1-71154B98FEB9}" destId="{9396FCC3-91CC-47AF-8BEB-D5293DB2F07F}" srcOrd="4" destOrd="0" presId="urn:microsoft.com/office/officeart/2018/5/layout/IconCircleLabelList"/>
    <dgm:cxn modelId="{B515FC16-D358-4D0C-8DE9-E7544D05B674}" type="presParOf" srcId="{9396FCC3-91CC-47AF-8BEB-D5293DB2F07F}" destId="{376C6BFF-A011-448D-85C6-E8AC9612B618}" srcOrd="0" destOrd="0" presId="urn:microsoft.com/office/officeart/2018/5/layout/IconCircleLabelList"/>
    <dgm:cxn modelId="{1ED9B1D9-8C73-4476-9D09-693DB5089DF6}" type="presParOf" srcId="{9396FCC3-91CC-47AF-8BEB-D5293DB2F07F}" destId="{E0A4D9A0-A35E-4BF2-949D-B0978F520210}" srcOrd="1" destOrd="0" presId="urn:microsoft.com/office/officeart/2018/5/layout/IconCircleLabelList"/>
    <dgm:cxn modelId="{E4366C52-3184-4D72-ACB9-2550757E9901}" type="presParOf" srcId="{9396FCC3-91CC-47AF-8BEB-D5293DB2F07F}" destId="{7C3E3E61-E976-4011-A19F-47D0D96D425C}" srcOrd="2" destOrd="0" presId="urn:microsoft.com/office/officeart/2018/5/layout/IconCircleLabelList"/>
    <dgm:cxn modelId="{85201B3C-AFEC-4185-A8D3-DB6F1EEAB8F5}" type="presParOf" srcId="{9396FCC3-91CC-47AF-8BEB-D5293DB2F07F}" destId="{023B3A14-5FD7-4A42-9F04-0514FD063A6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4767E03-6907-497F-AB4C-8A62934A9E7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03D80A6-C458-4956-80AD-45F74D717B8A}">
      <dgm:prSet/>
      <dgm:spPr/>
      <dgm:t>
        <a:bodyPr/>
        <a:lstStyle/>
        <a:p>
          <a:pPr>
            <a:defRPr cap="all"/>
          </a:pPr>
          <a:r>
            <a:rPr lang="en-US"/>
            <a:t>• Innovación: aplicar integración de lenguajes.</a:t>
          </a:r>
        </a:p>
      </dgm:t>
    </dgm:pt>
    <dgm:pt modelId="{78B7BD0B-2EBF-4087-A967-3C3B27A42AB6}" type="parTrans" cxnId="{E92EA08D-BD98-4199-8CFC-CC0C429326CA}">
      <dgm:prSet/>
      <dgm:spPr/>
      <dgm:t>
        <a:bodyPr/>
        <a:lstStyle/>
        <a:p>
          <a:endParaRPr lang="en-US"/>
        </a:p>
      </dgm:t>
    </dgm:pt>
    <dgm:pt modelId="{DF4AC03A-15AC-4237-8D22-2012683FAAFD}" type="sibTrans" cxnId="{E92EA08D-BD98-4199-8CFC-CC0C429326CA}">
      <dgm:prSet/>
      <dgm:spPr/>
      <dgm:t>
        <a:bodyPr/>
        <a:lstStyle/>
        <a:p>
          <a:endParaRPr lang="en-US"/>
        </a:p>
      </dgm:t>
    </dgm:pt>
    <dgm:pt modelId="{AD91F13A-1503-402C-A7B8-EA3BE5703135}">
      <dgm:prSet/>
      <dgm:spPr/>
      <dgm:t>
        <a:bodyPr/>
        <a:lstStyle/>
        <a:p>
          <a:pPr>
            <a:defRPr cap="all"/>
          </a:pPr>
          <a:r>
            <a:rPr lang="en-US"/>
            <a:t>• Responsabilidad: mantener coherencia en tipos de datos.</a:t>
          </a:r>
        </a:p>
      </dgm:t>
    </dgm:pt>
    <dgm:pt modelId="{ED97FA99-3C74-4164-8B39-E5201DFA9EB3}" type="parTrans" cxnId="{3DA2DFE3-F0AE-4A4A-BA4E-C449F5FDB718}">
      <dgm:prSet/>
      <dgm:spPr/>
      <dgm:t>
        <a:bodyPr/>
        <a:lstStyle/>
        <a:p>
          <a:endParaRPr lang="en-US"/>
        </a:p>
      </dgm:t>
    </dgm:pt>
    <dgm:pt modelId="{4F97E821-256C-4943-AF2A-32B8254BE4CD}" type="sibTrans" cxnId="{3DA2DFE3-F0AE-4A4A-BA4E-C449F5FDB718}">
      <dgm:prSet/>
      <dgm:spPr/>
      <dgm:t>
        <a:bodyPr/>
        <a:lstStyle/>
        <a:p>
          <a:endParaRPr lang="en-US"/>
        </a:p>
      </dgm:t>
    </dgm:pt>
    <dgm:pt modelId="{60781837-4B49-4081-B97E-CEAECD6EF33D}">
      <dgm:prSet/>
      <dgm:spPr/>
      <dgm:t>
        <a:bodyPr/>
        <a:lstStyle/>
        <a:p>
          <a:pPr>
            <a:defRPr cap="all"/>
          </a:pPr>
          <a:r>
            <a:rPr lang="en-US"/>
            <a:t>• Ética: respetar la propiedad intelectual del código reutilizado.</a:t>
          </a:r>
        </a:p>
      </dgm:t>
    </dgm:pt>
    <dgm:pt modelId="{297BDA2E-2EFD-4A3A-B79A-5F04EB0A89FF}" type="parTrans" cxnId="{99B44E22-92A5-499D-8AC4-573AD888D173}">
      <dgm:prSet/>
      <dgm:spPr/>
      <dgm:t>
        <a:bodyPr/>
        <a:lstStyle/>
        <a:p>
          <a:endParaRPr lang="en-US"/>
        </a:p>
      </dgm:t>
    </dgm:pt>
    <dgm:pt modelId="{1D8C8109-3EEE-43C6-BB02-5B6FFB43243A}" type="sibTrans" cxnId="{99B44E22-92A5-499D-8AC4-573AD888D173}">
      <dgm:prSet/>
      <dgm:spPr/>
      <dgm:t>
        <a:bodyPr/>
        <a:lstStyle/>
        <a:p>
          <a:endParaRPr lang="en-US"/>
        </a:p>
      </dgm:t>
    </dgm:pt>
    <dgm:pt modelId="{79C7A8C7-40D7-4498-8960-A610504B2A6C}" type="pres">
      <dgm:prSet presAssocID="{E4767E03-6907-497F-AB4C-8A62934A9E71}" presName="root" presStyleCnt="0">
        <dgm:presLayoutVars>
          <dgm:dir/>
          <dgm:resizeHandles val="exact"/>
        </dgm:presLayoutVars>
      </dgm:prSet>
      <dgm:spPr/>
    </dgm:pt>
    <dgm:pt modelId="{7C22EB2C-FFFF-41CF-A51F-793AD64204D9}" type="pres">
      <dgm:prSet presAssocID="{903D80A6-C458-4956-80AD-45F74D717B8A}" presName="compNode" presStyleCnt="0"/>
      <dgm:spPr/>
    </dgm:pt>
    <dgm:pt modelId="{DAEED868-1CDA-48F2-BAB7-A67E3F6D9A27}" type="pres">
      <dgm:prSet presAssocID="{903D80A6-C458-4956-80AD-45F74D717B8A}" presName="iconBgRect" presStyleLbl="bgShp" presStyleIdx="0" presStyleCnt="3"/>
      <dgm:spPr/>
    </dgm:pt>
    <dgm:pt modelId="{6C95DAF2-AF14-43CD-A661-D942978F35FB}" type="pres">
      <dgm:prSet presAssocID="{903D80A6-C458-4956-80AD-45F74D717B8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0963EA4F-F950-4B10-868B-656F183D4C1A}" type="pres">
      <dgm:prSet presAssocID="{903D80A6-C458-4956-80AD-45F74D717B8A}" presName="spaceRect" presStyleCnt="0"/>
      <dgm:spPr/>
    </dgm:pt>
    <dgm:pt modelId="{C6987808-8217-46BC-93F1-8CC6F56E86CB}" type="pres">
      <dgm:prSet presAssocID="{903D80A6-C458-4956-80AD-45F74D717B8A}" presName="textRect" presStyleLbl="revTx" presStyleIdx="0" presStyleCnt="3">
        <dgm:presLayoutVars>
          <dgm:chMax val="1"/>
          <dgm:chPref val="1"/>
        </dgm:presLayoutVars>
      </dgm:prSet>
      <dgm:spPr/>
    </dgm:pt>
    <dgm:pt modelId="{B0E9E27B-3CB3-4A2F-AF69-6197BDA29F9C}" type="pres">
      <dgm:prSet presAssocID="{DF4AC03A-15AC-4237-8D22-2012683FAAFD}" presName="sibTrans" presStyleCnt="0"/>
      <dgm:spPr/>
    </dgm:pt>
    <dgm:pt modelId="{6DF119FC-A642-4205-B037-C3BC8111DB29}" type="pres">
      <dgm:prSet presAssocID="{AD91F13A-1503-402C-A7B8-EA3BE5703135}" presName="compNode" presStyleCnt="0"/>
      <dgm:spPr/>
    </dgm:pt>
    <dgm:pt modelId="{DB4830D3-4B5E-414B-B755-284F6CCF492A}" type="pres">
      <dgm:prSet presAssocID="{AD91F13A-1503-402C-A7B8-EA3BE5703135}" presName="iconBgRect" presStyleLbl="bgShp" presStyleIdx="1" presStyleCnt="3"/>
      <dgm:spPr/>
    </dgm:pt>
    <dgm:pt modelId="{2D74A10C-4ED6-4FE5-AA46-EB9A43C7DF5E}" type="pres">
      <dgm:prSet presAssocID="{AD91F13A-1503-402C-A7B8-EA3BE570313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BB07AF34-49EE-4CCC-984E-CD76A19E2ECE}" type="pres">
      <dgm:prSet presAssocID="{AD91F13A-1503-402C-A7B8-EA3BE5703135}" presName="spaceRect" presStyleCnt="0"/>
      <dgm:spPr/>
    </dgm:pt>
    <dgm:pt modelId="{07C0EAA7-F81D-460D-8C57-1CFA7D84A1AB}" type="pres">
      <dgm:prSet presAssocID="{AD91F13A-1503-402C-A7B8-EA3BE5703135}" presName="textRect" presStyleLbl="revTx" presStyleIdx="1" presStyleCnt="3">
        <dgm:presLayoutVars>
          <dgm:chMax val="1"/>
          <dgm:chPref val="1"/>
        </dgm:presLayoutVars>
      </dgm:prSet>
      <dgm:spPr/>
    </dgm:pt>
    <dgm:pt modelId="{E214BF1C-6A41-4CF2-A928-0E1CB58786B0}" type="pres">
      <dgm:prSet presAssocID="{4F97E821-256C-4943-AF2A-32B8254BE4CD}" presName="sibTrans" presStyleCnt="0"/>
      <dgm:spPr/>
    </dgm:pt>
    <dgm:pt modelId="{6CE4892C-8797-4F1C-90B0-AED62ADF07A1}" type="pres">
      <dgm:prSet presAssocID="{60781837-4B49-4081-B97E-CEAECD6EF33D}" presName="compNode" presStyleCnt="0"/>
      <dgm:spPr/>
    </dgm:pt>
    <dgm:pt modelId="{2CCF646F-294A-4FA1-B017-5361785D18CF}" type="pres">
      <dgm:prSet presAssocID="{60781837-4B49-4081-B97E-CEAECD6EF33D}" presName="iconBgRect" presStyleLbl="bgShp" presStyleIdx="2" presStyleCnt="3"/>
      <dgm:spPr/>
    </dgm:pt>
    <dgm:pt modelId="{2011747F-A0DF-4C57-8616-2033D8E78C4C}" type="pres">
      <dgm:prSet presAssocID="{60781837-4B49-4081-B97E-CEAECD6EF33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illo de juez"/>
        </a:ext>
      </dgm:extLst>
    </dgm:pt>
    <dgm:pt modelId="{67AA44DC-888E-4633-9894-045C881AAEF4}" type="pres">
      <dgm:prSet presAssocID="{60781837-4B49-4081-B97E-CEAECD6EF33D}" presName="spaceRect" presStyleCnt="0"/>
      <dgm:spPr/>
    </dgm:pt>
    <dgm:pt modelId="{8E4346DA-56E1-47F8-9B87-C8FC1652AC06}" type="pres">
      <dgm:prSet presAssocID="{60781837-4B49-4081-B97E-CEAECD6EF33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3209A03-8DA4-48CD-9348-B035CFB0D0B6}" type="presOf" srcId="{903D80A6-C458-4956-80AD-45F74D717B8A}" destId="{C6987808-8217-46BC-93F1-8CC6F56E86CB}" srcOrd="0" destOrd="0" presId="urn:microsoft.com/office/officeart/2018/5/layout/IconCircleLabelList"/>
    <dgm:cxn modelId="{99B44E22-92A5-499D-8AC4-573AD888D173}" srcId="{E4767E03-6907-497F-AB4C-8A62934A9E71}" destId="{60781837-4B49-4081-B97E-CEAECD6EF33D}" srcOrd="2" destOrd="0" parTransId="{297BDA2E-2EFD-4A3A-B79A-5F04EB0A89FF}" sibTransId="{1D8C8109-3EEE-43C6-BB02-5B6FFB43243A}"/>
    <dgm:cxn modelId="{CD08B557-49DE-4553-9E57-E9F83C59A223}" type="presOf" srcId="{60781837-4B49-4081-B97E-CEAECD6EF33D}" destId="{8E4346DA-56E1-47F8-9B87-C8FC1652AC06}" srcOrd="0" destOrd="0" presId="urn:microsoft.com/office/officeart/2018/5/layout/IconCircleLabelList"/>
    <dgm:cxn modelId="{F5EE2083-AB92-42C3-96EF-4C69C2E88797}" type="presOf" srcId="{AD91F13A-1503-402C-A7B8-EA3BE5703135}" destId="{07C0EAA7-F81D-460D-8C57-1CFA7D84A1AB}" srcOrd="0" destOrd="0" presId="urn:microsoft.com/office/officeart/2018/5/layout/IconCircleLabelList"/>
    <dgm:cxn modelId="{E92EA08D-BD98-4199-8CFC-CC0C429326CA}" srcId="{E4767E03-6907-497F-AB4C-8A62934A9E71}" destId="{903D80A6-C458-4956-80AD-45F74D717B8A}" srcOrd="0" destOrd="0" parTransId="{78B7BD0B-2EBF-4087-A967-3C3B27A42AB6}" sibTransId="{DF4AC03A-15AC-4237-8D22-2012683FAAFD}"/>
    <dgm:cxn modelId="{3C3392DC-8CA1-43BE-8745-A688179CD1B2}" type="presOf" srcId="{E4767E03-6907-497F-AB4C-8A62934A9E71}" destId="{79C7A8C7-40D7-4498-8960-A610504B2A6C}" srcOrd="0" destOrd="0" presId="urn:microsoft.com/office/officeart/2018/5/layout/IconCircleLabelList"/>
    <dgm:cxn modelId="{3DA2DFE3-F0AE-4A4A-BA4E-C449F5FDB718}" srcId="{E4767E03-6907-497F-AB4C-8A62934A9E71}" destId="{AD91F13A-1503-402C-A7B8-EA3BE5703135}" srcOrd="1" destOrd="0" parTransId="{ED97FA99-3C74-4164-8B39-E5201DFA9EB3}" sibTransId="{4F97E821-256C-4943-AF2A-32B8254BE4CD}"/>
    <dgm:cxn modelId="{1265CBE5-0F31-488C-8629-9D3247279C62}" type="presParOf" srcId="{79C7A8C7-40D7-4498-8960-A610504B2A6C}" destId="{7C22EB2C-FFFF-41CF-A51F-793AD64204D9}" srcOrd="0" destOrd="0" presId="urn:microsoft.com/office/officeart/2018/5/layout/IconCircleLabelList"/>
    <dgm:cxn modelId="{CCFC9A7A-7372-47D1-9DC8-64E1FC762C82}" type="presParOf" srcId="{7C22EB2C-FFFF-41CF-A51F-793AD64204D9}" destId="{DAEED868-1CDA-48F2-BAB7-A67E3F6D9A27}" srcOrd="0" destOrd="0" presId="urn:microsoft.com/office/officeart/2018/5/layout/IconCircleLabelList"/>
    <dgm:cxn modelId="{00A4A632-961D-4742-AF73-985436367B46}" type="presParOf" srcId="{7C22EB2C-FFFF-41CF-A51F-793AD64204D9}" destId="{6C95DAF2-AF14-43CD-A661-D942978F35FB}" srcOrd="1" destOrd="0" presId="urn:microsoft.com/office/officeart/2018/5/layout/IconCircleLabelList"/>
    <dgm:cxn modelId="{14268603-9DA3-4F88-A393-CB8874340539}" type="presParOf" srcId="{7C22EB2C-FFFF-41CF-A51F-793AD64204D9}" destId="{0963EA4F-F950-4B10-868B-656F183D4C1A}" srcOrd="2" destOrd="0" presId="urn:microsoft.com/office/officeart/2018/5/layout/IconCircleLabelList"/>
    <dgm:cxn modelId="{1687B513-DCB0-4D46-9FD1-601905C9A973}" type="presParOf" srcId="{7C22EB2C-FFFF-41CF-A51F-793AD64204D9}" destId="{C6987808-8217-46BC-93F1-8CC6F56E86CB}" srcOrd="3" destOrd="0" presId="urn:microsoft.com/office/officeart/2018/5/layout/IconCircleLabelList"/>
    <dgm:cxn modelId="{6E5A68FB-D28A-456F-8F10-8D5AF4EF64D8}" type="presParOf" srcId="{79C7A8C7-40D7-4498-8960-A610504B2A6C}" destId="{B0E9E27B-3CB3-4A2F-AF69-6197BDA29F9C}" srcOrd="1" destOrd="0" presId="urn:microsoft.com/office/officeart/2018/5/layout/IconCircleLabelList"/>
    <dgm:cxn modelId="{491891E6-B8F2-401B-8454-38D8810B5C3D}" type="presParOf" srcId="{79C7A8C7-40D7-4498-8960-A610504B2A6C}" destId="{6DF119FC-A642-4205-B037-C3BC8111DB29}" srcOrd="2" destOrd="0" presId="urn:microsoft.com/office/officeart/2018/5/layout/IconCircleLabelList"/>
    <dgm:cxn modelId="{B5B3C85C-1335-42E9-A6D7-FE3E6597DBE0}" type="presParOf" srcId="{6DF119FC-A642-4205-B037-C3BC8111DB29}" destId="{DB4830D3-4B5E-414B-B755-284F6CCF492A}" srcOrd="0" destOrd="0" presId="urn:microsoft.com/office/officeart/2018/5/layout/IconCircleLabelList"/>
    <dgm:cxn modelId="{DB488B84-7701-4AED-8719-D7AA8ADED3C5}" type="presParOf" srcId="{6DF119FC-A642-4205-B037-C3BC8111DB29}" destId="{2D74A10C-4ED6-4FE5-AA46-EB9A43C7DF5E}" srcOrd="1" destOrd="0" presId="urn:microsoft.com/office/officeart/2018/5/layout/IconCircleLabelList"/>
    <dgm:cxn modelId="{4A2F4A1B-FB8E-4E27-B13A-F2CFEA3161D5}" type="presParOf" srcId="{6DF119FC-A642-4205-B037-C3BC8111DB29}" destId="{BB07AF34-49EE-4CCC-984E-CD76A19E2ECE}" srcOrd="2" destOrd="0" presId="urn:microsoft.com/office/officeart/2018/5/layout/IconCircleLabelList"/>
    <dgm:cxn modelId="{3AAC1EE0-2279-4B7C-8947-546B1BE9C0DC}" type="presParOf" srcId="{6DF119FC-A642-4205-B037-C3BC8111DB29}" destId="{07C0EAA7-F81D-460D-8C57-1CFA7D84A1AB}" srcOrd="3" destOrd="0" presId="urn:microsoft.com/office/officeart/2018/5/layout/IconCircleLabelList"/>
    <dgm:cxn modelId="{70613C52-856E-4186-92EC-E6FEA03EE682}" type="presParOf" srcId="{79C7A8C7-40D7-4498-8960-A610504B2A6C}" destId="{E214BF1C-6A41-4CF2-A928-0E1CB58786B0}" srcOrd="3" destOrd="0" presId="urn:microsoft.com/office/officeart/2018/5/layout/IconCircleLabelList"/>
    <dgm:cxn modelId="{20786AA6-BADE-431C-AD46-BFF6F3520523}" type="presParOf" srcId="{79C7A8C7-40D7-4498-8960-A610504B2A6C}" destId="{6CE4892C-8797-4F1C-90B0-AED62ADF07A1}" srcOrd="4" destOrd="0" presId="urn:microsoft.com/office/officeart/2018/5/layout/IconCircleLabelList"/>
    <dgm:cxn modelId="{8C4A0A65-1DBC-4CE6-A52A-B1A7F0D3AC67}" type="presParOf" srcId="{6CE4892C-8797-4F1C-90B0-AED62ADF07A1}" destId="{2CCF646F-294A-4FA1-B017-5361785D18CF}" srcOrd="0" destOrd="0" presId="urn:microsoft.com/office/officeart/2018/5/layout/IconCircleLabelList"/>
    <dgm:cxn modelId="{9F65964E-A83D-40AB-AB43-5BD5A31B08AD}" type="presParOf" srcId="{6CE4892C-8797-4F1C-90B0-AED62ADF07A1}" destId="{2011747F-A0DF-4C57-8616-2033D8E78C4C}" srcOrd="1" destOrd="0" presId="urn:microsoft.com/office/officeart/2018/5/layout/IconCircleLabelList"/>
    <dgm:cxn modelId="{BFFA7A45-157F-4C0C-8236-EE5D64412808}" type="presParOf" srcId="{6CE4892C-8797-4F1C-90B0-AED62ADF07A1}" destId="{67AA44DC-888E-4633-9894-045C881AAEF4}" srcOrd="2" destOrd="0" presId="urn:microsoft.com/office/officeart/2018/5/layout/IconCircleLabelList"/>
    <dgm:cxn modelId="{5A353309-CB7E-4BAA-B3CD-B891DF2D2771}" type="presParOf" srcId="{6CE4892C-8797-4F1C-90B0-AED62ADF07A1}" destId="{8E4346DA-56E1-47F8-9B87-C8FC1652AC0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DEADCF5-B12E-425D-AFEA-2A8FA8A1A78A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736794D-9D09-4803-ABD6-A8705E3BAE0D}">
      <dgm:prSet/>
      <dgm:spPr/>
      <dgm:t>
        <a:bodyPr/>
        <a:lstStyle/>
        <a:p>
          <a:r>
            <a:rPr lang="en-US"/>
            <a:t>1. ¿Qué palabra clave conecta código C y ensamblador?</a:t>
          </a:r>
        </a:p>
      </dgm:t>
    </dgm:pt>
    <dgm:pt modelId="{85E9F023-C8C8-4236-9D5D-3D674481E10E}" type="parTrans" cxnId="{7AB7F070-834B-4EEA-8B57-A9DEC6A49790}">
      <dgm:prSet/>
      <dgm:spPr/>
      <dgm:t>
        <a:bodyPr/>
        <a:lstStyle/>
        <a:p>
          <a:endParaRPr lang="en-US"/>
        </a:p>
      </dgm:t>
    </dgm:pt>
    <dgm:pt modelId="{848FB2B2-7F9C-4F22-BC60-233AFB3509F2}" type="sibTrans" cxnId="{7AB7F070-834B-4EEA-8B57-A9DEC6A49790}">
      <dgm:prSet/>
      <dgm:spPr/>
      <dgm:t>
        <a:bodyPr/>
        <a:lstStyle/>
        <a:p>
          <a:endParaRPr lang="en-US"/>
        </a:p>
      </dgm:t>
    </dgm:pt>
    <dgm:pt modelId="{DA53AA82-CDA5-40ED-A3EA-726FDBD76622}">
      <dgm:prSet/>
      <dgm:spPr/>
      <dgm:t>
        <a:bodyPr/>
        <a:lstStyle/>
        <a:p>
          <a:r>
            <a:rPr lang="en-US"/>
            <a:t>a) extern</a:t>
          </a:r>
        </a:p>
      </dgm:t>
    </dgm:pt>
    <dgm:pt modelId="{327F2EAD-F626-4D79-B4FA-71F9DA266290}" type="parTrans" cxnId="{DB649367-2735-4558-B142-3C434A52CB3A}">
      <dgm:prSet/>
      <dgm:spPr/>
      <dgm:t>
        <a:bodyPr/>
        <a:lstStyle/>
        <a:p>
          <a:endParaRPr lang="en-US"/>
        </a:p>
      </dgm:t>
    </dgm:pt>
    <dgm:pt modelId="{E2240EBF-06FC-47BC-8AB5-79CDCC75D069}" type="sibTrans" cxnId="{DB649367-2735-4558-B142-3C434A52CB3A}">
      <dgm:prSet/>
      <dgm:spPr/>
      <dgm:t>
        <a:bodyPr/>
        <a:lstStyle/>
        <a:p>
          <a:endParaRPr lang="en-US"/>
        </a:p>
      </dgm:t>
    </dgm:pt>
    <dgm:pt modelId="{F2338089-35CE-4DA0-817A-429C71E83B57}">
      <dgm:prSet/>
      <dgm:spPr/>
      <dgm:t>
        <a:bodyPr/>
        <a:lstStyle/>
        <a:p>
          <a:r>
            <a:rPr lang="en-US"/>
            <a:t>b) static</a:t>
          </a:r>
        </a:p>
      </dgm:t>
    </dgm:pt>
    <dgm:pt modelId="{067CC467-A925-4E80-B604-19A8804267D3}" type="parTrans" cxnId="{8B3F6F51-73AB-4887-8EA2-0C921E2CB938}">
      <dgm:prSet/>
      <dgm:spPr/>
      <dgm:t>
        <a:bodyPr/>
        <a:lstStyle/>
        <a:p>
          <a:endParaRPr lang="en-US"/>
        </a:p>
      </dgm:t>
    </dgm:pt>
    <dgm:pt modelId="{6F7DE13D-842F-459D-958A-14C4C9A9030F}" type="sibTrans" cxnId="{8B3F6F51-73AB-4887-8EA2-0C921E2CB938}">
      <dgm:prSet/>
      <dgm:spPr/>
      <dgm:t>
        <a:bodyPr/>
        <a:lstStyle/>
        <a:p>
          <a:endParaRPr lang="en-US"/>
        </a:p>
      </dgm:t>
    </dgm:pt>
    <dgm:pt modelId="{8BECA16D-CD78-4737-B2C0-9EF42B02D0C9}">
      <dgm:prSet/>
      <dgm:spPr/>
      <dgm:t>
        <a:bodyPr/>
        <a:lstStyle/>
        <a:p>
          <a:r>
            <a:rPr lang="en-US"/>
            <a:t>c) public</a:t>
          </a:r>
        </a:p>
      </dgm:t>
    </dgm:pt>
    <dgm:pt modelId="{E19B8956-7674-4AC2-B07E-6726C7266E8D}" type="parTrans" cxnId="{FBE8417B-16CF-41B2-BC3C-CA2954D607EC}">
      <dgm:prSet/>
      <dgm:spPr/>
      <dgm:t>
        <a:bodyPr/>
        <a:lstStyle/>
        <a:p>
          <a:endParaRPr lang="en-US"/>
        </a:p>
      </dgm:t>
    </dgm:pt>
    <dgm:pt modelId="{3679B8D0-B821-4DCD-9F68-A527D5851250}" type="sibTrans" cxnId="{FBE8417B-16CF-41B2-BC3C-CA2954D607EC}">
      <dgm:prSet/>
      <dgm:spPr/>
      <dgm:t>
        <a:bodyPr/>
        <a:lstStyle/>
        <a:p>
          <a:endParaRPr lang="en-US"/>
        </a:p>
      </dgm:t>
    </dgm:pt>
    <dgm:pt modelId="{D5F85EE7-5D17-4047-AB97-06592B887870}">
      <dgm:prSet/>
      <dgm:spPr/>
      <dgm:t>
        <a:bodyPr/>
        <a:lstStyle/>
        <a:p>
          <a:r>
            <a:rPr lang="en-US"/>
            <a:t>d) call</a:t>
          </a:r>
        </a:p>
      </dgm:t>
    </dgm:pt>
    <dgm:pt modelId="{5CB259D8-17D7-4965-ADDC-58EB71254686}" type="parTrans" cxnId="{B0B3243D-4ABA-45C7-ABE4-CA032E84D52A}">
      <dgm:prSet/>
      <dgm:spPr/>
      <dgm:t>
        <a:bodyPr/>
        <a:lstStyle/>
        <a:p>
          <a:endParaRPr lang="en-US"/>
        </a:p>
      </dgm:t>
    </dgm:pt>
    <dgm:pt modelId="{E642B9E0-285A-498E-9AF1-12C8BE2F6D82}" type="sibTrans" cxnId="{B0B3243D-4ABA-45C7-ABE4-CA032E84D52A}">
      <dgm:prSet/>
      <dgm:spPr/>
      <dgm:t>
        <a:bodyPr/>
        <a:lstStyle/>
        <a:p>
          <a:endParaRPr lang="en-US"/>
        </a:p>
      </dgm:t>
    </dgm:pt>
    <dgm:pt modelId="{618B2644-B1EE-4E40-9BD6-8C95B73DD5F6}">
      <dgm:prSet/>
      <dgm:spPr/>
      <dgm:t>
        <a:bodyPr/>
        <a:lstStyle/>
        <a:p>
          <a:r>
            <a:rPr lang="en-US"/>
            <a:t>2. ¿Qué herramienta ensambla código ARM?</a:t>
          </a:r>
        </a:p>
      </dgm:t>
    </dgm:pt>
    <dgm:pt modelId="{BBB43313-F48E-47C6-B12C-A73174EAE9AF}" type="parTrans" cxnId="{56837082-D015-47F3-A46F-03A19EDACFD5}">
      <dgm:prSet/>
      <dgm:spPr/>
      <dgm:t>
        <a:bodyPr/>
        <a:lstStyle/>
        <a:p>
          <a:endParaRPr lang="en-US"/>
        </a:p>
      </dgm:t>
    </dgm:pt>
    <dgm:pt modelId="{3A32F783-3DE6-437C-8737-2EE01D88F779}" type="sibTrans" cxnId="{56837082-D015-47F3-A46F-03A19EDACFD5}">
      <dgm:prSet/>
      <dgm:spPr/>
      <dgm:t>
        <a:bodyPr/>
        <a:lstStyle/>
        <a:p>
          <a:endParaRPr lang="en-US"/>
        </a:p>
      </dgm:t>
    </dgm:pt>
    <dgm:pt modelId="{517215A4-A4F1-48C5-B752-D930CC1B450C}">
      <dgm:prSet/>
      <dgm:spPr/>
      <dgm:t>
        <a:bodyPr/>
        <a:lstStyle/>
        <a:p>
          <a:r>
            <a:rPr lang="en-US"/>
            <a:t>a) gcc</a:t>
          </a:r>
        </a:p>
      </dgm:t>
    </dgm:pt>
    <dgm:pt modelId="{B68DC664-4E77-41EC-8D2F-95A99164EE5B}" type="parTrans" cxnId="{18B0F327-8C0E-4143-825A-79118FC0D55C}">
      <dgm:prSet/>
      <dgm:spPr/>
      <dgm:t>
        <a:bodyPr/>
        <a:lstStyle/>
        <a:p>
          <a:endParaRPr lang="en-US"/>
        </a:p>
      </dgm:t>
    </dgm:pt>
    <dgm:pt modelId="{B56BF501-FAF2-44A0-A9B0-9FC9743C116A}" type="sibTrans" cxnId="{18B0F327-8C0E-4143-825A-79118FC0D55C}">
      <dgm:prSet/>
      <dgm:spPr/>
      <dgm:t>
        <a:bodyPr/>
        <a:lstStyle/>
        <a:p>
          <a:endParaRPr lang="en-US"/>
        </a:p>
      </dgm:t>
    </dgm:pt>
    <dgm:pt modelId="{BBC5E3D5-5ACB-4366-9E87-26B3ABB2DA5E}">
      <dgm:prSet/>
      <dgm:spPr/>
      <dgm:t>
        <a:bodyPr/>
        <a:lstStyle/>
        <a:p>
          <a:r>
            <a:rPr lang="en-US"/>
            <a:t>b) as</a:t>
          </a:r>
        </a:p>
      </dgm:t>
    </dgm:pt>
    <dgm:pt modelId="{393B9F5D-F444-40F9-A441-8952ED407DC2}" type="parTrans" cxnId="{0EE995B0-332A-4CCE-9421-713002879FB6}">
      <dgm:prSet/>
      <dgm:spPr/>
      <dgm:t>
        <a:bodyPr/>
        <a:lstStyle/>
        <a:p>
          <a:endParaRPr lang="en-US"/>
        </a:p>
      </dgm:t>
    </dgm:pt>
    <dgm:pt modelId="{48398CB5-2144-4F12-9A85-B80A6BDEAEA5}" type="sibTrans" cxnId="{0EE995B0-332A-4CCE-9421-713002879FB6}">
      <dgm:prSet/>
      <dgm:spPr/>
      <dgm:t>
        <a:bodyPr/>
        <a:lstStyle/>
        <a:p>
          <a:endParaRPr lang="en-US"/>
        </a:p>
      </dgm:t>
    </dgm:pt>
    <dgm:pt modelId="{90F5702E-4748-45BE-8430-41ECD14D576E}">
      <dgm:prSet/>
      <dgm:spPr/>
      <dgm:t>
        <a:bodyPr/>
        <a:lstStyle/>
        <a:p>
          <a:r>
            <a:rPr lang="en-US"/>
            <a:t>c) ld</a:t>
          </a:r>
        </a:p>
      </dgm:t>
    </dgm:pt>
    <dgm:pt modelId="{06A12422-5FA5-4516-A3A1-B851A60A127D}" type="parTrans" cxnId="{1B472B35-FBE3-43B4-AD38-70C635A87A55}">
      <dgm:prSet/>
      <dgm:spPr/>
      <dgm:t>
        <a:bodyPr/>
        <a:lstStyle/>
        <a:p>
          <a:endParaRPr lang="en-US"/>
        </a:p>
      </dgm:t>
    </dgm:pt>
    <dgm:pt modelId="{4C5743AA-4AC5-47C5-9348-53599563460C}" type="sibTrans" cxnId="{1B472B35-FBE3-43B4-AD38-70C635A87A55}">
      <dgm:prSet/>
      <dgm:spPr/>
      <dgm:t>
        <a:bodyPr/>
        <a:lstStyle/>
        <a:p>
          <a:endParaRPr lang="en-US"/>
        </a:p>
      </dgm:t>
    </dgm:pt>
    <dgm:pt modelId="{586B6D80-C114-4112-94BE-D5A3E91485D7}">
      <dgm:prSet/>
      <dgm:spPr/>
      <dgm:t>
        <a:bodyPr/>
        <a:lstStyle/>
        <a:p>
          <a:r>
            <a:rPr lang="en-US"/>
            <a:t>d) make</a:t>
          </a:r>
        </a:p>
      </dgm:t>
    </dgm:pt>
    <dgm:pt modelId="{87E939BD-F880-4996-B5C6-E7C88DD38CAA}" type="parTrans" cxnId="{3D7BA306-F85D-494B-B86F-7D65AB552F6B}">
      <dgm:prSet/>
      <dgm:spPr/>
      <dgm:t>
        <a:bodyPr/>
        <a:lstStyle/>
        <a:p>
          <a:endParaRPr lang="en-US"/>
        </a:p>
      </dgm:t>
    </dgm:pt>
    <dgm:pt modelId="{A181A777-4B33-46B6-BFFF-0C0553C6F0DC}" type="sibTrans" cxnId="{3D7BA306-F85D-494B-B86F-7D65AB552F6B}">
      <dgm:prSet/>
      <dgm:spPr/>
      <dgm:t>
        <a:bodyPr/>
        <a:lstStyle/>
        <a:p>
          <a:endParaRPr lang="en-US"/>
        </a:p>
      </dgm:t>
    </dgm:pt>
    <dgm:pt modelId="{DD2E78CF-54BF-4588-AD0B-2D9FA7F2FC2C}">
      <dgm:prSet/>
      <dgm:spPr/>
      <dgm:t>
        <a:bodyPr/>
        <a:lstStyle/>
        <a:p>
          <a:r>
            <a:rPr lang="en-US"/>
            <a:t>3. ¿Qué estándar define las llamadas entre C y ARM?</a:t>
          </a:r>
        </a:p>
      </dgm:t>
    </dgm:pt>
    <dgm:pt modelId="{73CFD7C0-2BD6-4097-8C88-223A6B3A4313}" type="parTrans" cxnId="{26E9DB64-8C9E-4C54-A3E8-56D38614110A}">
      <dgm:prSet/>
      <dgm:spPr/>
      <dgm:t>
        <a:bodyPr/>
        <a:lstStyle/>
        <a:p>
          <a:endParaRPr lang="en-US"/>
        </a:p>
      </dgm:t>
    </dgm:pt>
    <dgm:pt modelId="{47ABA6A6-3C19-4F2C-B802-568F0BEE1D13}" type="sibTrans" cxnId="{26E9DB64-8C9E-4C54-A3E8-56D38614110A}">
      <dgm:prSet/>
      <dgm:spPr/>
      <dgm:t>
        <a:bodyPr/>
        <a:lstStyle/>
        <a:p>
          <a:endParaRPr lang="en-US"/>
        </a:p>
      </dgm:t>
    </dgm:pt>
    <dgm:pt modelId="{002AEFC3-5AE4-4E33-8AB7-16FCBB663D79}">
      <dgm:prSet/>
      <dgm:spPr/>
      <dgm:t>
        <a:bodyPr/>
        <a:lstStyle/>
        <a:p>
          <a:r>
            <a:rPr lang="en-US"/>
            <a:t>a) AAPCS</a:t>
          </a:r>
        </a:p>
      </dgm:t>
    </dgm:pt>
    <dgm:pt modelId="{5FCA4C5A-F386-4CF6-AD7D-24AF7D5F7A8A}" type="parTrans" cxnId="{AF74B95B-9A0B-41E6-8051-379D9CC222D2}">
      <dgm:prSet/>
      <dgm:spPr/>
      <dgm:t>
        <a:bodyPr/>
        <a:lstStyle/>
        <a:p>
          <a:endParaRPr lang="en-US"/>
        </a:p>
      </dgm:t>
    </dgm:pt>
    <dgm:pt modelId="{7E049B3D-E0B6-4C98-A63A-BFDCCA42ADC9}" type="sibTrans" cxnId="{AF74B95B-9A0B-41E6-8051-379D9CC222D2}">
      <dgm:prSet/>
      <dgm:spPr/>
      <dgm:t>
        <a:bodyPr/>
        <a:lstStyle/>
        <a:p>
          <a:endParaRPr lang="en-US"/>
        </a:p>
      </dgm:t>
    </dgm:pt>
    <dgm:pt modelId="{92033A8D-9A14-45A0-8F4F-BBDFEBF0932D}">
      <dgm:prSet/>
      <dgm:spPr/>
      <dgm:t>
        <a:bodyPr/>
        <a:lstStyle/>
        <a:p>
          <a:r>
            <a:rPr lang="en-US"/>
            <a:t>b) POSIX</a:t>
          </a:r>
        </a:p>
      </dgm:t>
    </dgm:pt>
    <dgm:pt modelId="{47D011C5-4DDE-4679-9262-21CA7ED08B91}" type="parTrans" cxnId="{4600F53B-FE13-404A-9050-504088195B89}">
      <dgm:prSet/>
      <dgm:spPr/>
      <dgm:t>
        <a:bodyPr/>
        <a:lstStyle/>
        <a:p>
          <a:endParaRPr lang="en-US"/>
        </a:p>
      </dgm:t>
    </dgm:pt>
    <dgm:pt modelId="{AAF55CB7-8AA4-4AEF-94BA-93254F23EEE8}" type="sibTrans" cxnId="{4600F53B-FE13-404A-9050-504088195B89}">
      <dgm:prSet/>
      <dgm:spPr/>
      <dgm:t>
        <a:bodyPr/>
        <a:lstStyle/>
        <a:p>
          <a:endParaRPr lang="en-US"/>
        </a:p>
      </dgm:t>
    </dgm:pt>
    <dgm:pt modelId="{45A27100-729C-4EB4-A4EB-83B19CFAB100}">
      <dgm:prSet/>
      <dgm:spPr/>
      <dgm:t>
        <a:bodyPr/>
        <a:lstStyle/>
        <a:p>
          <a:r>
            <a:rPr lang="en-US"/>
            <a:t>c) ELF</a:t>
          </a:r>
        </a:p>
      </dgm:t>
    </dgm:pt>
    <dgm:pt modelId="{13D5D744-719D-4571-A0D1-DA8C88D87973}" type="parTrans" cxnId="{33E625CC-1D40-41AF-9FF4-4C7E0A7DEDF8}">
      <dgm:prSet/>
      <dgm:spPr/>
      <dgm:t>
        <a:bodyPr/>
        <a:lstStyle/>
        <a:p>
          <a:endParaRPr lang="en-US"/>
        </a:p>
      </dgm:t>
    </dgm:pt>
    <dgm:pt modelId="{8E5170A1-3D50-4CA6-B3D6-62DA5DC1E98F}" type="sibTrans" cxnId="{33E625CC-1D40-41AF-9FF4-4C7E0A7DEDF8}">
      <dgm:prSet/>
      <dgm:spPr/>
      <dgm:t>
        <a:bodyPr/>
        <a:lstStyle/>
        <a:p>
          <a:endParaRPr lang="en-US"/>
        </a:p>
      </dgm:t>
    </dgm:pt>
    <dgm:pt modelId="{459B018E-A5F1-4A04-A67F-9AFC65B7E132}">
      <dgm:prSet/>
      <dgm:spPr/>
      <dgm:t>
        <a:bodyPr/>
        <a:lstStyle/>
        <a:p>
          <a:r>
            <a:rPr lang="en-US"/>
            <a:t>d) ISO C</a:t>
          </a:r>
        </a:p>
      </dgm:t>
    </dgm:pt>
    <dgm:pt modelId="{FC8FBBD5-BFE7-4D18-B471-0BCFD3B8E2D1}" type="parTrans" cxnId="{EF5989AB-B79E-4D5B-A43A-E2C28EB0F635}">
      <dgm:prSet/>
      <dgm:spPr/>
      <dgm:t>
        <a:bodyPr/>
        <a:lstStyle/>
        <a:p>
          <a:endParaRPr lang="en-US"/>
        </a:p>
      </dgm:t>
    </dgm:pt>
    <dgm:pt modelId="{71A3141E-ACCB-43CA-BCC8-B46BD62FC343}" type="sibTrans" cxnId="{EF5989AB-B79E-4D5B-A43A-E2C28EB0F635}">
      <dgm:prSet/>
      <dgm:spPr/>
      <dgm:t>
        <a:bodyPr/>
        <a:lstStyle/>
        <a:p>
          <a:endParaRPr lang="en-US"/>
        </a:p>
      </dgm:t>
    </dgm:pt>
    <dgm:pt modelId="{8D6A9AC4-E19B-4D3C-A7A7-67A330B82CD5}">
      <dgm:prSet/>
      <dgm:spPr/>
      <dgm:t>
        <a:bodyPr/>
        <a:lstStyle/>
        <a:p>
          <a:r>
            <a:rPr lang="en-US"/>
            <a:t>4. ¿Qué instrucción retorna valor desde una rutina ARM?</a:t>
          </a:r>
        </a:p>
      </dgm:t>
    </dgm:pt>
    <dgm:pt modelId="{4FFCA886-FA08-4B3E-B145-A2A6965D13EE}" type="parTrans" cxnId="{E3E6D432-05A7-4BF4-ABD1-086B22C122F9}">
      <dgm:prSet/>
      <dgm:spPr/>
      <dgm:t>
        <a:bodyPr/>
        <a:lstStyle/>
        <a:p>
          <a:endParaRPr lang="en-US"/>
        </a:p>
      </dgm:t>
    </dgm:pt>
    <dgm:pt modelId="{2DF1BBAC-BD91-4439-BDB3-1726EC9BC25B}" type="sibTrans" cxnId="{E3E6D432-05A7-4BF4-ABD1-086B22C122F9}">
      <dgm:prSet/>
      <dgm:spPr/>
      <dgm:t>
        <a:bodyPr/>
        <a:lstStyle/>
        <a:p>
          <a:endParaRPr lang="en-US"/>
        </a:p>
      </dgm:t>
    </dgm:pt>
    <dgm:pt modelId="{5E262CF5-6E37-422B-AE0E-07A0D991FE76}">
      <dgm:prSet/>
      <dgm:spPr/>
      <dgm:t>
        <a:bodyPr/>
        <a:lstStyle/>
        <a:p>
          <a:r>
            <a:rPr lang="en-US"/>
            <a:t>a) MOV</a:t>
          </a:r>
        </a:p>
      </dgm:t>
    </dgm:pt>
    <dgm:pt modelId="{16DC061B-20DB-42D9-9A7B-55528977B00F}" type="parTrans" cxnId="{DDAB115A-1A83-472F-B802-6112F477D565}">
      <dgm:prSet/>
      <dgm:spPr/>
      <dgm:t>
        <a:bodyPr/>
        <a:lstStyle/>
        <a:p>
          <a:endParaRPr lang="en-US"/>
        </a:p>
      </dgm:t>
    </dgm:pt>
    <dgm:pt modelId="{E64204E1-19BC-4DA2-A434-8B7102E626F2}" type="sibTrans" cxnId="{DDAB115A-1A83-472F-B802-6112F477D565}">
      <dgm:prSet/>
      <dgm:spPr/>
      <dgm:t>
        <a:bodyPr/>
        <a:lstStyle/>
        <a:p>
          <a:endParaRPr lang="en-US"/>
        </a:p>
      </dgm:t>
    </dgm:pt>
    <dgm:pt modelId="{526DD8B1-B848-4AE7-839F-6AF8F743D1F2}">
      <dgm:prSet/>
      <dgm:spPr/>
      <dgm:t>
        <a:bodyPr/>
        <a:lstStyle/>
        <a:p>
          <a:r>
            <a:rPr lang="en-US"/>
            <a:t>b) BL</a:t>
          </a:r>
        </a:p>
      </dgm:t>
    </dgm:pt>
    <dgm:pt modelId="{288FEB9E-1772-4C01-ACAA-20B466F4B461}" type="parTrans" cxnId="{AFA148F6-84FF-4D2F-8836-E64E6EB2165D}">
      <dgm:prSet/>
      <dgm:spPr/>
      <dgm:t>
        <a:bodyPr/>
        <a:lstStyle/>
        <a:p>
          <a:endParaRPr lang="en-US"/>
        </a:p>
      </dgm:t>
    </dgm:pt>
    <dgm:pt modelId="{1739408D-D4D2-4950-8832-631E390D7324}" type="sibTrans" cxnId="{AFA148F6-84FF-4D2F-8836-E64E6EB2165D}">
      <dgm:prSet/>
      <dgm:spPr/>
      <dgm:t>
        <a:bodyPr/>
        <a:lstStyle/>
        <a:p>
          <a:endParaRPr lang="en-US"/>
        </a:p>
      </dgm:t>
    </dgm:pt>
    <dgm:pt modelId="{7B70BC14-2DE7-4350-B290-A7C9BA398360}">
      <dgm:prSet/>
      <dgm:spPr/>
      <dgm:t>
        <a:bodyPr/>
        <a:lstStyle/>
        <a:p>
          <a:r>
            <a:rPr lang="en-US"/>
            <a:t>c) RET</a:t>
          </a:r>
        </a:p>
      </dgm:t>
    </dgm:pt>
    <dgm:pt modelId="{4DE9FFAD-3A82-4B88-AB11-D68B5E8DAADB}" type="parTrans" cxnId="{6E226895-1527-4CCC-982D-FB294716AFC1}">
      <dgm:prSet/>
      <dgm:spPr/>
      <dgm:t>
        <a:bodyPr/>
        <a:lstStyle/>
        <a:p>
          <a:endParaRPr lang="en-US"/>
        </a:p>
      </dgm:t>
    </dgm:pt>
    <dgm:pt modelId="{4D373DD9-D681-4BE6-874A-9F947683711D}" type="sibTrans" cxnId="{6E226895-1527-4CCC-982D-FB294716AFC1}">
      <dgm:prSet/>
      <dgm:spPr/>
      <dgm:t>
        <a:bodyPr/>
        <a:lstStyle/>
        <a:p>
          <a:endParaRPr lang="en-US"/>
        </a:p>
      </dgm:t>
    </dgm:pt>
    <dgm:pt modelId="{F92488DF-E544-4941-98AA-DE7E4F637A26}">
      <dgm:prSet/>
      <dgm:spPr/>
      <dgm:t>
        <a:bodyPr/>
        <a:lstStyle/>
        <a:p>
          <a:r>
            <a:rPr lang="en-US"/>
            <a:t>d) ADD</a:t>
          </a:r>
        </a:p>
      </dgm:t>
    </dgm:pt>
    <dgm:pt modelId="{EA320B9B-D0C2-4DE0-87CE-C7DC75CFD837}" type="parTrans" cxnId="{18409B9B-2249-403E-912F-4DD773A72AEC}">
      <dgm:prSet/>
      <dgm:spPr/>
      <dgm:t>
        <a:bodyPr/>
        <a:lstStyle/>
        <a:p>
          <a:endParaRPr lang="en-US"/>
        </a:p>
      </dgm:t>
    </dgm:pt>
    <dgm:pt modelId="{4B0404AB-C01A-4C59-80CE-6D0CB30CB935}" type="sibTrans" cxnId="{18409B9B-2249-403E-912F-4DD773A72AEC}">
      <dgm:prSet/>
      <dgm:spPr/>
      <dgm:t>
        <a:bodyPr/>
        <a:lstStyle/>
        <a:p>
          <a:endParaRPr lang="en-US"/>
        </a:p>
      </dgm:t>
    </dgm:pt>
    <dgm:pt modelId="{E2A1767D-005E-4D6C-9955-38EBFC46EAAB}">
      <dgm:prSet/>
      <dgm:spPr/>
      <dgm:t>
        <a:bodyPr/>
        <a:lstStyle/>
        <a:p>
          <a:r>
            <a:rPr lang="en-US"/>
            <a:t>5. ¿Qué comando enlaza módulos?</a:t>
          </a:r>
        </a:p>
      </dgm:t>
    </dgm:pt>
    <dgm:pt modelId="{D8AA0541-A7E8-4DD4-84AB-0026C2C3907D}" type="parTrans" cxnId="{17CF3C47-F20E-4DB3-AAD8-6333564360D0}">
      <dgm:prSet/>
      <dgm:spPr/>
      <dgm:t>
        <a:bodyPr/>
        <a:lstStyle/>
        <a:p>
          <a:endParaRPr lang="en-US"/>
        </a:p>
      </dgm:t>
    </dgm:pt>
    <dgm:pt modelId="{5D99793C-09EA-4236-BA0D-DDBEBBA6F15C}" type="sibTrans" cxnId="{17CF3C47-F20E-4DB3-AAD8-6333564360D0}">
      <dgm:prSet/>
      <dgm:spPr/>
      <dgm:t>
        <a:bodyPr/>
        <a:lstStyle/>
        <a:p>
          <a:endParaRPr lang="en-US"/>
        </a:p>
      </dgm:t>
    </dgm:pt>
    <dgm:pt modelId="{942486D7-D597-4697-B850-1732B3F6A6B8}">
      <dgm:prSet/>
      <dgm:spPr/>
      <dgm:t>
        <a:bodyPr/>
        <a:lstStyle/>
        <a:p>
          <a:r>
            <a:rPr lang="en-US"/>
            <a:t>a) as</a:t>
          </a:r>
        </a:p>
      </dgm:t>
    </dgm:pt>
    <dgm:pt modelId="{360A8776-8444-49FA-A54E-6325C2431493}" type="parTrans" cxnId="{39288C95-1974-4EE8-9293-DF3DE0A6609A}">
      <dgm:prSet/>
      <dgm:spPr/>
      <dgm:t>
        <a:bodyPr/>
        <a:lstStyle/>
        <a:p>
          <a:endParaRPr lang="en-US"/>
        </a:p>
      </dgm:t>
    </dgm:pt>
    <dgm:pt modelId="{DE9CB478-B7A9-41D8-B43C-17D004E10A60}" type="sibTrans" cxnId="{39288C95-1974-4EE8-9293-DF3DE0A6609A}">
      <dgm:prSet/>
      <dgm:spPr/>
      <dgm:t>
        <a:bodyPr/>
        <a:lstStyle/>
        <a:p>
          <a:endParaRPr lang="en-US"/>
        </a:p>
      </dgm:t>
    </dgm:pt>
    <dgm:pt modelId="{BBFB5588-FE31-46AA-B51C-51B6EC8AA43E}">
      <dgm:prSet/>
      <dgm:spPr/>
      <dgm:t>
        <a:bodyPr/>
        <a:lstStyle/>
        <a:p>
          <a:r>
            <a:rPr lang="en-US"/>
            <a:t>b) ld</a:t>
          </a:r>
        </a:p>
      </dgm:t>
    </dgm:pt>
    <dgm:pt modelId="{C07D22F4-1764-417A-BEF9-E59A6B929FC1}" type="parTrans" cxnId="{0C4DECA3-B92B-4BDE-8566-4694AD2A3ED6}">
      <dgm:prSet/>
      <dgm:spPr/>
      <dgm:t>
        <a:bodyPr/>
        <a:lstStyle/>
        <a:p>
          <a:endParaRPr lang="en-US"/>
        </a:p>
      </dgm:t>
    </dgm:pt>
    <dgm:pt modelId="{DDCA6AC8-868B-4623-A7D5-C545A010269C}" type="sibTrans" cxnId="{0C4DECA3-B92B-4BDE-8566-4694AD2A3ED6}">
      <dgm:prSet/>
      <dgm:spPr/>
      <dgm:t>
        <a:bodyPr/>
        <a:lstStyle/>
        <a:p>
          <a:endParaRPr lang="en-US"/>
        </a:p>
      </dgm:t>
    </dgm:pt>
    <dgm:pt modelId="{E05E82F2-7B43-41CE-BB8D-A46EA9437644}">
      <dgm:prSet/>
      <dgm:spPr/>
      <dgm:t>
        <a:bodyPr/>
        <a:lstStyle/>
        <a:p>
          <a:r>
            <a:rPr lang="en-US"/>
            <a:t>c) gcc</a:t>
          </a:r>
        </a:p>
      </dgm:t>
    </dgm:pt>
    <dgm:pt modelId="{C12A76A8-4826-4C8B-A0F4-ECBF34F9C9DD}" type="parTrans" cxnId="{B7A11D17-221E-4CE1-85D7-4EB35BA48A0B}">
      <dgm:prSet/>
      <dgm:spPr/>
      <dgm:t>
        <a:bodyPr/>
        <a:lstStyle/>
        <a:p>
          <a:endParaRPr lang="en-US"/>
        </a:p>
      </dgm:t>
    </dgm:pt>
    <dgm:pt modelId="{3745E207-5A3A-4CAF-9F12-5B5CFFB8A560}" type="sibTrans" cxnId="{B7A11D17-221E-4CE1-85D7-4EB35BA48A0B}">
      <dgm:prSet/>
      <dgm:spPr/>
      <dgm:t>
        <a:bodyPr/>
        <a:lstStyle/>
        <a:p>
          <a:endParaRPr lang="en-US"/>
        </a:p>
      </dgm:t>
    </dgm:pt>
    <dgm:pt modelId="{227E93B4-6367-4F3C-8676-B62A21280894}">
      <dgm:prSet/>
      <dgm:spPr/>
      <dgm:t>
        <a:bodyPr/>
        <a:lstStyle/>
        <a:p>
          <a:r>
            <a:rPr lang="en-US"/>
            <a:t>d) objdump</a:t>
          </a:r>
        </a:p>
      </dgm:t>
    </dgm:pt>
    <dgm:pt modelId="{280FFA2A-03B7-45DB-9841-BC3E705BE9C8}" type="parTrans" cxnId="{5C4528F4-211E-4F61-BF1A-9E3198BD076B}">
      <dgm:prSet/>
      <dgm:spPr/>
      <dgm:t>
        <a:bodyPr/>
        <a:lstStyle/>
        <a:p>
          <a:endParaRPr lang="en-US"/>
        </a:p>
      </dgm:t>
    </dgm:pt>
    <dgm:pt modelId="{EF8D5AE6-C288-4BE9-BE1B-6F86502A7C4B}" type="sibTrans" cxnId="{5C4528F4-211E-4F61-BF1A-9E3198BD076B}">
      <dgm:prSet/>
      <dgm:spPr/>
      <dgm:t>
        <a:bodyPr/>
        <a:lstStyle/>
        <a:p>
          <a:endParaRPr lang="en-US"/>
        </a:p>
      </dgm:t>
    </dgm:pt>
    <dgm:pt modelId="{2322F006-8AE1-4735-A237-B3DB21BFD8F7}" type="pres">
      <dgm:prSet presAssocID="{2DEADCF5-B12E-425D-AFEA-2A8FA8A1A78A}" presName="diagram" presStyleCnt="0">
        <dgm:presLayoutVars>
          <dgm:dir/>
          <dgm:resizeHandles val="exact"/>
        </dgm:presLayoutVars>
      </dgm:prSet>
      <dgm:spPr/>
    </dgm:pt>
    <dgm:pt modelId="{837095C4-0CBD-4A0D-BBBA-8664EEFE1A2D}" type="pres">
      <dgm:prSet presAssocID="{0736794D-9D09-4803-ABD6-A8705E3BAE0D}" presName="node" presStyleLbl="node1" presStyleIdx="0" presStyleCnt="25">
        <dgm:presLayoutVars>
          <dgm:bulletEnabled val="1"/>
        </dgm:presLayoutVars>
      </dgm:prSet>
      <dgm:spPr/>
    </dgm:pt>
    <dgm:pt modelId="{A88BE042-FC7D-4042-81F9-9828E21A12E8}" type="pres">
      <dgm:prSet presAssocID="{848FB2B2-7F9C-4F22-BC60-233AFB3509F2}" presName="sibTrans" presStyleCnt="0"/>
      <dgm:spPr/>
    </dgm:pt>
    <dgm:pt modelId="{5A411366-6AE9-47E8-B079-10E02E2E4C13}" type="pres">
      <dgm:prSet presAssocID="{DA53AA82-CDA5-40ED-A3EA-726FDBD76622}" presName="node" presStyleLbl="node1" presStyleIdx="1" presStyleCnt="25">
        <dgm:presLayoutVars>
          <dgm:bulletEnabled val="1"/>
        </dgm:presLayoutVars>
      </dgm:prSet>
      <dgm:spPr/>
    </dgm:pt>
    <dgm:pt modelId="{4A601F3A-F7A0-40EF-9E85-EE0D2BAC7D10}" type="pres">
      <dgm:prSet presAssocID="{E2240EBF-06FC-47BC-8AB5-79CDCC75D069}" presName="sibTrans" presStyleCnt="0"/>
      <dgm:spPr/>
    </dgm:pt>
    <dgm:pt modelId="{7B4FC217-3062-4096-A2A0-8C79C1A60E29}" type="pres">
      <dgm:prSet presAssocID="{F2338089-35CE-4DA0-817A-429C71E83B57}" presName="node" presStyleLbl="node1" presStyleIdx="2" presStyleCnt="25">
        <dgm:presLayoutVars>
          <dgm:bulletEnabled val="1"/>
        </dgm:presLayoutVars>
      </dgm:prSet>
      <dgm:spPr/>
    </dgm:pt>
    <dgm:pt modelId="{03B51629-03F2-479C-9A75-858D70B83D2C}" type="pres">
      <dgm:prSet presAssocID="{6F7DE13D-842F-459D-958A-14C4C9A9030F}" presName="sibTrans" presStyleCnt="0"/>
      <dgm:spPr/>
    </dgm:pt>
    <dgm:pt modelId="{AEF70DFE-922E-4D15-ADE1-F0C08692641B}" type="pres">
      <dgm:prSet presAssocID="{8BECA16D-CD78-4737-B2C0-9EF42B02D0C9}" presName="node" presStyleLbl="node1" presStyleIdx="3" presStyleCnt="25">
        <dgm:presLayoutVars>
          <dgm:bulletEnabled val="1"/>
        </dgm:presLayoutVars>
      </dgm:prSet>
      <dgm:spPr/>
    </dgm:pt>
    <dgm:pt modelId="{E564016D-3507-4D79-AA16-F25E83027AAE}" type="pres">
      <dgm:prSet presAssocID="{3679B8D0-B821-4DCD-9F68-A527D5851250}" presName="sibTrans" presStyleCnt="0"/>
      <dgm:spPr/>
    </dgm:pt>
    <dgm:pt modelId="{7779FE4F-2683-46E0-997B-1E74DC482B46}" type="pres">
      <dgm:prSet presAssocID="{D5F85EE7-5D17-4047-AB97-06592B887870}" presName="node" presStyleLbl="node1" presStyleIdx="4" presStyleCnt="25">
        <dgm:presLayoutVars>
          <dgm:bulletEnabled val="1"/>
        </dgm:presLayoutVars>
      </dgm:prSet>
      <dgm:spPr/>
    </dgm:pt>
    <dgm:pt modelId="{5AE4DD36-25E7-4DA8-B5C5-9662D98AF9E0}" type="pres">
      <dgm:prSet presAssocID="{E642B9E0-285A-498E-9AF1-12C8BE2F6D82}" presName="sibTrans" presStyleCnt="0"/>
      <dgm:spPr/>
    </dgm:pt>
    <dgm:pt modelId="{32846EEB-73CF-4FFC-B60C-C0C33CFACC24}" type="pres">
      <dgm:prSet presAssocID="{618B2644-B1EE-4E40-9BD6-8C95B73DD5F6}" presName="node" presStyleLbl="node1" presStyleIdx="5" presStyleCnt="25">
        <dgm:presLayoutVars>
          <dgm:bulletEnabled val="1"/>
        </dgm:presLayoutVars>
      </dgm:prSet>
      <dgm:spPr/>
    </dgm:pt>
    <dgm:pt modelId="{E58DE38E-AE24-4065-919C-0DBB1B59941B}" type="pres">
      <dgm:prSet presAssocID="{3A32F783-3DE6-437C-8737-2EE01D88F779}" presName="sibTrans" presStyleCnt="0"/>
      <dgm:spPr/>
    </dgm:pt>
    <dgm:pt modelId="{9EBC9CF8-476B-4DC3-A52E-2ECBAE7EF23F}" type="pres">
      <dgm:prSet presAssocID="{517215A4-A4F1-48C5-B752-D930CC1B450C}" presName="node" presStyleLbl="node1" presStyleIdx="6" presStyleCnt="25">
        <dgm:presLayoutVars>
          <dgm:bulletEnabled val="1"/>
        </dgm:presLayoutVars>
      </dgm:prSet>
      <dgm:spPr/>
    </dgm:pt>
    <dgm:pt modelId="{C89C10A9-513C-432A-9421-9DB3A5904CF7}" type="pres">
      <dgm:prSet presAssocID="{B56BF501-FAF2-44A0-A9B0-9FC9743C116A}" presName="sibTrans" presStyleCnt="0"/>
      <dgm:spPr/>
    </dgm:pt>
    <dgm:pt modelId="{6713A4A2-760E-4AEE-A0A2-7DB17CE2D236}" type="pres">
      <dgm:prSet presAssocID="{BBC5E3D5-5ACB-4366-9E87-26B3ABB2DA5E}" presName="node" presStyleLbl="node1" presStyleIdx="7" presStyleCnt="25">
        <dgm:presLayoutVars>
          <dgm:bulletEnabled val="1"/>
        </dgm:presLayoutVars>
      </dgm:prSet>
      <dgm:spPr/>
    </dgm:pt>
    <dgm:pt modelId="{138D56D6-622B-499D-9B94-BFDECECA74F1}" type="pres">
      <dgm:prSet presAssocID="{48398CB5-2144-4F12-9A85-B80A6BDEAEA5}" presName="sibTrans" presStyleCnt="0"/>
      <dgm:spPr/>
    </dgm:pt>
    <dgm:pt modelId="{71C7F063-DAD5-420B-A9B9-C11B1E738406}" type="pres">
      <dgm:prSet presAssocID="{90F5702E-4748-45BE-8430-41ECD14D576E}" presName="node" presStyleLbl="node1" presStyleIdx="8" presStyleCnt="25">
        <dgm:presLayoutVars>
          <dgm:bulletEnabled val="1"/>
        </dgm:presLayoutVars>
      </dgm:prSet>
      <dgm:spPr/>
    </dgm:pt>
    <dgm:pt modelId="{8C4472CA-225F-4234-86ED-D8ABE188EA6E}" type="pres">
      <dgm:prSet presAssocID="{4C5743AA-4AC5-47C5-9348-53599563460C}" presName="sibTrans" presStyleCnt="0"/>
      <dgm:spPr/>
    </dgm:pt>
    <dgm:pt modelId="{1F1BFDEC-0F64-4603-99D1-0ACE90DAE417}" type="pres">
      <dgm:prSet presAssocID="{586B6D80-C114-4112-94BE-D5A3E91485D7}" presName="node" presStyleLbl="node1" presStyleIdx="9" presStyleCnt="25">
        <dgm:presLayoutVars>
          <dgm:bulletEnabled val="1"/>
        </dgm:presLayoutVars>
      </dgm:prSet>
      <dgm:spPr/>
    </dgm:pt>
    <dgm:pt modelId="{6C08FDC0-D6D5-41AE-A139-8853461140D5}" type="pres">
      <dgm:prSet presAssocID="{A181A777-4B33-46B6-BFFF-0C0553C6F0DC}" presName="sibTrans" presStyleCnt="0"/>
      <dgm:spPr/>
    </dgm:pt>
    <dgm:pt modelId="{94AC8384-84F3-4DAC-A286-CFC438CBD573}" type="pres">
      <dgm:prSet presAssocID="{DD2E78CF-54BF-4588-AD0B-2D9FA7F2FC2C}" presName="node" presStyleLbl="node1" presStyleIdx="10" presStyleCnt="25">
        <dgm:presLayoutVars>
          <dgm:bulletEnabled val="1"/>
        </dgm:presLayoutVars>
      </dgm:prSet>
      <dgm:spPr/>
    </dgm:pt>
    <dgm:pt modelId="{1C33F5DD-FA9E-4C2A-8C82-12F57F210118}" type="pres">
      <dgm:prSet presAssocID="{47ABA6A6-3C19-4F2C-B802-568F0BEE1D13}" presName="sibTrans" presStyleCnt="0"/>
      <dgm:spPr/>
    </dgm:pt>
    <dgm:pt modelId="{5B12DB3E-539B-4B4C-AC18-29A909FC062B}" type="pres">
      <dgm:prSet presAssocID="{002AEFC3-5AE4-4E33-8AB7-16FCBB663D79}" presName="node" presStyleLbl="node1" presStyleIdx="11" presStyleCnt="25">
        <dgm:presLayoutVars>
          <dgm:bulletEnabled val="1"/>
        </dgm:presLayoutVars>
      </dgm:prSet>
      <dgm:spPr/>
    </dgm:pt>
    <dgm:pt modelId="{9B70A28B-BE29-4D7B-8150-775797E50F30}" type="pres">
      <dgm:prSet presAssocID="{7E049B3D-E0B6-4C98-A63A-BFDCCA42ADC9}" presName="sibTrans" presStyleCnt="0"/>
      <dgm:spPr/>
    </dgm:pt>
    <dgm:pt modelId="{09275B8E-625D-4DEA-B0BC-EBB9198EE8FB}" type="pres">
      <dgm:prSet presAssocID="{92033A8D-9A14-45A0-8F4F-BBDFEBF0932D}" presName="node" presStyleLbl="node1" presStyleIdx="12" presStyleCnt="25">
        <dgm:presLayoutVars>
          <dgm:bulletEnabled val="1"/>
        </dgm:presLayoutVars>
      </dgm:prSet>
      <dgm:spPr/>
    </dgm:pt>
    <dgm:pt modelId="{E692C423-B9D6-4415-8521-00761FAA055B}" type="pres">
      <dgm:prSet presAssocID="{AAF55CB7-8AA4-4AEF-94BA-93254F23EEE8}" presName="sibTrans" presStyleCnt="0"/>
      <dgm:spPr/>
    </dgm:pt>
    <dgm:pt modelId="{F74ABC46-64D1-467F-9819-603C9423E213}" type="pres">
      <dgm:prSet presAssocID="{45A27100-729C-4EB4-A4EB-83B19CFAB100}" presName="node" presStyleLbl="node1" presStyleIdx="13" presStyleCnt="25">
        <dgm:presLayoutVars>
          <dgm:bulletEnabled val="1"/>
        </dgm:presLayoutVars>
      </dgm:prSet>
      <dgm:spPr/>
    </dgm:pt>
    <dgm:pt modelId="{3A2AF9D4-BBCB-4F17-81C1-AE75BE1E56A1}" type="pres">
      <dgm:prSet presAssocID="{8E5170A1-3D50-4CA6-B3D6-62DA5DC1E98F}" presName="sibTrans" presStyleCnt="0"/>
      <dgm:spPr/>
    </dgm:pt>
    <dgm:pt modelId="{C7A23061-E7EE-456E-BA12-5D0AD2DAE21A}" type="pres">
      <dgm:prSet presAssocID="{459B018E-A5F1-4A04-A67F-9AFC65B7E132}" presName="node" presStyleLbl="node1" presStyleIdx="14" presStyleCnt="25">
        <dgm:presLayoutVars>
          <dgm:bulletEnabled val="1"/>
        </dgm:presLayoutVars>
      </dgm:prSet>
      <dgm:spPr/>
    </dgm:pt>
    <dgm:pt modelId="{A44E54BE-F67F-43DF-8E39-0F9FCD3C9B3A}" type="pres">
      <dgm:prSet presAssocID="{71A3141E-ACCB-43CA-BCC8-B46BD62FC343}" presName="sibTrans" presStyleCnt="0"/>
      <dgm:spPr/>
    </dgm:pt>
    <dgm:pt modelId="{A4D08884-77C0-41E6-B658-ECE41A9EB146}" type="pres">
      <dgm:prSet presAssocID="{8D6A9AC4-E19B-4D3C-A7A7-67A330B82CD5}" presName="node" presStyleLbl="node1" presStyleIdx="15" presStyleCnt="25">
        <dgm:presLayoutVars>
          <dgm:bulletEnabled val="1"/>
        </dgm:presLayoutVars>
      </dgm:prSet>
      <dgm:spPr/>
    </dgm:pt>
    <dgm:pt modelId="{8E9EC5FA-E46B-485C-A38E-A24083ED1088}" type="pres">
      <dgm:prSet presAssocID="{2DF1BBAC-BD91-4439-BDB3-1726EC9BC25B}" presName="sibTrans" presStyleCnt="0"/>
      <dgm:spPr/>
    </dgm:pt>
    <dgm:pt modelId="{0879A31F-E571-4581-B8F0-7396062F3BE2}" type="pres">
      <dgm:prSet presAssocID="{5E262CF5-6E37-422B-AE0E-07A0D991FE76}" presName="node" presStyleLbl="node1" presStyleIdx="16" presStyleCnt="25">
        <dgm:presLayoutVars>
          <dgm:bulletEnabled val="1"/>
        </dgm:presLayoutVars>
      </dgm:prSet>
      <dgm:spPr/>
    </dgm:pt>
    <dgm:pt modelId="{9F220FE9-3658-4C5A-8CA7-83A4560E869E}" type="pres">
      <dgm:prSet presAssocID="{E64204E1-19BC-4DA2-A434-8B7102E626F2}" presName="sibTrans" presStyleCnt="0"/>
      <dgm:spPr/>
    </dgm:pt>
    <dgm:pt modelId="{54258735-45AB-4E0E-96D7-1A92C431B491}" type="pres">
      <dgm:prSet presAssocID="{526DD8B1-B848-4AE7-839F-6AF8F743D1F2}" presName="node" presStyleLbl="node1" presStyleIdx="17" presStyleCnt="25">
        <dgm:presLayoutVars>
          <dgm:bulletEnabled val="1"/>
        </dgm:presLayoutVars>
      </dgm:prSet>
      <dgm:spPr/>
    </dgm:pt>
    <dgm:pt modelId="{B8194F5E-249B-444E-9E36-698E238B790F}" type="pres">
      <dgm:prSet presAssocID="{1739408D-D4D2-4950-8832-631E390D7324}" presName="sibTrans" presStyleCnt="0"/>
      <dgm:spPr/>
    </dgm:pt>
    <dgm:pt modelId="{3F52E697-4BCC-41C5-83F2-D28E5EBBB0B4}" type="pres">
      <dgm:prSet presAssocID="{7B70BC14-2DE7-4350-B290-A7C9BA398360}" presName="node" presStyleLbl="node1" presStyleIdx="18" presStyleCnt="25">
        <dgm:presLayoutVars>
          <dgm:bulletEnabled val="1"/>
        </dgm:presLayoutVars>
      </dgm:prSet>
      <dgm:spPr/>
    </dgm:pt>
    <dgm:pt modelId="{225519F6-E3C9-4A03-8C78-E64FE8DB7E7B}" type="pres">
      <dgm:prSet presAssocID="{4D373DD9-D681-4BE6-874A-9F947683711D}" presName="sibTrans" presStyleCnt="0"/>
      <dgm:spPr/>
    </dgm:pt>
    <dgm:pt modelId="{65019EB5-7B7C-4FE1-BF7F-771DCF8A4615}" type="pres">
      <dgm:prSet presAssocID="{F92488DF-E544-4941-98AA-DE7E4F637A26}" presName="node" presStyleLbl="node1" presStyleIdx="19" presStyleCnt="25">
        <dgm:presLayoutVars>
          <dgm:bulletEnabled val="1"/>
        </dgm:presLayoutVars>
      </dgm:prSet>
      <dgm:spPr/>
    </dgm:pt>
    <dgm:pt modelId="{8E9C0B7B-9FD8-48A9-864B-A188639A9842}" type="pres">
      <dgm:prSet presAssocID="{4B0404AB-C01A-4C59-80CE-6D0CB30CB935}" presName="sibTrans" presStyleCnt="0"/>
      <dgm:spPr/>
    </dgm:pt>
    <dgm:pt modelId="{3038CA45-190C-4CA4-94D5-D01C27E99FE2}" type="pres">
      <dgm:prSet presAssocID="{E2A1767D-005E-4D6C-9955-38EBFC46EAAB}" presName="node" presStyleLbl="node1" presStyleIdx="20" presStyleCnt="25">
        <dgm:presLayoutVars>
          <dgm:bulletEnabled val="1"/>
        </dgm:presLayoutVars>
      </dgm:prSet>
      <dgm:spPr/>
    </dgm:pt>
    <dgm:pt modelId="{534BBB32-DE6A-43E5-916D-ACA797E4A7E2}" type="pres">
      <dgm:prSet presAssocID="{5D99793C-09EA-4236-BA0D-DDBEBBA6F15C}" presName="sibTrans" presStyleCnt="0"/>
      <dgm:spPr/>
    </dgm:pt>
    <dgm:pt modelId="{63E6E075-4373-4983-9132-1CF3A2FFECA9}" type="pres">
      <dgm:prSet presAssocID="{942486D7-D597-4697-B850-1732B3F6A6B8}" presName="node" presStyleLbl="node1" presStyleIdx="21" presStyleCnt="25">
        <dgm:presLayoutVars>
          <dgm:bulletEnabled val="1"/>
        </dgm:presLayoutVars>
      </dgm:prSet>
      <dgm:spPr/>
    </dgm:pt>
    <dgm:pt modelId="{0B015627-3CFD-47EF-AF1A-7F3FF8FE153B}" type="pres">
      <dgm:prSet presAssocID="{DE9CB478-B7A9-41D8-B43C-17D004E10A60}" presName="sibTrans" presStyleCnt="0"/>
      <dgm:spPr/>
    </dgm:pt>
    <dgm:pt modelId="{A70B02B0-5A95-4AEA-8666-85049C87B798}" type="pres">
      <dgm:prSet presAssocID="{BBFB5588-FE31-46AA-B51C-51B6EC8AA43E}" presName="node" presStyleLbl="node1" presStyleIdx="22" presStyleCnt="25">
        <dgm:presLayoutVars>
          <dgm:bulletEnabled val="1"/>
        </dgm:presLayoutVars>
      </dgm:prSet>
      <dgm:spPr/>
    </dgm:pt>
    <dgm:pt modelId="{C4EE3588-E14A-4019-B866-A5BC4FEDFD93}" type="pres">
      <dgm:prSet presAssocID="{DDCA6AC8-868B-4623-A7D5-C545A010269C}" presName="sibTrans" presStyleCnt="0"/>
      <dgm:spPr/>
    </dgm:pt>
    <dgm:pt modelId="{6BBC12D6-3C3A-4EE6-9F25-453BF726D5BC}" type="pres">
      <dgm:prSet presAssocID="{E05E82F2-7B43-41CE-BB8D-A46EA9437644}" presName="node" presStyleLbl="node1" presStyleIdx="23" presStyleCnt="25">
        <dgm:presLayoutVars>
          <dgm:bulletEnabled val="1"/>
        </dgm:presLayoutVars>
      </dgm:prSet>
      <dgm:spPr/>
    </dgm:pt>
    <dgm:pt modelId="{5EE71D73-EE61-494A-ADCB-4EF7EF885026}" type="pres">
      <dgm:prSet presAssocID="{3745E207-5A3A-4CAF-9F12-5B5CFFB8A560}" presName="sibTrans" presStyleCnt="0"/>
      <dgm:spPr/>
    </dgm:pt>
    <dgm:pt modelId="{ADC4F00E-445C-4BED-A405-C4900DF10D12}" type="pres">
      <dgm:prSet presAssocID="{227E93B4-6367-4F3C-8676-B62A21280894}" presName="node" presStyleLbl="node1" presStyleIdx="24" presStyleCnt="25">
        <dgm:presLayoutVars>
          <dgm:bulletEnabled val="1"/>
        </dgm:presLayoutVars>
      </dgm:prSet>
      <dgm:spPr/>
    </dgm:pt>
  </dgm:ptLst>
  <dgm:cxnLst>
    <dgm:cxn modelId="{3D7BA306-F85D-494B-B86F-7D65AB552F6B}" srcId="{2DEADCF5-B12E-425D-AFEA-2A8FA8A1A78A}" destId="{586B6D80-C114-4112-94BE-D5A3E91485D7}" srcOrd="9" destOrd="0" parTransId="{87E939BD-F880-4996-B5C6-E7C88DD38CAA}" sibTransId="{A181A777-4B33-46B6-BFFF-0C0553C6F0DC}"/>
    <dgm:cxn modelId="{B7A11D17-221E-4CE1-85D7-4EB35BA48A0B}" srcId="{2DEADCF5-B12E-425D-AFEA-2A8FA8A1A78A}" destId="{E05E82F2-7B43-41CE-BB8D-A46EA9437644}" srcOrd="23" destOrd="0" parTransId="{C12A76A8-4826-4C8B-A0F4-ECBF34F9C9DD}" sibTransId="{3745E207-5A3A-4CAF-9F12-5B5CFFB8A560}"/>
    <dgm:cxn modelId="{C7A75422-583B-467F-B312-F88794EFD2BA}" type="presOf" srcId="{586B6D80-C114-4112-94BE-D5A3E91485D7}" destId="{1F1BFDEC-0F64-4603-99D1-0ACE90DAE417}" srcOrd="0" destOrd="0" presId="urn:microsoft.com/office/officeart/2005/8/layout/default"/>
    <dgm:cxn modelId="{ED856C24-C26A-4951-B502-4620D3855840}" type="presOf" srcId="{517215A4-A4F1-48C5-B752-D930CC1B450C}" destId="{9EBC9CF8-476B-4DC3-A52E-2ECBAE7EF23F}" srcOrd="0" destOrd="0" presId="urn:microsoft.com/office/officeart/2005/8/layout/default"/>
    <dgm:cxn modelId="{18B0F327-8C0E-4143-825A-79118FC0D55C}" srcId="{2DEADCF5-B12E-425D-AFEA-2A8FA8A1A78A}" destId="{517215A4-A4F1-48C5-B752-D930CC1B450C}" srcOrd="6" destOrd="0" parTransId="{B68DC664-4E77-41EC-8D2F-95A99164EE5B}" sibTransId="{B56BF501-FAF2-44A0-A9B0-9FC9743C116A}"/>
    <dgm:cxn modelId="{E3E6D432-05A7-4BF4-ABD1-086B22C122F9}" srcId="{2DEADCF5-B12E-425D-AFEA-2A8FA8A1A78A}" destId="{8D6A9AC4-E19B-4D3C-A7A7-67A330B82CD5}" srcOrd="15" destOrd="0" parTransId="{4FFCA886-FA08-4B3E-B145-A2A6965D13EE}" sibTransId="{2DF1BBAC-BD91-4439-BDB3-1726EC9BC25B}"/>
    <dgm:cxn modelId="{1B472B35-FBE3-43B4-AD38-70C635A87A55}" srcId="{2DEADCF5-B12E-425D-AFEA-2A8FA8A1A78A}" destId="{90F5702E-4748-45BE-8430-41ECD14D576E}" srcOrd="8" destOrd="0" parTransId="{06A12422-5FA5-4516-A3A1-B851A60A127D}" sibTransId="{4C5743AA-4AC5-47C5-9348-53599563460C}"/>
    <dgm:cxn modelId="{4600F53B-FE13-404A-9050-504088195B89}" srcId="{2DEADCF5-B12E-425D-AFEA-2A8FA8A1A78A}" destId="{92033A8D-9A14-45A0-8F4F-BBDFEBF0932D}" srcOrd="12" destOrd="0" parTransId="{47D011C5-4DDE-4679-9262-21CA7ED08B91}" sibTransId="{AAF55CB7-8AA4-4AEF-94BA-93254F23EEE8}"/>
    <dgm:cxn modelId="{B0B3243D-4ABA-45C7-ABE4-CA032E84D52A}" srcId="{2DEADCF5-B12E-425D-AFEA-2A8FA8A1A78A}" destId="{D5F85EE7-5D17-4047-AB97-06592B887870}" srcOrd="4" destOrd="0" parTransId="{5CB259D8-17D7-4965-ADDC-58EB71254686}" sibTransId="{E642B9E0-285A-498E-9AF1-12C8BE2F6D82}"/>
    <dgm:cxn modelId="{AF74B95B-9A0B-41E6-8051-379D9CC222D2}" srcId="{2DEADCF5-B12E-425D-AFEA-2A8FA8A1A78A}" destId="{002AEFC3-5AE4-4E33-8AB7-16FCBB663D79}" srcOrd="11" destOrd="0" parTransId="{5FCA4C5A-F386-4CF6-AD7D-24AF7D5F7A8A}" sibTransId="{7E049B3D-E0B6-4C98-A63A-BFDCCA42ADC9}"/>
    <dgm:cxn modelId="{46A7605F-EC5E-4E8C-86A1-FF7C03FC26F1}" type="presOf" srcId="{2DEADCF5-B12E-425D-AFEA-2A8FA8A1A78A}" destId="{2322F006-8AE1-4735-A237-B3DB21BFD8F7}" srcOrd="0" destOrd="0" presId="urn:microsoft.com/office/officeart/2005/8/layout/default"/>
    <dgm:cxn modelId="{DBEDCF42-3EFA-4EBE-B3C1-EFB6F4AFF7B7}" type="presOf" srcId="{942486D7-D597-4697-B850-1732B3F6A6B8}" destId="{63E6E075-4373-4983-9132-1CF3A2FFECA9}" srcOrd="0" destOrd="0" presId="urn:microsoft.com/office/officeart/2005/8/layout/default"/>
    <dgm:cxn modelId="{26E9DB64-8C9E-4C54-A3E8-56D38614110A}" srcId="{2DEADCF5-B12E-425D-AFEA-2A8FA8A1A78A}" destId="{DD2E78CF-54BF-4588-AD0B-2D9FA7F2FC2C}" srcOrd="10" destOrd="0" parTransId="{73CFD7C0-2BD6-4097-8C88-223A6B3A4313}" sibTransId="{47ABA6A6-3C19-4F2C-B802-568F0BEE1D13}"/>
    <dgm:cxn modelId="{17CF3C47-F20E-4DB3-AAD8-6333564360D0}" srcId="{2DEADCF5-B12E-425D-AFEA-2A8FA8A1A78A}" destId="{E2A1767D-005E-4D6C-9955-38EBFC46EAAB}" srcOrd="20" destOrd="0" parTransId="{D8AA0541-A7E8-4DD4-84AB-0026C2C3907D}" sibTransId="{5D99793C-09EA-4236-BA0D-DDBEBBA6F15C}"/>
    <dgm:cxn modelId="{DB649367-2735-4558-B142-3C434A52CB3A}" srcId="{2DEADCF5-B12E-425D-AFEA-2A8FA8A1A78A}" destId="{DA53AA82-CDA5-40ED-A3EA-726FDBD76622}" srcOrd="1" destOrd="0" parTransId="{327F2EAD-F626-4D79-B4FA-71F9DA266290}" sibTransId="{E2240EBF-06FC-47BC-8AB5-79CDCC75D069}"/>
    <dgm:cxn modelId="{A62F274A-0C9D-4A85-8D72-3CC0047419EB}" type="presOf" srcId="{0736794D-9D09-4803-ABD6-A8705E3BAE0D}" destId="{837095C4-0CBD-4A0D-BBBA-8664EEFE1A2D}" srcOrd="0" destOrd="0" presId="urn:microsoft.com/office/officeart/2005/8/layout/default"/>
    <dgm:cxn modelId="{86FD294A-DCBB-40D5-8C56-A3FAB3B5CDF5}" type="presOf" srcId="{8D6A9AC4-E19B-4D3C-A7A7-67A330B82CD5}" destId="{A4D08884-77C0-41E6-B658-ECE41A9EB146}" srcOrd="0" destOrd="0" presId="urn:microsoft.com/office/officeart/2005/8/layout/default"/>
    <dgm:cxn modelId="{7570EF4B-584B-4325-91C3-027E3C2C0E06}" type="presOf" srcId="{BBC5E3D5-5ACB-4366-9E87-26B3ABB2DA5E}" destId="{6713A4A2-760E-4AEE-A0A2-7DB17CE2D236}" srcOrd="0" destOrd="0" presId="urn:microsoft.com/office/officeart/2005/8/layout/default"/>
    <dgm:cxn modelId="{5ACE514C-7E7E-4C83-8336-335BB08829B0}" type="presOf" srcId="{D5F85EE7-5D17-4047-AB97-06592B887870}" destId="{7779FE4F-2683-46E0-997B-1E74DC482B46}" srcOrd="0" destOrd="0" presId="urn:microsoft.com/office/officeart/2005/8/layout/default"/>
    <dgm:cxn modelId="{7AB7F070-834B-4EEA-8B57-A9DEC6A49790}" srcId="{2DEADCF5-B12E-425D-AFEA-2A8FA8A1A78A}" destId="{0736794D-9D09-4803-ABD6-A8705E3BAE0D}" srcOrd="0" destOrd="0" parTransId="{85E9F023-C8C8-4236-9D5D-3D674481E10E}" sibTransId="{848FB2B2-7F9C-4F22-BC60-233AFB3509F2}"/>
    <dgm:cxn modelId="{8B3F6F51-73AB-4887-8EA2-0C921E2CB938}" srcId="{2DEADCF5-B12E-425D-AFEA-2A8FA8A1A78A}" destId="{F2338089-35CE-4DA0-817A-429C71E83B57}" srcOrd="2" destOrd="0" parTransId="{067CC467-A925-4E80-B604-19A8804267D3}" sibTransId="{6F7DE13D-842F-459D-958A-14C4C9A9030F}"/>
    <dgm:cxn modelId="{2F5FC678-AC90-4134-8E50-7E21A6A030EE}" type="presOf" srcId="{002AEFC3-5AE4-4E33-8AB7-16FCBB663D79}" destId="{5B12DB3E-539B-4B4C-AC18-29A909FC062B}" srcOrd="0" destOrd="0" presId="urn:microsoft.com/office/officeart/2005/8/layout/default"/>
    <dgm:cxn modelId="{A5B8FF58-6820-4AAA-B2EE-16F55BA738D3}" type="presOf" srcId="{90F5702E-4748-45BE-8430-41ECD14D576E}" destId="{71C7F063-DAD5-420B-A9B9-C11B1E738406}" srcOrd="0" destOrd="0" presId="urn:microsoft.com/office/officeart/2005/8/layout/default"/>
    <dgm:cxn modelId="{DDAB115A-1A83-472F-B802-6112F477D565}" srcId="{2DEADCF5-B12E-425D-AFEA-2A8FA8A1A78A}" destId="{5E262CF5-6E37-422B-AE0E-07A0D991FE76}" srcOrd="16" destOrd="0" parTransId="{16DC061B-20DB-42D9-9A7B-55528977B00F}" sibTransId="{E64204E1-19BC-4DA2-A434-8B7102E626F2}"/>
    <dgm:cxn modelId="{8244197A-9945-4983-9278-9DB5B2390E92}" type="presOf" srcId="{DA53AA82-CDA5-40ED-A3EA-726FDBD76622}" destId="{5A411366-6AE9-47E8-B079-10E02E2E4C13}" srcOrd="0" destOrd="0" presId="urn:microsoft.com/office/officeart/2005/8/layout/default"/>
    <dgm:cxn modelId="{FBE8417B-16CF-41B2-BC3C-CA2954D607EC}" srcId="{2DEADCF5-B12E-425D-AFEA-2A8FA8A1A78A}" destId="{8BECA16D-CD78-4737-B2C0-9EF42B02D0C9}" srcOrd="3" destOrd="0" parTransId="{E19B8956-7674-4AC2-B07E-6726C7266E8D}" sibTransId="{3679B8D0-B821-4DCD-9F68-A527D5851250}"/>
    <dgm:cxn modelId="{209AE780-732D-479B-B38E-739AA9BB2C8A}" type="presOf" srcId="{E05E82F2-7B43-41CE-BB8D-A46EA9437644}" destId="{6BBC12D6-3C3A-4EE6-9F25-453BF726D5BC}" srcOrd="0" destOrd="0" presId="urn:microsoft.com/office/officeart/2005/8/layout/default"/>
    <dgm:cxn modelId="{56837082-D015-47F3-A46F-03A19EDACFD5}" srcId="{2DEADCF5-B12E-425D-AFEA-2A8FA8A1A78A}" destId="{618B2644-B1EE-4E40-9BD6-8C95B73DD5F6}" srcOrd="5" destOrd="0" parTransId="{BBB43313-F48E-47C6-B12C-A73174EAE9AF}" sibTransId="{3A32F783-3DE6-437C-8737-2EE01D88F779}"/>
    <dgm:cxn modelId="{DB3A1984-D26D-4396-87EC-9BC37B74F27D}" type="presOf" srcId="{E2A1767D-005E-4D6C-9955-38EBFC46EAAB}" destId="{3038CA45-190C-4CA4-94D5-D01C27E99FE2}" srcOrd="0" destOrd="0" presId="urn:microsoft.com/office/officeart/2005/8/layout/default"/>
    <dgm:cxn modelId="{BAA01595-BF3A-4B3F-8302-B2C3F6A9DD45}" type="presOf" srcId="{DD2E78CF-54BF-4588-AD0B-2D9FA7F2FC2C}" destId="{94AC8384-84F3-4DAC-A286-CFC438CBD573}" srcOrd="0" destOrd="0" presId="urn:microsoft.com/office/officeart/2005/8/layout/default"/>
    <dgm:cxn modelId="{6E226895-1527-4CCC-982D-FB294716AFC1}" srcId="{2DEADCF5-B12E-425D-AFEA-2A8FA8A1A78A}" destId="{7B70BC14-2DE7-4350-B290-A7C9BA398360}" srcOrd="18" destOrd="0" parTransId="{4DE9FFAD-3A82-4B88-AB11-D68B5E8DAADB}" sibTransId="{4D373DD9-D681-4BE6-874A-9F947683711D}"/>
    <dgm:cxn modelId="{39288C95-1974-4EE8-9293-DF3DE0A6609A}" srcId="{2DEADCF5-B12E-425D-AFEA-2A8FA8A1A78A}" destId="{942486D7-D597-4697-B850-1732B3F6A6B8}" srcOrd="21" destOrd="0" parTransId="{360A8776-8444-49FA-A54E-6325C2431493}" sibTransId="{DE9CB478-B7A9-41D8-B43C-17D004E10A60}"/>
    <dgm:cxn modelId="{64008697-DE82-48B0-8964-4DFD6963D05C}" type="presOf" srcId="{618B2644-B1EE-4E40-9BD6-8C95B73DD5F6}" destId="{32846EEB-73CF-4FFC-B60C-C0C33CFACC24}" srcOrd="0" destOrd="0" presId="urn:microsoft.com/office/officeart/2005/8/layout/default"/>
    <dgm:cxn modelId="{18409B9B-2249-403E-912F-4DD773A72AEC}" srcId="{2DEADCF5-B12E-425D-AFEA-2A8FA8A1A78A}" destId="{F92488DF-E544-4941-98AA-DE7E4F637A26}" srcOrd="19" destOrd="0" parTransId="{EA320B9B-D0C2-4DE0-87CE-C7DC75CFD837}" sibTransId="{4B0404AB-C01A-4C59-80CE-6D0CB30CB935}"/>
    <dgm:cxn modelId="{A891DDA0-A6B5-4ADC-A44A-4F4673584A78}" type="presOf" srcId="{227E93B4-6367-4F3C-8676-B62A21280894}" destId="{ADC4F00E-445C-4BED-A405-C4900DF10D12}" srcOrd="0" destOrd="0" presId="urn:microsoft.com/office/officeart/2005/8/layout/default"/>
    <dgm:cxn modelId="{0C4DECA3-B92B-4BDE-8566-4694AD2A3ED6}" srcId="{2DEADCF5-B12E-425D-AFEA-2A8FA8A1A78A}" destId="{BBFB5588-FE31-46AA-B51C-51B6EC8AA43E}" srcOrd="22" destOrd="0" parTransId="{C07D22F4-1764-417A-BEF9-E59A6B929FC1}" sibTransId="{DDCA6AC8-868B-4623-A7D5-C545A010269C}"/>
    <dgm:cxn modelId="{FFDE2BAB-DF81-4E24-95C7-5F9BFBDBFA2E}" type="presOf" srcId="{F2338089-35CE-4DA0-817A-429C71E83B57}" destId="{7B4FC217-3062-4096-A2A0-8C79C1A60E29}" srcOrd="0" destOrd="0" presId="urn:microsoft.com/office/officeart/2005/8/layout/default"/>
    <dgm:cxn modelId="{AA4C51AB-256A-4818-BABB-441CB0E92500}" type="presOf" srcId="{8BECA16D-CD78-4737-B2C0-9EF42B02D0C9}" destId="{AEF70DFE-922E-4D15-ADE1-F0C08692641B}" srcOrd="0" destOrd="0" presId="urn:microsoft.com/office/officeart/2005/8/layout/default"/>
    <dgm:cxn modelId="{EF5989AB-B79E-4D5B-A43A-E2C28EB0F635}" srcId="{2DEADCF5-B12E-425D-AFEA-2A8FA8A1A78A}" destId="{459B018E-A5F1-4A04-A67F-9AFC65B7E132}" srcOrd="14" destOrd="0" parTransId="{FC8FBBD5-BFE7-4D18-B471-0BCFD3B8E2D1}" sibTransId="{71A3141E-ACCB-43CA-BCC8-B46BD62FC343}"/>
    <dgm:cxn modelId="{0EE995B0-332A-4CCE-9421-713002879FB6}" srcId="{2DEADCF5-B12E-425D-AFEA-2A8FA8A1A78A}" destId="{BBC5E3D5-5ACB-4366-9E87-26B3ABB2DA5E}" srcOrd="7" destOrd="0" parTransId="{393B9F5D-F444-40F9-A441-8952ED407DC2}" sibTransId="{48398CB5-2144-4F12-9A85-B80A6BDEAEA5}"/>
    <dgm:cxn modelId="{7920DBBB-E170-45A5-A838-F4EF80CDC950}" type="presOf" srcId="{526DD8B1-B848-4AE7-839F-6AF8F743D1F2}" destId="{54258735-45AB-4E0E-96D7-1A92C431B491}" srcOrd="0" destOrd="0" presId="urn:microsoft.com/office/officeart/2005/8/layout/default"/>
    <dgm:cxn modelId="{41D110C0-412F-4A0D-B949-98644F8B8968}" type="presOf" srcId="{5E262CF5-6E37-422B-AE0E-07A0D991FE76}" destId="{0879A31F-E571-4581-B8F0-7396062F3BE2}" srcOrd="0" destOrd="0" presId="urn:microsoft.com/office/officeart/2005/8/layout/default"/>
    <dgm:cxn modelId="{4AA7CCC0-66BE-4CF1-BEEB-AED6A099FC01}" type="presOf" srcId="{7B70BC14-2DE7-4350-B290-A7C9BA398360}" destId="{3F52E697-4BCC-41C5-83F2-D28E5EBBB0B4}" srcOrd="0" destOrd="0" presId="urn:microsoft.com/office/officeart/2005/8/layout/default"/>
    <dgm:cxn modelId="{33E625CC-1D40-41AF-9FF4-4C7E0A7DEDF8}" srcId="{2DEADCF5-B12E-425D-AFEA-2A8FA8A1A78A}" destId="{45A27100-729C-4EB4-A4EB-83B19CFAB100}" srcOrd="13" destOrd="0" parTransId="{13D5D744-719D-4571-A0D1-DA8C88D87973}" sibTransId="{8E5170A1-3D50-4CA6-B3D6-62DA5DC1E98F}"/>
    <dgm:cxn modelId="{D83299DC-991A-4561-817E-A1C5B046066E}" type="presOf" srcId="{45A27100-729C-4EB4-A4EB-83B19CFAB100}" destId="{F74ABC46-64D1-467F-9819-603C9423E213}" srcOrd="0" destOrd="0" presId="urn:microsoft.com/office/officeart/2005/8/layout/default"/>
    <dgm:cxn modelId="{5FFDEFE2-A5A9-4DBD-8FED-B4F5AEAB8372}" type="presOf" srcId="{459B018E-A5F1-4A04-A67F-9AFC65B7E132}" destId="{C7A23061-E7EE-456E-BA12-5D0AD2DAE21A}" srcOrd="0" destOrd="0" presId="urn:microsoft.com/office/officeart/2005/8/layout/default"/>
    <dgm:cxn modelId="{E325E0ED-96A5-48FA-89CE-127BA08A033D}" type="presOf" srcId="{92033A8D-9A14-45A0-8F4F-BBDFEBF0932D}" destId="{09275B8E-625D-4DEA-B0BC-EBB9198EE8FB}" srcOrd="0" destOrd="0" presId="urn:microsoft.com/office/officeart/2005/8/layout/default"/>
    <dgm:cxn modelId="{5C4528F4-211E-4F61-BF1A-9E3198BD076B}" srcId="{2DEADCF5-B12E-425D-AFEA-2A8FA8A1A78A}" destId="{227E93B4-6367-4F3C-8676-B62A21280894}" srcOrd="24" destOrd="0" parTransId="{280FFA2A-03B7-45DB-9841-BC3E705BE9C8}" sibTransId="{EF8D5AE6-C288-4BE9-BE1B-6F86502A7C4B}"/>
    <dgm:cxn modelId="{AFA148F6-84FF-4D2F-8836-E64E6EB2165D}" srcId="{2DEADCF5-B12E-425D-AFEA-2A8FA8A1A78A}" destId="{526DD8B1-B848-4AE7-839F-6AF8F743D1F2}" srcOrd="17" destOrd="0" parTransId="{288FEB9E-1772-4C01-ACAA-20B466F4B461}" sibTransId="{1739408D-D4D2-4950-8832-631E390D7324}"/>
    <dgm:cxn modelId="{ED881AF7-9D9D-4E46-86A8-2BFD5EA41F8F}" type="presOf" srcId="{F92488DF-E544-4941-98AA-DE7E4F637A26}" destId="{65019EB5-7B7C-4FE1-BF7F-771DCF8A4615}" srcOrd="0" destOrd="0" presId="urn:microsoft.com/office/officeart/2005/8/layout/default"/>
    <dgm:cxn modelId="{42ECACFF-830E-480D-95A2-9EE52262BEC9}" type="presOf" srcId="{BBFB5588-FE31-46AA-B51C-51B6EC8AA43E}" destId="{A70B02B0-5A95-4AEA-8666-85049C87B798}" srcOrd="0" destOrd="0" presId="urn:microsoft.com/office/officeart/2005/8/layout/default"/>
    <dgm:cxn modelId="{0090685F-9AFB-4A0C-A1EE-F2D60D3A37AA}" type="presParOf" srcId="{2322F006-8AE1-4735-A237-B3DB21BFD8F7}" destId="{837095C4-0CBD-4A0D-BBBA-8664EEFE1A2D}" srcOrd="0" destOrd="0" presId="urn:microsoft.com/office/officeart/2005/8/layout/default"/>
    <dgm:cxn modelId="{166DEEF8-05AA-43E5-BB5D-DA7D2A4A678C}" type="presParOf" srcId="{2322F006-8AE1-4735-A237-B3DB21BFD8F7}" destId="{A88BE042-FC7D-4042-81F9-9828E21A12E8}" srcOrd="1" destOrd="0" presId="urn:microsoft.com/office/officeart/2005/8/layout/default"/>
    <dgm:cxn modelId="{B41428F7-EBF9-4A20-B9A1-9DA2A5585F44}" type="presParOf" srcId="{2322F006-8AE1-4735-A237-B3DB21BFD8F7}" destId="{5A411366-6AE9-47E8-B079-10E02E2E4C13}" srcOrd="2" destOrd="0" presId="urn:microsoft.com/office/officeart/2005/8/layout/default"/>
    <dgm:cxn modelId="{7D589B75-C09A-42B7-BBA3-4B86A097575C}" type="presParOf" srcId="{2322F006-8AE1-4735-A237-B3DB21BFD8F7}" destId="{4A601F3A-F7A0-40EF-9E85-EE0D2BAC7D10}" srcOrd="3" destOrd="0" presId="urn:microsoft.com/office/officeart/2005/8/layout/default"/>
    <dgm:cxn modelId="{FEFA799D-F63A-42AC-8EBF-4965482C14F5}" type="presParOf" srcId="{2322F006-8AE1-4735-A237-B3DB21BFD8F7}" destId="{7B4FC217-3062-4096-A2A0-8C79C1A60E29}" srcOrd="4" destOrd="0" presId="urn:microsoft.com/office/officeart/2005/8/layout/default"/>
    <dgm:cxn modelId="{49AE1A1A-453F-4958-9068-D4162B886DCF}" type="presParOf" srcId="{2322F006-8AE1-4735-A237-B3DB21BFD8F7}" destId="{03B51629-03F2-479C-9A75-858D70B83D2C}" srcOrd="5" destOrd="0" presId="urn:microsoft.com/office/officeart/2005/8/layout/default"/>
    <dgm:cxn modelId="{CC10854E-C183-43CE-B417-4D73D205DDC8}" type="presParOf" srcId="{2322F006-8AE1-4735-A237-B3DB21BFD8F7}" destId="{AEF70DFE-922E-4D15-ADE1-F0C08692641B}" srcOrd="6" destOrd="0" presId="urn:microsoft.com/office/officeart/2005/8/layout/default"/>
    <dgm:cxn modelId="{0CB66D9F-372C-4F3B-9701-F34C87C8F48D}" type="presParOf" srcId="{2322F006-8AE1-4735-A237-B3DB21BFD8F7}" destId="{E564016D-3507-4D79-AA16-F25E83027AAE}" srcOrd="7" destOrd="0" presId="urn:microsoft.com/office/officeart/2005/8/layout/default"/>
    <dgm:cxn modelId="{DD4B439C-C8E4-40C2-A423-B38CC3F935D8}" type="presParOf" srcId="{2322F006-8AE1-4735-A237-B3DB21BFD8F7}" destId="{7779FE4F-2683-46E0-997B-1E74DC482B46}" srcOrd="8" destOrd="0" presId="urn:microsoft.com/office/officeart/2005/8/layout/default"/>
    <dgm:cxn modelId="{C84C5489-ABBD-45AC-8301-E5B4132FC764}" type="presParOf" srcId="{2322F006-8AE1-4735-A237-B3DB21BFD8F7}" destId="{5AE4DD36-25E7-4DA8-B5C5-9662D98AF9E0}" srcOrd="9" destOrd="0" presId="urn:microsoft.com/office/officeart/2005/8/layout/default"/>
    <dgm:cxn modelId="{1ADC5ED3-14E7-44EC-A23C-728F295F2206}" type="presParOf" srcId="{2322F006-8AE1-4735-A237-B3DB21BFD8F7}" destId="{32846EEB-73CF-4FFC-B60C-C0C33CFACC24}" srcOrd="10" destOrd="0" presId="urn:microsoft.com/office/officeart/2005/8/layout/default"/>
    <dgm:cxn modelId="{E893D2A1-AE73-4897-A179-3750BDE20957}" type="presParOf" srcId="{2322F006-8AE1-4735-A237-B3DB21BFD8F7}" destId="{E58DE38E-AE24-4065-919C-0DBB1B59941B}" srcOrd="11" destOrd="0" presId="urn:microsoft.com/office/officeart/2005/8/layout/default"/>
    <dgm:cxn modelId="{BCFCA28D-4B09-48CE-8838-08B4E9EC64C4}" type="presParOf" srcId="{2322F006-8AE1-4735-A237-B3DB21BFD8F7}" destId="{9EBC9CF8-476B-4DC3-A52E-2ECBAE7EF23F}" srcOrd="12" destOrd="0" presId="urn:microsoft.com/office/officeart/2005/8/layout/default"/>
    <dgm:cxn modelId="{6DA697C2-C0A4-4D3A-9549-08B327500149}" type="presParOf" srcId="{2322F006-8AE1-4735-A237-B3DB21BFD8F7}" destId="{C89C10A9-513C-432A-9421-9DB3A5904CF7}" srcOrd="13" destOrd="0" presId="urn:microsoft.com/office/officeart/2005/8/layout/default"/>
    <dgm:cxn modelId="{C796E2F8-46E1-44CF-B384-4B40112BECC5}" type="presParOf" srcId="{2322F006-8AE1-4735-A237-B3DB21BFD8F7}" destId="{6713A4A2-760E-4AEE-A0A2-7DB17CE2D236}" srcOrd="14" destOrd="0" presId="urn:microsoft.com/office/officeart/2005/8/layout/default"/>
    <dgm:cxn modelId="{C67A3A0F-7007-4449-9D96-FB01E32F0532}" type="presParOf" srcId="{2322F006-8AE1-4735-A237-B3DB21BFD8F7}" destId="{138D56D6-622B-499D-9B94-BFDECECA74F1}" srcOrd="15" destOrd="0" presId="urn:microsoft.com/office/officeart/2005/8/layout/default"/>
    <dgm:cxn modelId="{FE29381A-DA63-4495-AD7A-4C9276929EBB}" type="presParOf" srcId="{2322F006-8AE1-4735-A237-B3DB21BFD8F7}" destId="{71C7F063-DAD5-420B-A9B9-C11B1E738406}" srcOrd="16" destOrd="0" presId="urn:microsoft.com/office/officeart/2005/8/layout/default"/>
    <dgm:cxn modelId="{5B9C8C11-9FB5-4D6C-AB8A-9A9041C90BD4}" type="presParOf" srcId="{2322F006-8AE1-4735-A237-B3DB21BFD8F7}" destId="{8C4472CA-225F-4234-86ED-D8ABE188EA6E}" srcOrd="17" destOrd="0" presId="urn:microsoft.com/office/officeart/2005/8/layout/default"/>
    <dgm:cxn modelId="{098F44B7-8A85-493F-9FD1-3D17D34F5B88}" type="presParOf" srcId="{2322F006-8AE1-4735-A237-B3DB21BFD8F7}" destId="{1F1BFDEC-0F64-4603-99D1-0ACE90DAE417}" srcOrd="18" destOrd="0" presId="urn:microsoft.com/office/officeart/2005/8/layout/default"/>
    <dgm:cxn modelId="{C4E5F083-85FC-4BE7-A88A-F6E68208D427}" type="presParOf" srcId="{2322F006-8AE1-4735-A237-B3DB21BFD8F7}" destId="{6C08FDC0-D6D5-41AE-A139-8853461140D5}" srcOrd="19" destOrd="0" presId="urn:microsoft.com/office/officeart/2005/8/layout/default"/>
    <dgm:cxn modelId="{1B5C1730-64F4-4CA6-BDAC-3CB821338005}" type="presParOf" srcId="{2322F006-8AE1-4735-A237-B3DB21BFD8F7}" destId="{94AC8384-84F3-4DAC-A286-CFC438CBD573}" srcOrd="20" destOrd="0" presId="urn:microsoft.com/office/officeart/2005/8/layout/default"/>
    <dgm:cxn modelId="{851FA5B3-F83B-4AC9-80E4-7BF647F57F14}" type="presParOf" srcId="{2322F006-8AE1-4735-A237-B3DB21BFD8F7}" destId="{1C33F5DD-FA9E-4C2A-8C82-12F57F210118}" srcOrd="21" destOrd="0" presId="urn:microsoft.com/office/officeart/2005/8/layout/default"/>
    <dgm:cxn modelId="{503F34FB-9967-45DE-8E76-392A45784A8A}" type="presParOf" srcId="{2322F006-8AE1-4735-A237-B3DB21BFD8F7}" destId="{5B12DB3E-539B-4B4C-AC18-29A909FC062B}" srcOrd="22" destOrd="0" presId="urn:microsoft.com/office/officeart/2005/8/layout/default"/>
    <dgm:cxn modelId="{7CCFFC84-2126-4D16-8E41-F0B6B181EB02}" type="presParOf" srcId="{2322F006-8AE1-4735-A237-B3DB21BFD8F7}" destId="{9B70A28B-BE29-4D7B-8150-775797E50F30}" srcOrd="23" destOrd="0" presId="urn:microsoft.com/office/officeart/2005/8/layout/default"/>
    <dgm:cxn modelId="{5DA238A2-AD14-4CFB-BC55-0F7E4F2C0893}" type="presParOf" srcId="{2322F006-8AE1-4735-A237-B3DB21BFD8F7}" destId="{09275B8E-625D-4DEA-B0BC-EBB9198EE8FB}" srcOrd="24" destOrd="0" presId="urn:microsoft.com/office/officeart/2005/8/layout/default"/>
    <dgm:cxn modelId="{7CBB25D0-082D-4F74-8B30-2199B34F40BF}" type="presParOf" srcId="{2322F006-8AE1-4735-A237-B3DB21BFD8F7}" destId="{E692C423-B9D6-4415-8521-00761FAA055B}" srcOrd="25" destOrd="0" presId="urn:microsoft.com/office/officeart/2005/8/layout/default"/>
    <dgm:cxn modelId="{48514488-CEA3-4ADA-AE04-46860E9E2396}" type="presParOf" srcId="{2322F006-8AE1-4735-A237-B3DB21BFD8F7}" destId="{F74ABC46-64D1-467F-9819-603C9423E213}" srcOrd="26" destOrd="0" presId="urn:microsoft.com/office/officeart/2005/8/layout/default"/>
    <dgm:cxn modelId="{F7E61C50-DB92-4EFE-A199-B42A26BD5150}" type="presParOf" srcId="{2322F006-8AE1-4735-A237-B3DB21BFD8F7}" destId="{3A2AF9D4-BBCB-4F17-81C1-AE75BE1E56A1}" srcOrd="27" destOrd="0" presId="urn:microsoft.com/office/officeart/2005/8/layout/default"/>
    <dgm:cxn modelId="{C5CD3348-3BAE-4CD1-8033-D9EE50B3DDDB}" type="presParOf" srcId="{2322F006-8AE1-4735-A237-B3DB21BFD8F7}" destId="{C7A23061-E7EE-456E-BA12-5D0AD2DAE21A}" srcOrd="28" destOrd="0" presId="urn:microsoft.com/office/officeart/2005/8/layout/default"/>
    <dgm:cxn modelId="{2F58711D-B203-4A48-83A0-ECEB444B5CD4}" type="presParOf" srcId="{2322F006-8AE1-4735-A237-B3DB21BFD8F7}" destId="{A44E54BE-F67F-43DF-8E39-0F9FCD3C9B3A}" srcOrd="29" destOrd="0" presId="urn:microsoft.com/office/officeart/2005/8/layout/default"/>
    <dgm:cxn modelId="{C9313523-8AFB-4706-A054-F7143E5A8971}" type="presParOf" srcId="{2322F006-8AE1-4735-A237-B3DB21BFD8F7}" destId="{A4D08884-77C0-41E6-B658-ECE41A9EB146}" srcOrd="30" destOrd="0" presId="urn:microsoft.com/office/officeart/2005/8/layout/default"/>
    <dgm:cxn modelId="{DABE03E1-381C-400E-B526-BE3A3EE0AA58}" type="presParOf" srcId="{2322F006-8AE1-4735-A237-B3DB21BFD8F7}" destId="{8E9EC5FA-E46B-485C-A38E-A24083ED1088}" srcOrd="31" destOrd="0" presId="urn:microsoft.com/office/officeart/2005/8/layout/default"/>
    <dgm:cxn modelId="{7B89AB7D-F28A-406F-9DA1-090A22C67397}" type="presParOf" srcId="{2322F006-8AE1-4735-A237-B3DB21BFD8F7}" destId="{0879A31F-E571-4581-B8F0-7396062F3BE2}" srcOrd="32" destOrd="0" presId="urn:microsoft.com/office/officeart/2005/8/layout/default"/>
    <dgm:cxn modelId="{737BD5B6-6474-40BA-8E49-2A27B19AB32A}" type="presParOf" srcId="{2322F006-8AE1-4735-A237-B3DB21BFD8F7}" destId="{9F220FE9-3658-4C5A-8CA7-83A4560E869E}" srcOrd="33" destOrd="0" presId="urn:microsoft.com/office/officeart/2005/8/layout/default"/>
    <dgm:cxn modelId="{BC0BDA4C-F449-49A3-9D93-F5D3F7460874}" type="presParOf" srcId="{2322F006-8AE1-4735-A237-B3DB21BFD8F7}" destId="{54258735-45AB-4E0E-96D7-1A92C431B491}" srcOrd="34" destOrd="0" presId="urn:microsoft.com/office/officeart/2005/8/layout/default"/>
    <dgm:cxn modelId="{C7E39951-468F-480C-965D-5C0452166C16}" type="presParOf" srcId="{2322F006-8AE1-4735-A237-B3DB21BFD8F7}" destId="{B8194F5E-249B-444E-9E36-698E238B790F}" srcOrd="35" destOrd="0" presId="urn:microsoft.com/office/officeart/2005/8/layout/default"/>
    <dgm:cxn modelId="{7151F732-E5FE-4916-AFF7-97BD3EBF7408}" type="presParOf" srcId="{2322F006-8AE1-4735-A237-B3DB21BFD8F7}" destId="{3F52E697-4BCC-41C5-83F2-D28E5EBBB0B4}" srcOrd="36" destOrd="0" presId="urn:microsoft.com/office/officeart/2005/8/layout/default"/>
    <dgm:cxn modelId="{E61865A3-2B86-4992-B719-6A3EF0D51D71}" type="presParOf" srcId="{2322F006-8AE1-4735-A237-B3DB21BFD8F7}" destId="{225519F6-E3C9-4A03-8C78-E64FE8DB7E7B}" srcOrd="37" destOrd="0" presId="urn:microsoft.com/office/officeart/2005/8/layout/default"/>
    <dgm:cxn modelId="{EF7631C4-D2D4-4075-9FED-DB79C16A69CF}" type="presParOf" srcId="{2322F006-8AE1-4735-A237-B3DB21BFD8F7}" destId="{65019EB5-7B7C-4FE1-BF7F-771DCF8A4615}" srcOrd="38" destOrd="0" presId="urn:microsoft.com/office/officeart/2005/8/layout/default"/>
    <dgm:cxn modelId="{05AE97A4-2E16-4583-B39D-1E30A5D5A4E9}" type="presParOf" srcId="{2322F006-8AE1-4735-A237-B3DB21BFD8F7}" destId="{8E9C0B7B-9FD8-48A9-864B-A188639A9842}" srcOrd="39" destOrd="0" presId="urn:microsoft.com/office/officeart/2005/8/layout/default"/>
    <dgm:cxn modelId="{3A3BB7E0-AD51-4E34-9366-E4621B377BA6}" type="presParOf" srcId="{2322F006-8AE1-4735-A237-B3DB21BFD8F7}" destId="{3038CA45-190C-4CA4-94D5-D01C27E99FE2}" srcOrd="40" destOrd="0" presId="urn:microsoft.com/office/officeart/2005/8/layout/default"/>
    <dgm:cxn modelId="{BD234A49-F26D-4332-883D-B6AC9E8E2830}" type="presParOf" srcId="{2322F006-8AE1-4735-A237-B3DB21BFD8F7}" destId="{534BBB32-DE6A-43E5-916D-ACA797E4A7E2}" srcOrd="41" destOrd="0" presId="urn:microsoft.com/office/officeart/2005/8/layout/default"/>
    <dgm:cxn modelId="{DBC0E647-0AE3-41F3-9C9D-D5E1A6DB4956}" type="presParOf" srcId="{2322F006-8AE1-4735-A237-B3DB21BFD8F7}" destId="{63E6E075-4373-4983-9132-1CF3A2FFECA9}" srcOrd="42" destOrd="0" presId="urn:microsoft.com/office/officeart/2005/8/layout/default"/>
    <dgm:cxn modelId="{AC0B682D-9DB6-427F-B223-ED28D0E0F9D4}" type="presParOf" srcId="{2322F006-8AE1-4735-A237-B3DB21BFD8F7}" destId="{0B015627-3CFD-47EF-AF1A-7F3FF8FE153B}" srcOrd="43" destOrd="0" presId="urn:microsoft.com/office/officeart/2005/8/layout/default"/>
    <dgm:cxn modelId="{59C80E33-D0A5-44E8-BAC8-DFB42B2FCFD1}" type="presParOf" srcId="{2322F006-8AE1-4735-A237-B3DB21BFD8F7}" destId="{A70B02B0-5A95-4AEA-8666-85049C87B798}" srcOrd="44" destOrd="0" presId="urn:microsoft.com/office/officeart/2005/8/layout/default"/>
    <dgm:cxn modelId="{756164A1-BDF4-4260-91BA-4F5D93FF73DF}" type="presParOf" srcId="{2322F006-8AE1-4735-A237-B3DB21BFD8F7}" destId="{C4EE3588-E14A-4019-B866-A5BC4FEDFD93}" srcOrd="45" destOrd="0" presId="urn:microsoft.com/office/officeart/2005/8/layout/default"/>
    <dgm:cxn modelId="{227E6DEF-9024-4689-9752-9EB947ED5490}" type="presParOf" srcId="{2322F006-8AE1-4735-A237-B3DB21BFD8F7}" destId="{6BBC12D6-3C3A-4EE6-9F25-453BF726D5BC}" srcOrd="46" destOrd="0" presId="urn:microsoft.com/office/officeart/2005/8/layout/default"/>
    <dgm:cxn modelId="{40823EBA-BA4D-4B8B-A7F5-8F62CD87AA57}" type="presParOf" srcId="{2322F006-8AE1-4735-A237-B3DB21BFD8F7}" destId="{5EE71D73-EE61-494A-ADCB-4EF7EF885026}" srcOrd="47" destOrd="0" presId="urn:microsoft.com/office/officeart/2005/8/layout/default"/>
    <dgm:cxn modelId="{1F866861-2C53-4D59-8CD2-7F7E4059168E}" type="presParOf" srcId="{2322F006-8AE1-4735-A237-B3DB21BFD8F7}" destId="{ADC4F00E-445C-4BED-A405-C4900DF10D12}" srcOrd="4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684721A-5402-4BB5-84CC-43417086F76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AE3A551-8663-4524-AC3C-E625578FA93C}">
      <dgm:prSet/>
      <dgm:spPr/>
      <dgm:t>
        <a:bodyPr/>
        <a:lstStyle/>
        <a:p>
          <a:pPr>
            <a:defRPr cap="all"/>
          </a:pPr>
          <a:r>
            <a:rPr lang="en-US"/>
            <a:t>• ARM64 – Raspberry Pi (material técnico)</a:t>
          </a:r>
        </a:p>
      </dgm:t>
    </dgm:pt>
    <dgm:pt modelId="{B343E24B-4307-43D8-9146-37741097FEFC}" type="parTrans" cxnId="{5C008B3F-B7DB-4CF7-A801-BC3C4BC49DBA}">
      <dgm:prSet/>
      <dgm:spPr/>
      <dgm:t>
        <a:bodyPr/>
        <a:lstStyle/>
        <a:p>
          <a:endParaRPr lang="en-US"/>
        </a:p>
      </dgm:t>
    </dgm:pt>
    <dgm:pt modelId="{1B8F6CE7-E691-46D0-A329-E58CC89C278A}" type="sibTrans" cxnId="{5C008B3F-B7DB-4CF7-A801-BC3C4BC49DBA}">
      <dgm:prSet/>
      <dgm:spPr/>
      <dgm:t>
        <a:bodyPr/>
        <a:lstStyle/>
        <a:p>
          <a:endParaRPr lang="en-US"/>
        </a:p>
      </dgm:t>
    </dgm:pt>
    <dgm:pt modelId="{E783FFAD-2A92-471A-BCC5-88B960BD30B4}">
      <dgm:prSet/>
      <dgm:spPr/>
      <dgm:t>
        <a:bodyPr/>
        <a:lstStyle/>
        <a:p>
          <a:pPr>
            <a:defRPr cap="all"/>
          </a:pPr>
          <a:r>
            <a:rPr lang="en-US"/>
            <a:t>• GNU GCC Cross-Compilation Docs</a:t>
          </a:r>
        </a:p>
      </dgm:t>
    </dgm:pt>
    <dgm:pt modelId="{415995E9-6F6E-401C-85E0-5425F02A5BB4}" type="parTrans" cxnId="{71CA6744-5BF8-4CF1-9938-0336EA4DBBEB}">
      <dgm:prSet/>
      <dgm:spPr/>
      <dgm:t>
        <a:bodyPr/>
        <a:lstStyle/>
        <a:p>
          <a:endParaRPr lang="en-US"/>
        </a:p>
      </dgm:t>
    </dgm:pt>
    <dgm:pt modelId="{C70C448A-11F2-4409-8042-46DA7DEB2684}" type="sibTrans" cxnId="{71CA6744-5BF8-4CF1-9938-0336EA4DBBEB}">
      <dgm:prSet/>
      <dgm:spPr/>
      <dgm:t>
        <a:bodyPr/>
        <a:lstStyle/>
        <a:p>
          <a:endParaRPr lang="en-US"/>
        </a:p>
      </dgm:t>
    </dgm:pt>
    <dgm:pt modelId="{6AB889C7-8CC6-4187-9DFB-A6D1676BB2BD}">
      <dgm:prSet/>
      <dgm:spPr/>
      <dgm:t>
        <a:bodyPr/>
        <a:lstStyle/>
        <a:p>
          <a:pPr>
            <a:defRPr cap="all"/>
          </a:pPr>
          <a:r>
            <a:rPr lang="en-US"/>
            <a:t>• Patterson &amp; Hennessy (2018)</a:t>
          </a:r>
        </a:p>
      </dgm:t>
    </dgm:pt>
    <dgm:pt modelId="{5D3D2604-5E40-4071-B235-DDFE695A8C8C}" type="parTrans" cxnId="{FC1507FE-910F-4CE7-82E8-F5BA2F459C13}">
      <dgm:prSet/>
      <dgm:spPr/>
      <dgm:t>
        <a:bodyPr/>
        <a:lstStyle/>
        <a:p>
          <a:endParaRPr lang="en-US"/>
        </a:p>
      </dgm:t>
    </dgm:pt>
    <dgm:pt modelId="{CAD6D71C-7BB6-4A90-BD07-FED452118B2D}" type="sibTrans" cxnId="{FC1507FE-910F-4CE7-82E8-F5BA2F459C13}">
      <dgm:prSet/>
      <dgm:spPr/>
      <dgm:t>
        <a:bodyPr/>
        <a:lstStyle/>
        <a:p>
          <a:endParaRPr lang="en-US"/>
        </a:p>
      </dgm:t>
    </dgm:pt>
    <dgm:pt modelId="{5349FD03-EBBF-48A9-B9FF-1EFE88714E3D}" type="pres">
      <dgm:prSet presAssocID="{5684721A-5402-4BB5-84CC-43417086F761}" presName="root" presStyleCnt="0">
        <dgm:presLayoutVars>
          <dgm:dir/>
          <dgm:resizeHandles val="exact"/>
        </dgm:presLayoutVars>
      </dgm:prSet>
      <dgm:spPr/>
    </dgm:pt>
    <dgm:pt modelId="{93DB8B02-05D7-4A99-A5AC-2191A6079A7A}" type="pres">
      <dgm:prSet presAssocID="{CAE3A551-8663-4524-AC3C-E625578FA93C}" presName="compNode" presStyleCnt="0"/>
      <dgm:spPr/>
    </dgm:pt>
    <dgm:pt modelId="{DE0981F1-D9F1-42B3-84B4-1DA832CFD4E2}" type="pres">
      <dgm:prSet presAssocID="{CAE3A551-8663-4524-AC3C-E625578FA93C}" presName="iconBgRect" presStyleLbl="bgShp" presStyleIdx="0" presStyleCnt="3"/>
      <dgm:spPr/>
    </dgm:pt>
    <dgm:pt modelId="{FC6BD042-DEB2-4ED5-8C71-67BBD812C9F5}" type="pres">
      <dgm:prSet presAssocID="{CAE3A551-8663-4524-AC3C-E625578FA93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entífico"/>
        </a:ext>
      </dgm:extLst>
    </dgm:pt>
    <dgm:pt modelId="{BA7CD4C5-97A1-4F54-B4ED-F30658642BE2}" type="pres">
      <dgm:prSet presAssocID="{CAE3A551-8663-4524-AC3C-E625578FA93C}" presName="spaceRect" presStyleCnt="0"/>
      <dgm:spPr/>
    </dgm:pt>
    <dgm:pt modelId="{CDE84FB9-5C23-4781-8057-7CBA6735344F}" type="pres">
      <dgm:prSet presAssocID="{CAE3A551-8663-4524-AC3C-E625578FA93C}" presName="textRect" presStyleLbl="revTx" presStyleIdx="0" presStyleCnt="3">
        <dgm:presLayoutVars>
          <dgm:chMax val="1"/>
          <dgm:chPref val="1"/>
        </dgm:presLayoutVars>
      </dgm:prSet>
      <dgm:spPr/>
    </dgm:pt>
    <dgm:pt modelId="{BC245342-89B0-4390-9E32-0E777683EE0E}" type="pres">
      <dgm:prSet presAssocID="{1B8F6CE7-E691-46D0-A329-E58CC89C278A}" presName="sibTrans" presStyleCnt="0"/>
      <dgm:spPr/>
    </dgm:pt>
    <dgm:pt modelId="{13690F6E-8DA3-4F88-A78E-2A26D0280D3D}" type="pres">
      <dgm:prSet presAssocID="{E783FFAD-2A92-471A-BCC5-88B960BD30B4}" presName="compNode" presStyleCnt="0"/>
      <dgm:spPr/>
    </dgm:pt>
    <dgm:pt modelId="{6544E4E1-BFED-42C2-BE82-D2CE337668C0}" type="pres">
      <dgm:prSet presAssocID="{E783FFAD-2A92-471A-BCC5-88B960BD30B4}" presName="iconBgRect" presStyleLbl="bgShp" presStyleIdx="1" presStyleCnt="3"/>
      <dgm:spPr/>
    </dgm:pt>
    <dgm:pt modelId="{3942C64C-8C5C-48CA-B3EA-6E8C95570B9B}" type="pres">
      <dgm:prSet presAssocID="{E783FFAD-2A92-471A-BCC5-88B960BD30B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ituradora de papel"/>
        </a:ext>
      </dgm:extLst>
    </dgm:pt>
    <dgm:pt modelId="{3427EBB9-CC8D-4A68-B943-AECB3033E56F}" type="pres">
      <dgm:prSet presAssocID="{E783FFAD-2A92-471A-BCC5-88B960BD30B4}" presName="spaceRect" presStyleCnt="0"/>
      <dgm:spPr/>
    </dgm:pt>
    <dgm:pt modelId="{4DFA26AF-E1F6-4D6C-99A5-0719A3824A3E}" type="pres">
      <dgm:prSet presAssocID="{E783FFAD-2A92-471A-BCC5-88B960BD30B4}" presName="textRect" presStyleLbl="revTx" presStyleIdx="1" presStyleCnt="3">
        <dgm:presLayoutVars>
          <dgm:chMax val="1"/>
          <dgm:chPref val="1"/>
        </dgm:presLayoutVars>
      </dgm:prSet>
      <dgm:spPr/>
    </dgm:pt>
    <dgm:pt modelId="{FCF4635C-A989-4F49-8DE0-F97A5C01062E}" type="pres">
      <dgm:prSet presAssocID="{C70C448A-11F2-4409-8042-46DA7DEB2684}" presName="sibTrans" presStyleCnt="0"/>
      <dgm:spPr/>
    </dgm:pt>
    <dgm:pt modelId="{452F5F67-3455-40ED-87C8-C771BFAF4622}" type="pres">
      <dgm:prSet presAssocID="{6AB889C7-8CC6-4187-9DFB-A6D1676BB2BD}" presName="compNode" presStyleCnt="0"/>
      <dgm:spPr/>
    </dgm:pt>
    <dgm:pt modelId="{6F11C4D3-78CC-45A7-B0C5-3AAEA143665D}" type="pres">
      <dgm:prSet presAssocID="{6AB889C7-8CC6-4187-9DFB-A6D1676BB2BD}" presName="iconBgRect" presStyleLbl="bgShp" presStyleIdx="2" presStyleCnt="3"/>
      <dgm:spPr/>
    </dgm:pt>
    <dgm:pt modelId="{E38416F6-4C72-41B4-9E80-99EB727BEEFE}" type="pres">
      <dgm:prSet presAssocID="{6AB889C7-8CC6-4187-9DFB-A6D1676BB2B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áneo"/>
        </a:ext>
      </dgm:extLst>
    </dgm:pt>
    <dgm:pt modelId="{C153C456-BB22-49C1-A094-9C51FE348194}" type="pres">
      <dgm:prSet presAssocID="{6AB889C7-8CC6-4187-9DFB-A6D1676BB2BD}" presName="spaceRect" presStyleCnt="0"/>
      <dgm:spPr/>
    </dgm:pt>
    <dgm:pt modelId="{5A93EF17-57F2-48DC-AF3E-36B68F876874}" type="pres">
      <dgm:prSet presAssocID="{6AB889C7-8CC6-4187-9DFB-A6D1676BB2B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BB5E206-E454-4660-874F-7186FD3F60DB}" type="presOf" srcId="{6AB889C7-8CC6-4187-9DFB-A6D1676BB2BD}" destId="{5A93EF17-57F2-48DC-AF3E-36B68F876874}" srcOrd="0" destOrd="0" presId="urn:microsoft.com/office/officeart/2018/5/layout/IconCircleLabelList"/>
    <dgm:cxn modelId="{1BDA8908-CE5C-47C8-A9E1-05191929089D}" type="presOf" srcId="{E783FFAD-2A92-471A-BCC5-88B960BD30B4}" destId="{4DFA26AF-E1F6-4D6C-99A5-0719A3824A3E}" srcOrd="0" destOrd="0" presId="urn:microsoft.com/office/officeart/2018/5/layout/IconCircleLabelList"/>
    <dgm:cxn modelId="{5C008B3F-B7DB-4CF7-A801-BC3C4BC49DBA}" srcId="{5684721A-5402-4BB5-84CC-43417086F761}" destId="{CAE3A551-8663-4524-AC3C-E625578FA93C}" srcOrd="0" destOrd="0" parTransId="{B343E24B-4307-43D8-9146-37741097FEFC}" sibTransId="{1B8F6CE7-E691-46D0-A329-E58CC89C278A}"/>
    <dgm:cxn modelId="{8D10595E-981D-4317-B6B0-4B8469E55DDC}" type="presOf" srcId="{5684721A-5402-4BB5-84CC-43417086F761}" destId="{5349FD03-EBBF-48A9-B9FF-1EFE88714E3D}" srcOrd="0" destOrd="0" presId="urn:microsoft.com/office/officeart/2018/5/layout/IconCircleLabelList"/>
    <dgm:cxn modelId="{71CA6744-5BF8-4CF1-9938-0336EA4DBBEB}" srcId="{5684721A-5402-4BB5-84CC-43417086F761}" destId="{E783FFAD-2A92-471A-BCC5-88B960BD30B4}" srcOrd="1" destOrd="0" parTransId="{415995E9-6F6E-401C-85E0-5425F02A5BB4}" sibTransId="{C70C448A-11F2-4409-8042-46DA7DEB2684}"/>
    <dgm:cxn modelId="{AA39E1DC-A471-4EA2-9A46-1094C33ECB09}" type="presOf" srcId="{CAE3A551-8663-4524-AC3C-E625578FA93C}" destId="{CDE84FB9-5C23-4781-8057-7CBA6735344F}" srcOrd="0" destOrd="0" presId="urn:microsoft.com/office/officeart/2018/5/layout/IconCircleLabelList"/>
    <dgm:cxn modelId="{FC1507FE-910F-4CE7-82E8-F5BA2F459C13}" srcId="{5684721A-5402-4BB5-84CC-43417086F761}" destId="{6AB889C7-8CC6-4187-9DFB-A6D1676BB2BD}" srcOrd="2" destOrd="0" parTransId="{5D3D2604-5E40-4071-B235-DDFE695A8C8C}" sibTransId="{CAD6D71C-7BB6-4A90-BD07-FED452118B2D}"/>
    <dgm:cxn modelId="{805F980D-312F-4023-BF0C-D8CC0561C080}" type="presParOf" srcId="{5349FD03-EBBF-48A9-B9FF-1EFE88714E3D}" destId="{93DB8B02-05D7-4A99-A5AC-2191A6079A7A}" srcOrd="0" destOrd="0" presId="urn:microsoft.com/office/officeart/2018/5/layout/IconCircleLabelList"/>
    <dgm:cxn modelId="{BBCF8F6F-1860-43B0-A431-DFB73C00C6F6}" type="presParOf" srcId="{93DB8B02-05D7-4A99-A5AC-2191A6079A7A}" destId="{DE0981F1-D9F1-42B3-84B4-1DA832CFD4E2}" srcOrd="0" destOrd="0" presId="urn:microsoft.com/office/officeart/2018/5/layout/IconCircleLabelList"/>
    <dgm:cxn modelId="{13824DD3-FD41-404D-BBDC-A116A2129D25}" type="presParOf" srcId="{93DB8B02-05D7-4A99-A5AC-2191A6079A7A}" destId="{FC6BD042-DEB2-4ED5-8C71-67BBD812C9F5}" srcOrd="1" destOrd="0" presId="urn:microsoft.com/office/officeart/2018/5/layout/IconCircleLabelList"/>
    <dgm:cxn modelId="{4013445B-6B2C-42CB-AAD1-F117CDAFB98E}" type="presParOf" srcId="{93DB8B02-05D7-4A99-A5AC-2191A6079A7A}" destId="{BA7CD4C5-97A1-4F54-B4ED-F30658642BE2}" srcOrd="2" destOrd="0" presId="urn:microsoft.com/office/officeart/2018/5/layout/IconCircleLabelList"/>
    <dgm:cxn modelId="{6FC7D0AF-699D-4C1D-8906-07C10F85AB11}" type="presParOf" srcId="{93DB8B02-05D7-4A99-A5AC-2191A6079A7A}" destId="{CDE84FB9-5C23-4781-8057-7CBA6735344F}" srcOrd="3" destOrd="0" presId="urn:microsoft.com/office/officeart/2018/5/layout/IconCircleLabelList"/>
    <dgm:cxn modelId="{09B8654A-03C8-4C79-941B-45DC83CF5295}" type="presParOf" srcId="{5349FD03-EBBF-48A9-B9FF-1EFE88714E3D}" destId="{BC245342-89B0-4390-9E32-0E777683EE0E}" srcOrd="1" destOrd="0" presId="urn:microsoft.com/office/officeart/2018/5/layout/IconCircleLabelList"/>
    <dgm:cxn modelId="{F96FAEC2-CBCA-40AE-BD15-0BD32799DD57}" type="presParOf" srcId="{5349FD03-EBBF-48A9-B9FF-1EFE88714E3D}" destId="{13690F6E-8DA3-4F88-A78E-2A26D0280D3D}" srcOrd="2" destOrd="0" presId="urn:microsoft.com/office/officeart/2018/5/layout/IconCircleLabelList"/>
    <dgm:cxn modelId="{B081A978-20F4-4470-A5EE-979A41D93793}" type="presParOf" srcId="{13690F6E-8DA3-4F88-A78E-2A26D0280D3D}" destId="{6544E4E1-BFED-42C2-BE82-D2CE337668C0}" srcOrd="0" destOrd="0" presId="urn:microsoft.com/office/officeart/2018/5/layout/IconCircleLabelList"/>
    <dgm:cxn modelId="{CB828955-E217-4D7D-9EA0-363DB6AFC413}" type="presParOf" srcId="{13690F6E-8DA3-4F88-A78E-2A26D0280D3D}" destId="{3942C64C-8C5C-48CA-B3EA-6E8C95570B9B}" srcOrd="1" destOrd="0" presId="urn:microsoft.com/office/officeart/2018/5/layout/IconCircleLabelList"/>
    <dgm:cxn modelId="{5F30F658-DBB9-4F96-9941-286EE3894287}" type="presParOf" srcId="{13690F6E-8DA3-4F88-A78E-2A26D0280D3D}" destId="{3427EBB9-CC8D-4A68-B943-AECB3033E56F}" srcOrd="2" destOrd="0" presId="urn:microsoft.com/office/officeart/2018/5/layout/IconCircleLabelList"/>
    <dgm:cxn modelId="{E528D33B-EA60-4EC4-AD03-6F0B4B671136}" type="presParOf" srcId="{13690F6E-8DA3-4F88-A78E-2A26D0280D3D}" destId="{4DFA26AF-E1F6-4D6C-99A5-0719A3824A3E}" srcOrd="3" destOrd="0" presId="urn:microsoft.com/office/officeart/2018/5/layout/IconCircleLabelList"/>
    <dgm:cxn modelId="{462FAD69-5F70-4DCC-805F-14A4C8474D65}" type="presParOf" srcId="{5349FD03-EBBF-48A9-B9FF-1EFE88714E3D}" destId="{FCF4635C-A989-4F49-8DE0-F97A5C01062E}" srcOrd="3" destOrd="0" presId="urn:microsoft.com/office/officeart/2018/5/layout/IconCircleLabelList"/>
    <dgm:cxn modelId="{0F0C78D1-6550-4B8B-9966-24A7A1A114A7}" type="presParOf" srcId="{5349FD03-EBBF-48A9-B9FF-1EFE88714E3D}" destId="{452F5F67-3455-40ED-87C8-C771BFAF4622}" srcOrd="4" destOrd="0" presId="urn:microsoft.com/office/officeart/2018/5/layout/IconCircleLabelList"/>
    <dgm:cxn modelId="{F23FD994-386F-4DDB-B165-EB5FA386FFA1}" type="presParOf" srcId="{452F5F67-3455-40ED-87C8-C771BFAF4622}" destId="{6F11C4D3-78CC-45A7-B0C5-3AAEA143665D}" srcOrd="0" destOrd="0" presId="urn:microsoft.com/office/officeart/2018/5/layout/IconCircleLabelList"/>
    <dgm:cxn modelId="{1B8B7D69-5E3E-4692-8FED-123F43EB1E1B}" type="presParOf" srcId="{452F5F67-3455-40ED-87C8-C771BFAF4622}" destId="{E38416F6-4C72-41B4-9E80-99EB727BEEFE}" srcOrd="1" destOrd="0" presId="urn:microsoft.com/office/officeart/2018/5/layout/IconCircleLabelList"/>
    <dgm:cxn modelId="{D1A0B988-31CD-4F1C-803D-6A0E97D8F947}" type="presParOf" srcId="{452F5F67-3455-40ED-87C8-C771BFAF4622}" destId="{C153C456-BB22-49C1-A094-9C51FE348194}" srcOrd="2" destOrd="0" presId="urn:microsoft.com/office/officeart/2018/5/layout/IconCircleLabelList"/>
    <dgm:cxn modelId="{42041C41-C956-47B3-A772-0FE87C6F8A5C}" type="presParOf" srcId="{452F5F67-3455-40ED-87C8-C771BFAF4622}" destId="{5A93EF17-57F2-48DC-AF3E-36B68F87687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381EF1-C63A-4047-8505-C20BEC1CA977}">
      <dsp:nvSpPr>
        <dsp:cNvPr id="0" name=""/>
        <dsp:cNvSpPr/>
      </dsp:nvSpPr>
      <dsp:spPr>
        <a:xfrm>
          <a:off x="1600256" y="179585"/>
          <a:ext cx="661289" cy="6612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21D81-A23A-4765-854E-99503A9522B0}">
      <dsp:nvSpPr>
        <dsp:cNvPr id="0" name=""/>
        <dsp:cNvSpPr/>
      </dsp:nvSpPr>
      <dsp:spPr>
        <a:xfrm>
          <a:off x="1196135" y="1061402"/>
          <a:ext cx="1469531" cy="58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Escuela de Ingeniería en Ciencias y Sistemas</a:t>
          </a:r>
        </a:p>
      </dsp:txBody>
      <dsp:txXfrm>
        <a:off x="1196135" y="1061402"/>
        <a:ext cx="1469531" cy="587812"/>
      </dsp:txXfrm>
    </dsp:sp>
    <dsp:sp modelId="{94593097-6D2A-4D6E-8D29-D68F019BB6D6}">
      <dsp:nvSpPr>
        <dsp:cNvPr id="0" name=""/>
        <dsp:cNvSpPr/>
      </dsp:nvSpPr>
      <dsp:spPr>
        <a:xfrm>
          <a:off x="3326955" y="179585"/>
          <a:ext cx="661289" cy="6612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D93CEB-B264-4620-8833-CA4DE0807ABF}">
      <dsp:nvSpPr>
        <dsp:cNvPr id="0" name=""/>
        <dsp:cNvSpPr/>
      </dsp:nvSpPr>
      <dsp:spPr>
        <a:xfrm>
          <a:off x="2922834" y="1061402"/>
          <a:ext cx="1469531" cy="58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Facultad de Ingeniería</a:t>
          </a:r>
        </a:p>
      </dsp:txBody>
      <dsp:txXfrm>
        <a:off x="2922834" y="1061402"/>
        <a:ext cx="1469531" cy="587812"/>
      </dsp:txXfrm>
    </dsp:sp>
    <dsp:sp modelId="{0AEF8537-7BAE-4CB8-B1A2-E4F0D53815DB}">
      <dsp:nvSpPr>
        <dsp:cNvPr id="0" name=""/>
        <dsp:cNvSpPr/>
      </dsp:nvSpPr>
      <dsp:spPr>
        <a:xfrm>
          <a:off x="5053654" y="179585"/>
          <a:ext cx="661289" cy="6612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CDE7B-A035-4C51-92FD-145F7DA2B96A}">
      <dsp:nvSpPr>
        <dsp:cNvPr id="0" name=""/>
        <dsp:cNvSpPr/>
      </dsp:nvSpPr>
      <dsp:spPr>
        <a:xfrm>
          <a:off x="4649533" y="1061402"/>
          <a:ext cx="1469531" cy="587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Universidad de San Carlos de Guatemala</a:t>
          </a:r>
        </a:p>
      </dsp:txBody>
      <dsp:txXfrm>
        <a:off x="4649533" y="1061402"/>
        <a:ext cx="1469531" cy="587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AC0F95-AAE4-40A5-A31C-3477A157F30A}">
      <dsp:nvSpPr>
        <dsp:cNvPr id="0" name=""/>
        <dsp:cNvSpPr/>
      </dsp:nvSpPr>
      <dsp:spPr>
        <a:xfrm>
          <a:off x="610" y="346529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Llamadas entre C y ensamblador.</a:t>
          </a:r>
        </a:p>
      </dsp:txBody>
      <dsp:txXfrm>
        <a:off x="610" y="346529"/>
        <a:ext cx="2380430" cy="1428258"/>
      </dsp:txXfrm>
    </dsp:sp>
    <dsp:sp modelId="{4F4823A9-996B-43DD-AFD2-847531481A6F}">
      <dsp:nvSpPr>
        <dsp:cNvPr id="0" name=""/>
        <dsp:cNvSpPr/>
      </dsp:nvSpPr>
      <dsp:spPr>
        <a:xfrm>
          <a:off x="2619083" y="346529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Convención de parámetros y retorno.</a:t>
          </a:r>
        </a:p>
      </dsp:txBody>
      <dsp:txXfrm>
        <a:off x="2619083" y="346529"/>
        <a:ext cx="2380430" cy="1428258"/>
      </dsp:txXfrm>
    </dsp:sp>
    <dsp:sp modelId="{58654AA3-EA79-4DFD-9A50-4ADDC0DA36DA}">
      <dsp:nvSpPr>
        <dsp:cNvPr id="0" name=""/>
        <dsp:cNvSpPr/>
      </dsp:nvSpPr>
      <dsp:spPr>
        <a:xfrm>
          <a:off x="610" y="2012830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• </a:t>
          </a:r>
          <a:r>
            <a:rPr lang="en-US" sz="2800" kern="1200" dirty="0" err="1"/>
            <a:t>Compilación</a:t>
          </a:r>
          <a:r>
            <a:rPr lang="en-US" sz="2800" kern="1200" dirty="0"/>
            <a:t> mixta (</a:t>
          </a:r>
          <a:r>
            <a:rPr lang="en-US" sz="2800" kern="1200" dirty="0" err="1"/>
            <a:t>gcc</a:t>
          </a:r>
          <a:r>
            <a:rPr lang="en-US" sz="2800" kern="1200" dirty="0"/>
            <a:t>, as, </a:t>
          </a:r>
          <a:r>
            <a:rPr lang="en-US" sz="2800" kern="1200" dirty="0" err="1"/>
            <a:t>ld</a:t>
          </a:r>
          <a:r>
            <a:rPr lang="en-US" sz="2800" kern="1200" dirty="0"/>
            <a:t>).</a:t>
          </a:r>
        </a:p>
      </dsp:txBody>
      <dsp:txXfrm>
        <a:off x="610" y="2012830"/>
        <a:ext cx="2380430" cy="1428258"/>
      </dsp:txXfrm>
    </dsp:sp>
    <dsp:sp modelId="{EC9D3B54-AA57-43CF-8634-19AC1D7EBC0E}">
      <dsp:nvSpPr>
        <dsp:cNvPr id="0" name=""/>
        <dsp:cNvSpPr/>
      </dsp:nvSpPr>
      <dsp:spPr>
        <a:xfrm>
          <a:off x="2619083" y="2012830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Uso de extern y global.</a:t>
          </a:r>
        </a:p>
      </dsp:txBody>
      <dsp:txXfrm>
        <a:off x="2619083" y="2012830"/>
        <a:ext cx="2380430" cy="1428258"/>
      </dsp:txXfrm>
    </dsp:sp>
    <dsp:sp modelId="{56E85DFE-F1EB-4C96-91A5-9D31AF2B243B}">
      <dsp:nvSpPr>
        <dsp:cNvPr id="0" name=""/>
        <dsp:cNvSpPr/>
      </dsp:nvSpPr>
      <dsp:spPr>
        <a:xfrm>
          <a:off x="1309846" y="3679132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Integración con bibliotecas del sistema.</a:t>
          </a:r>
        </a:p>
      </dsp:txBody>
      <dsp:txXfrm>
        <a:off x="1309846" y="3679132"/>
        <a:ext cx="2380430" cy="14282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E538FB-1ADF-47CF-A1FE-11B5EAB8670E}">
      <dsp:nvSpPr>
        <dsp:cNvPr id="0" name=""/>
        <dsp:cNvSpPr/>
      </dsp:nvSpPr>
      <dsp:spPr>
        <a:xfrm>
          <a:off x="0" y="76459"/>
          <a:ext cx="5000124" cy="59962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extern int sumar(int a, int b);</a:t>
          </a:r>
        </a:p>
      </dsp:txBody>
      <dsp:txXfrm>
        <a:off x="29271" y="105730"/>
        <a:ext cx="4941582" cy="541083"/>
      </dsp:txXfrm>
    </dsp:sp>
    <dsp:sp modelId="{EBFFD9AE-49C9-48A9-A0D9-DA9C376554C7}">
      <dsp:nvSpPr>
        <dsp:cNvPr id="0" name=""/>
        <dsp:cNvSpPr/>
      </dsp:nvSpPr>
      <dsp:spPr>
        <a:xfrm>
          <a:off x="0" y="748084"/>
          <a:ext cx="5000124" cy="599625"/>
        </a:xfrm>
        <a:prstGeom prst="roundRect">
          <a:avLst/>
        </a:prstGeom>
        <a:gradFill rotWithShape="0">
          <a:gsLst>
            <a:gs pos="0">
              <a:schemeClr val="accent5">
                <a:hueOff val="-1419125"/>
                <a:satOff val="5687"/>
                <a:lumOff val="123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419125"/>
                <a:satOff val="5687"/>
                <a:lumOff val="123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 main() {</a:t>
          </a:r>
        </a:p>
      </dsp:txBody>
      <dsp:txXfrm>
        <a:off x="29271" y="777355"/>
        <a:ext cx="4941582" cy="541083"/>
      </dsp:txXfrm>
    </dsp:sp>
    <dsp:sp modelId="{C8477E1D-FC4E-44B1-891C-DF347D7BE9D9}">
      <dsp:nvSpPr>
        <dsp:cNvPr id="0" name=""/>
        <dsp:cNvSpPr/>
      </dsp:nvSpPr>
      <dsp:spPr>
        <a:xfrm>
          <a:off x="0" y="1419709"/>
          <a:ext cx="5000124" cy="599625"/>
        </a:xfrm>
        <a:prstGeom prst="roundRect">
          <a:avLst/>
        </a:prstGeom>
        <a:gradFill rotWithShape="0">
          <a:gsLst>
            <a:gs pos="0">
              <a:schemeClr val="accent5">
                <a:hueOff val="-2838251"/>
                <a:satOff val="11375"/>
                <a:lumOff val="246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838251"/>
                <a:satOff val="11375"/>
                <a:lumOff val="246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 r = sumar(2,3);</a:t>
          </a:r>
        </a:p>
      </dsp:txBody>
      <dsp:txXfrm>
        <a:off x="29271" y="1448980"/>
        <a:ext cx="4941582" cy="541083"/>
      </dsp:txXfrm>
    </dsp:sp>
    <dsp:sp modelId="{E8D422A2-249C-4E90-BF8C-D96AA0AFFA00}">
      <dsp:nvSpPr>
        <dsp:cNvPr id="0" name=""/>
        <dsp:cNvSpPr/>
      </dsp:nvSpPr>
      <dsp:spPr>
        <a:xfrm>
          <a:off x="0" y="2091335"/>
          <a:ext cx="5000124" cy="599625"/>
        </a:xfrm>
        <a:prstGeom prst="roundRect">
          <a:avLst/>
        </a:prstGeom>
        <a:gradFill rotWithShape="0">
          <a:gsLst>
            <a:gs pos="0">
              <a:schemeClr val="accent5">
                <a:hueOff val="-4257376"/>
                <a:satOff val="17062"/>
                <a:lumOff val="369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257376"/>
                <a:satOff val="17062"/>
                <a:lumOff val="369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return 0;</a:t>
          </a:r>
        </a:p>
      </dsp:txBody>
      <dsp:txXfrm>
        <a:off x="29271" y="2120606"/>
        <a:ext cx="4941582" cy="541083"/>
      </dsp:txXfrm>
    </dsp:sp>
    <dsp:sp modelId="{2B2C42DF-4DF3-43DE-8144-A88EADA8E79B}">
      <dsp:nvSpPr>
        <dsp:cNvPr id="0" name=""/>
        <dsp:cNvSpPr/>
      </dsp:nvSpPr>
      <dsp:spPr>
        <a:xfrm>
          <a:off x="0" y="2762960"/>
          <a:ext cx="5000124" cy="599625"/>
        </a:xfrm>
        <a:prstGeom prst="roundRect">
          <a:avLst/>
        </a:prstGeom>
        <a:gradFill rotWithShape="0">
          <a:gsLst>
            <a:gs pos="0">
              <a:schemeClr val="accent5">
                <a:hueOff val="-5676501"/>
                <a:satOff val="22749"/>
                <a:lumOff val="493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676501"/>
                <a:satOff val="22749"/>
                <a:lumOff val="493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}</a:t>
          </a:r>
        </a:p>
      </dsp:txBody>
      <dsp:txXfrm>
        <a:off x="29271" y="2792231"/>
        <a:ext cx="4941582" cy="541083"/>
      </dsp:txXfrm>
    </dsp:sp>
    <dsp:sp modelId="{9899FA3E-9BFF-4457-B442-7ABE356EC57B}">
      <dsp:nvSpPr>
        <dsp:cNvPr id="0" name=""/>
        <dsp:cNvSpPr/>
      </dsp:nvSpPr>
      <dsp:spPr>
        <a:xfrm>
          <a:off x="0" y="3434585"/>
          <a:ext cx="5000124" cy="599625"/>
        </a:xfrm>
        <a:prstGeom prst="roundRect">
          <a:avLst/>
        </a:prstGeom>
        <a:gradFill rotWithShape="0">
          <a:gsLst>
            <a:gs pos="0">
              <a:schemeClr val="accent5">
                <a:hueOff val="-7095626"/>
                <a:satOff val="28436"/>
                <a:lumOff val="616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095626"/>
                <a:satOff val="28436"/>
                <a:lumOff val="616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sumar:</a:t>
          </a:r>
        </a:p>
      </dsp:txBody>
      <dsp:txXfrm>
        <a:off x="29271" y="3463856"/>
        <a:ext cx="4941582" cy="541083"/>
      </dsp:txXfrm>
    </dsp:sp>
    <dsp:sp modelId="{6EED933B-948B-4161-A2FB-6B4CC79B6F20}">
      <dsp:nvSpPr>
        <dsp:cNvPr id="0" name=""/>
        <dsp:cNvSpPr/>
      </dsp:nvSpPr>
      <dsp:spPr>
        <a:xfrm>
          <a:off x="0" y="4106210"/>
          <a:ext cx="5000124" cy="599625"/>
        </a:xfrm>
        <a:prstGeom prst="roundRect">
          <a:avLst/>
        </a:prstGeom>
        <a:gradFill rotWithShape="0">
          <a:gsLst>
            <a:gs pos="0">
              <a:schemeClr val="accent5">
                <a:hueOff val="-8514751"/>
                <a:satOff val="34124"/>
                <a:lumOff val="739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8514751"/>
                <a:satOff val="34124"/>
                <a:lumOff val="739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ADD w0, w0, w1</a:t>
          </a:r>
        </a:p>
      </dsp:txBody>
      <dsp:txXfrm>
        <a:off x="29271" y="4135481"/>
        <a:ext cx="4941582" cy="541083"/>
      </dsp:txXfrm>
    </dsp:sp>
    <dsp:sp modelId="{A4B3525F-24C6-4158-8625-410F9CEC88A2}">
      <dsp:nvSpPr>
        <dsp:cNvPr id="0" name=""/>
        <dsp:cNvSpPr/>
      </dsp:nvSpPr>
      <dsp:spPr>
        <a:xfrm>
          <a:off x="0" y="4777834"/>
          <a:ext cx="5000124" cy="59962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RET</a:t>
          </a:r>
        </a:p>
      </dsp:txBody>
      <dsp:txXfrm>
        <a:off x="29271" y="4807105"/>
        <a:ext cx="4941582" cy="5410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6E60E-0BFC-4E4A-86A8-11BEE63220A5}">
      <dsp:nvSpPr>
        <dsp:cNvPr id="0" name=""/>
        <dsp:cNvSpPr/>
      </dsp:nvSpPr>
      <dsp:spPr>
        <a:xfrm>
          <a:off x="0" y="4105454"/>
          <a:ext cx="5000124" cy="13475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aarch64-linux-gnu-ld main.o suma.o -o programa</a:t>
          </a:r>
        </a:p>
      </dsp:txBody>
      <dsp:txXfrm>
        <a:off x="0" y="4105454"/>
        <a:ext cx="5000124" cy="1347501"/>
      </dsp:txXfrm>
    </dsp:sp>
    <dsp:sp modelId="{FD821B32-16FE-439F-B708-503CB38929E5}">
      <dsp:nvSpPr>
        <dsp:cNvPr id="0" name=""/>
        <dsp:cNvSpPr/>
      </dsp:nvSpPr>
      <dsp:spPr>
        <a:xfrm rot="10800000">
          <a:off x="0" y="2053209"/>
          <a:ext cx="5000124" cy="2072457"/>
        </a:xfrm>
        <a:prstGeom prst="upArrowCallou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aarch64-linux-gnu-as suma.S -o suma.o</a:t>
          </a:r>
        </a:p>
      </dsp:txBody>
      <dsp:txXfrm rot="10800000">
        <a:off x="0" y="2053209"/>
        <a:ext cx="5000124" cy="1346620"/>
      </dsp:txXfrm>
    </dsp:sp>
    <dsp:sp modelId="{84A065F7-388C-492B-A7F5-1D855F432E13}">
      <dsp:nvSpPr>
        <dsp:cNvPr id="0" name=""/>
        <dsp:cNvSpPr/>
      </dsp:nvSpPr>
      <dsp:spPr>
        <a:xfrm rot="10800000">
          <a:off x="0" y="964"/>
          <a:ext cx="5000124" cy="2072457"/>
        </a:xfrm>
        <a:prstGeom prst="upArrowCallou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aarch64-linux-gnu-gcc -c main.c -o main.o</a:t>
          </a:r>
        </a:p>
      </dsp:txBody>
      <dsp:txXfrm rot="10800000">
        <a:off x="0" y="964"/>
        <a:ext cx="5000124" cy="13466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0F4E2B-2735-4318-88D2-C30783ECF39C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BF5C1D-1DDE-44B2-B2E8-72C91EA52508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62F00-11C8-4160-B07E-5D15985033F9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La compatibilidad ARM-C permite aprovechar la eficiencia de bajo nivel.</a:t>
          </a:r>
        </a:p>
      </dsp:txBody>
      <dsp:txXfrm>
        <a:off x="46529" y="2703902"/>
        <a:ext cx="2418750" cy="720000"/>
      </dsp:txXfrm>
    </dsp:sp>
    <dsp:sp modelId="{E39FC92A-8B33-4103-B3CD-3F8C189AD6E3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46D24-A70A-4510-B3D7-AC69F171DEBB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11BCD-BD0D-48FD-9F4C-0BF62936F588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La convención AAPCS asegura coherencia entre ambos lenguajes.</a:t>
          </a:r>
        </a:p>
      </dsp:txBody>
      <dsp:txXfrm>
        <a:off x="2888560" y="2703902"/>
        <a:ext cx="2418750" cy="720000"/>
      </dsp:txXfrm>
    </dsp:sp>
    <dsp:sp modelId="{376C6BFF-A011-448D-85C6-E8AC9612B618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A4D9A0-A35E-4BF2-949D-B0978F520210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B3A14-5FD7-4A42-9F04-0514FD063A68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El enlazador combina los módulos ensamblador y C en un ejecutable.</a:t>
          </a:r>
        </a:p>
      </dsp:txBody>
      <dsp:txXfrm>
        <a:off x="5730591" y="2703902"/>
        <a:ext cx="241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EED868-1CDA-48F2-BAB7-A67E3F6D9A27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95DAF2-AF14-43CD-A661-D942978F35FB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987808-8217-46BC-93F1-8CC6F56E86CB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Innovación: aplicar integración de lenguajes.</a:t>
          </a:r>
        </a:p>
      </dsp:txBody>
      <dsp:txXfrm>
        <a:off x="46529" y="2703902"/>
        <a:ext cx="2418750" cy="720000"/>
      </dsp:txXfrm>
    </dsp:sp>
    <dsp:sp modelId="{DB4830D3-4B5E-414B-B755-284F6CCF492A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74A10C-4ED6-4FE5-AA46-EB9A43C7DF5E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0EAA7-F81D-460D-8C57-1CFA7D84A1AB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Responsabilidad: mantener coherencia en tipos de datos.</a:t>
          </a:r>
        </a:p>
      </dsp:txBody>
      <dsp:txXfrm>
        <a:off x="2888560" y="2703902"/>
        <a:ext cx="2418750" cy="720000"/>
      </dsp:txXfrm>
    </dsp:sp>
    <dsp:sp modelId="{2CCF646F-294A-4FA1-B017-5361785D18CF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11747F-A0DF-4C57-8616-2033D8E78C4C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4346DA-56E1-47F8-9B87-C8FC1652AC06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Ética: respetar la propiedad intelectual del código reutilizado.</a:t>
          </a:r>
        </a:p>
      </dsp:txBody>
      <dsp:txXfrm>
        <a:off x="5730591" y="2703902"/>
        <a:ext cx="2418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095C4-0CBD-4A0D-BBBA-8664EEFE1A2D}">
      <dsp:nvSpPr>
        <dsp:cNvPr id="0" name=""/>
        <dsp:cNvSpPr/>
      </dsp:nvSpPr>
      <dsp:spPr>
        <a:xfrm>
          <a:off x="491378" y="2205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1. ¿Qué palabra clave conecta código C y ensamblador?</a:t>
          </a:r>
        </a:p>
      </dsp:txBody>
      <dsp:txXfrm>
        <a:off x="491378" y="2205"/>
        <a:ext cx="1278508" cy="767104"/>
      </dsp:txXfrm>
    </dsp:sp>
    <dsp:sp modelId="{5A411366-6AE9-47E8-B079-10E02E2E4C13}">
      <dsp:nvSpPr>
        <dsp:cNvPr id="0" name=""/>
        <dsp:cNvSpPr/>
      </dsp:nvSpPr>
      <dsp:spPr>
        <a:xfrm>
          <a:off x="1897737" y="2205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195063"/>
                <a:satOff val="-243"/>
                <a:lumOff val="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95063"/>
                <a:satOff val="-243"/>
                <a:lumOff val="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extern</a:t>
          </a:r>
        </a:p>
      </dsp:txBody>
      <dsp:txXfrm>
        <a:off x="1897737" y="2205"/>
        <a:ext cx="1278508" cy="767104"/>
      </dsp:txXfrm>
    </dsp:sp>
    <dsp:sp modelId="{7B4FC217-3062-4096-A2A0-8C79C1A60E29}">
      <dsp:nvSpPr>
        <dsp:cNvPr id="0" name=""/>
        <dsp:cNvSpPr/>
      </dsp:nvSpPr>
      <dsp:spPr>
        <a:xfrm>
          <a:off x="3304095" y="2205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390127"/>
                <a:satOff val="-487"/>
                <a:lumOff val="1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90127"/>
                <a:satOff val="-487"/>
                <a:lumOff val="1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static</a:t>
          </a:r>
        </a:p>
      </dsp:txBody>
      <dsp:txXfrm>
        <a:off x="3304095" y="2205"/>
        <a:ext cx="1278508" cy="767104"/>
      </dsp:txXfrm>
    </dsp:sp>
    <dsp:sp modelId="{AEF70DFE-922E-4D15-ADE1-F0C08692641B}">
      <dsp:nvSpPr>
        <dsp:cNvPr id="0" name=""/>
        <dsp:cNvSpPr/>
      </dsp:nvSpPr>
      <dsp:spPr>
        <a:xfrm>
          <a:off x="4710454" y="2205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585190"/>
                <a:satOff val="-730"/>
                <a:lumOff val="17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585190"/>
                <a:satOff val="-730"/>
                <a:lumOff val="17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public</a:t>
          </a:r>
        </a:p>
      </dsp:txBody>
      <dsp:txXfrm>
        <a:off x="4710454" y="2205"/>
        <a:ext cx="1278508" cy="767104"/>
      </dsp:txXfrm>
    </dsp:sp>
    <dsp:sp modelId="{7779FE4F-2683-46E0-997B-1E74DC482B46}">
      <dsp:nvSpPr>
        <dsp:cNvPr id="0" name=""/>
        <dsp:cNvSpPr/>
      </dsp:nvSpPr>
      <dsp:spPr>
        <a:xfrm>
          <a:off x="6116813" y="2205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780253"/>
                <a:satOff val="-973"/>
                <a:lumOff val="22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780253"/>
                <a:satOff val="-973"/>
                <a:lumOff val="22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call</a:t>
          </a:r>
        </a:p>
      </dsp:txBody>
      <dsp:txXfrm>
        <a:off x="6116813" y="2205"/>
        <a:ext cx="1278508" cy="767104"/>
      </dsp:txXfrm>
    </dsp:sp>
    <dsp:sp modelId="{32846EEB-73CF-4FFC-B60C-C0C33CFACC24}">
      <dsp:nvSpPr>
        <dsp:cNvPr id="0" name=""/>
        <dsp:cNvSpPr/>
      </dsp:nvSpPr>
      <dsp:spPr>
        <a:xfrm>
          <a:off x="491378" y="897160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975316"/>
                <a:satOff val="-1216"/>
                <a:lumOff val="2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975316"/>
                <a:satOff val="-1216"/>
                <a:lumOff val="2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 ¿Qué herramienta ensambla código ARM?</a:t>
          </a:r>
        </a:p>
      </dsp:txBody>
      <dsp:txXfrm>
        <a:off x="491378" y="897160"/>
        <a:ext cx="1278508" cy="767104"/>
      </dsp:txXfrm>
    </dsp:sp>
    <dsp:sp modelId="{9EBC9CF8-476B-4DC3-A52E-2ECBAE7EF23F}">
      <dsp:nvSpPr>
        <dsp:cNvPr id="0" name=""/>
        <dsp:cNvSpPr/>
      </dsp:nvSpPr>
      <dsp:spPr>
        <a:xfrm>
          <a:off x="1897737" y="897160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gcc</a:t>
          </a:r>
        </a:p>
      </dsp:txBody>
      <dsp:txXfrm>
        <a:off x="1897737" y="897160"/>
        <a:ext cx="1278508" cy="767104"/>
      </dsp:txXfrm>
    </dsp:sp>
    <dsp:sp modelId="{6713A4A2-760E-4AEE-A0A2-7DB17CE2D236}">
      <dsp:nvSpPr>
        <dsp:cNvPr id="0" name=""/>
        <dsp:cNvSpPr/>
      </dsp:nvSpPr>
      <dsp:spPr>
        <a:xfrm>
          <a:off x="3304095" y="897160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1365443"/>
                <a:satOff val="-1703"/>
                <a:lumOff val="40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365443"/>
                <a:satOff val="-1703"/>
                <a:lumOff val="40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as</a:t>
          </a:r>
        </a:p>
      </dsp:txBody>
      <dsp:txXfrm>
        <a:off x="3304095" y="897160"/>
        <a:ext cx="1278508" cy="767104"/>
      </dsp:txXfrm>
    </dsp:sp>
    <dsp:sp modelId="{71C7F063-DAD5-420B-A9B9-C11B1E738406}">
      <dsp:nvSpPr>
        <dsp:cNvPr id="0" name=""/>
        <dsp:cNvSpPr/>
      </dsp:nvSpPr>
      <dsp:spPr>
        <a:xfrm>
          <a:off x="4710454" y="897160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ld</a:t>
          </a:r>
        </a:p>
      </dsp:txBody>
      <dsp:txXfrm>
        <a:off x="4710454" y="897160"/>
        <a:ext cx="1278508" cy="767104"/>
      </dsp:txXfrm>
    </dsp:sp>
    <dsp:sp modelId="{1F1BFDEC-0F64-4603-99D1-0ACE90DAE417}">
      <dsp:nvSpPr>
        <dsp:cNvPr id="0" name=""/>
        <dsp:cNvSpPr/>
      </dsp:nvSpPr>
      <dsp:spPr>
        <a:xfrm>
          <a:off x="6116813" y="897160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1755570"/>
                <a:satOff val="-2190"/>
                <a:lumOff val="5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755570"/>
                <a:satOff val="-2190"/>
                <a:lumOff val="5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make</a:t>
          </a:r>
        </a:p>
      </dsp:txBody>
      <dsp:txXfrm>
        <a:off x="6116813" y="897160"/>
        <a:ext cx="1278508" cy="767104"/>
      </dsp:txXfrm>
    </dsp:sp>
    <dsp:sp modelId="{94AC8384-84F3-4DAC-A286-CFC438CBD573}">
      <dsp:nvSpPr>
        <dsp:cNvPr id="0" name=""/>
        <dsp:cNvSpPr/>
      </dsp:nvSpPr>
      <dsp:spPr>
        <a:xfrm>
          <a:off x="491378" y="1792116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1950633"/>
                <a:satOff val="-2433"/>
                <a:lumOff val="57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950633"/>
                <a:satOff val="-2433"/>
                <a:lumOff val="57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 ¿Qué estándar define las llamadas entre C y ARM?</a:t>
          </a:r>
        </a:p>
      </dsp:txBody>
      <dsp:txXfrm>
        <a:off x="491378" y="1792116"/>
        <a:ext cx="1278508" cy="767104"/>
      </dsp:txXfrm>
    </dsp:sp>
    <dsp:sp modelId="{5B12DB3E-539B-4B4C-AC18-29A909FC062B}">
      <dsp:nvSpPr>
        <dsp:cNvPr id="0" name=""/>
        <dsp:cNvSpPr/>
      </dsp:nvSpPr>
      <dsp:spPr>
        <a:xfrm>
          <a:off x="1897737" y="1792116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2145696"/>
                <a:satOff val="-2676"/>
                <a:lumOff val="62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145696"/>
                <a:satOff val="-2676"/>
                <a:lumOff val="62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AAPCS</a:t>
          </a:r>
        </a:p>
      </dsp:txBody>
      <dsp:txXfrm>
        <a:off x="1897737" y="1792116"/>
        <a:ext cx="1278508" cy="767104"/>
      </dsp:txXfrm>
    </dsp:sp>
    <dsp:sp modelId="{09275B8E-625D-4DEA-B0BC-EBB9198EE8FB}">
      <dsp:nvSpPr>
        <dsp:cNvPr id="0" name=""/>
        <dsp:cNvSpPr/>
      </dsp:nvSpPr>
      <dsp:spPr>
        <a:xfrm>
          <a:off x="3304095" y="1792116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POSIX</a:t>
          </a:r>
        </a:p>
      </dsp:txBody>
      <dsp:txXfrm>
        <a:off x="3304095" y="1792116"/>
        <a:ext cx="1278508" cy="767104"/>
      </dsp:txXfrm>
    </dsp:sp>
    <dsp:sp modelId="{F74ABC46-64D1-467F-9819-603C9423E213}">
      <dsp:nvSpPr>
        <dsp:cNvPr id="0" name=""/>
        <dsp:cNvSpPr/>
      </dsp:nvSpPr>
      <dsp:spPr>
        <a:xfrm>
          <a:off x="4710454" y="1792116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2535823"/>
                <a:satOff val="-3163"/>
                <a:lumOff val="74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535823"/>
                <a:satOff val="-3163"/>
                <a:lumOff val="74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ELF</a:t>
          </a:r>
        </a:p>
      </dsp:txBody>
      <dsp:txXfrm>
        <a:off x="4710454" y="1792116"/>
        <a:ext cx="1278508" cy="767104"/>
      </dsp:txXfrm>
    </dsp:sp>
    <dsp:sp modelId="{C7A23061-E7EE-456E-BA12-5D0AD2DAE21A}">
      <dsp:nvSpPr>
        <dsp:cNvPr id="0" name=""/>
        <dsp:cNvSpPr/>
      </dsp:nvSpPr>
      <dsp:spPr>
        <a:xfrm>
          <a:off x="6116813" y="1792116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2730886"/>
                <a:satOff val="-3406"/>
                <a:lumOff val="80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730886"/>
                <a:satOff val="-3406"/>
                <a:lumOff val="80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ISO C</a:t>
          </a:r>
        </a:p>
      </dsp:txBody>
      <dsp:txXfrm>
        <a:off x="6116813" y="1792116"/>
        <a:ext cx="1278508" cy="767104"/>
      </dsp:txXfrm>
    </dsp:sp>
    <dsp:sp modelId="{A4D08884-77C0-41E6-B658-ECE41A9EB146}">
      <dsp:nvSpPr>
        <dsp:cNvPr id="0" name=""/>
        <dsp:cNvSpPr/>
      </dsp:nvSpPr>
      <dsp:spPr>
        <a:xfrm>
          <a:off x="491378" y="2687072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2925949"/>
                <a:satOff val="-3649"/>
                <a:lumOff val="8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925949"/>
                <a:satOff val="-3649"/>
                <a:lumOff val="8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4. ¿Qué instrucción retorna valor desde una rutina ARM?</a:t>
          </a:r>
        </a:p>
      </dsp:txBody>
      <dsp:txXfrm>
        <a:off x="491378" y="2687072"/>
        <a:ext cx="1278508" cy="767104"/>
      </dsp:txXfrm>
    </dsp:sp>
    <dsp:sp modelId="{0879A31F-E571-4581-B8F0-7396062F3BE2}">
      <dsp:nvSpPr>
        <dsp:cNvPr id="0" name=""/>
        <dsp:cNvSpPr/>
      </dsp:nvSpPr>
      <dsp:spPr>
        <a:xfrm>
          <a:off x="1897737" y="2687072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MOV</a:t>
          </a:r>
        </a:p>
      </dsp:txBody>
      <dsp:txXfrm>
        <a:off x="1897737" y="2687072"/>
        <a:ext cx="1278508" cy="767104"/>
      </dsp:txXfrm>
    </dsp:sp>
    <dsp:sp modelId="{54258735-45AB-4E0E-96D7-1A92C431B491}">
      <dsp:nvSpPr>
        <dsp:cNvPr id="0" name=""/>
        <dsp:cNvSpPr/>
      </dsp:nvSpPr>
      <dsp:spPr>
        <a:xfrm>
          <a:off x="3304095" y="2687072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3316076"/>
                <a:satOff val="-4136"/>
                <a:lumOff val="9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316076"/>
                <a:satOff val="-4136"/>
                <a:lumOff val="9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BL</a:t>
          </a:r>
        </a:p>
      </dsp:txBody>
      <dsp:txXfrm>
        <a:off x="3304095" y="2687072"/>
        <a:ext cx="1278508" cy="767104"/>
      </dsp:txXfrm>
    </dsp:sp>
    <dsp:sp modelId="{3F52E697-4BCC-41C5-83F2-D28E5EBBB0B4}">
      <dsp:nvSpPr>
        <dsp:cNvPr id="0" name=""/>
        <dsp:cNvSpPr/>
      </dsp:nvSpPr>
      <dsp:spPr>
        <a:xfrm>
          <a:off x="4710454" y="2687072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RET</a:t>
          </a:r>
        </a:p>
      </dsp:txBody>
      <dsp:txXfrm>
        <a:off x="4710454" y="2687072"/>
        <a:ext cx="1278508" cy="767104"/>
      </dsp:txXfrm>
    </dsp:sp>
    <dsp:sp modelId="{65019EB5-7B7C-4FE1-BF7F-771DCF8A4615}">
      <dsp:nvSpPr>
        <dsp:cNvPr id="0" name=""/>
        <dsp:cNvSpPr/>
      </dsp:nvSpPr>
      <dsp:spPr>
        <a:xfrm>
          <a:off x="6116813" y="2687072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3706203"/>
                <a:satOff val="-4623"/>
                <a:lumOff val="108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706203"/>
                <a:satOff val="-4623"/>
                <a:lumOff val="108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ADD</a:t>
          </a:r>
        </a:p>
      </dsp:txBody>
      <dsp:txXfrm>
        <a:off x="6116813" y="2687072"/>
        <a:ext cx="1278508" cy="767104"/>
      </dsp:txXfrm>
    </dsp:sp>
    <dsp:sp modelId="{3038CA45-190C-4CA4-94D5-D01C27E99FE2}">
      <dsp:nvSpPr>
        <dsp:cNvPr id="0" name=""/>
        <dsp:cNvSpPr/>
      </dsp:nvSpPr>
      <dsp:spPr>
        <a:xfrm>
          <a:off x="491378" y="3582027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3901266"/>
                <a:satOff val="-4866"/>
                <a:lumOff val="114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901266"/>
                <a:satOff val="-4866"/>
                <a:lumOff val="114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5. ¿Qué comando enlaza módulos?</a:t>
          </a:r>
        </a:p>
      </dsp:txBody>
      <dsp:txXfrm>
        <a:off x="491378" y="3582027"/>
        <a:ext cx="1278508" cy="767104"/>
      </dsp:txXfrm>
    </dsp:sp>
    <dsp:sp modelId="{63E6E075-4373-4983-9132-1CF3A2FFECA9}">
      <dsp:nvSpPr>
        <dsp:cNvPr id="0" name=""/>
        <dsp:cNvSpPr/>
      </dsp:nvSpPr>
      <dsp:spPr>
        <a:xfrm>
          <a:off x="1897737" y="3582027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4096329"/>
                <a:satOff val="-5109"/>
                <a:lumOff val="120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096329"/>
                <a:satOff val="-5109"/>
                <a:lumOff val="120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a) as</a:t>
          </a:r>
        </a:p>
      </dsp:txBody>
      <dsp:txXfrm>
        <a:off x="1897737" y="3582027"/>
        <a:ext cx="1278508" cy="767104"/>
      </dsp:txXfrm>
    </dsp:sp>
    <dsp:sp modelId="{A70B02B0-5A95-4AEA-8666-85049C87B798}">
      <dsp:nvSpPr>
        <dsp:cNvPr id="0" name=""/>
        <dsp:cNvSpPr/>
      </dsp:nvSpPr>
      <dsp:spPr>
        <a:xfrm>
          <a:off x="3304095" y="3582027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4291393"/>
                <a:satOff val="-5352"/>
                <a:lumOff val="1259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291393"/>
                <a:satOff val="-5352"/>
                <a:lumOff val="1259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b) ld</a:t>
          </a:r>
        </a:p>
      </dsp:txBody>
      <dsp:txXfrm>
        <a:off x="3304095" y="3582027"/>
        <a:ext cx="1278508" cy="767104"/>
      </dsp:txXfrm>
    </dsp:sp>
    <dsp:sp modelId="{6BBC12D6-3C3A-4EE6-9F25-453BF726D5BC}">
      <dsp:nvSpPr>
        <dsp:cNvPr id="0" name=""/>
        <dsp:cNvSpPr/>
      </dsp:nvSpPr>
      <dsp:spPr>
        <a:xfrm>
          <a:off x="4710454" y="3582027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4486456"/>
                <a:satOff val="-5596"/>
                <a:lumOff val="131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486456"/>
                <a:satOff val="-5596"/>
                <a:lumOff val="131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c) gcc</a:t>
          </a:r>
        </a:p>
      </dsp:txBody>
      <dsp:txXfrm>
        <a:off x="4710454" y="3582027"/>
        <a:ext cx="1278508" cy="767104"/>
      </dsp:txXfrm>
    </dsp:sp>
    <dsp:sp modelId="{ADC4F00E-445C-4BED-A405-C4900DF10D12}">
      <dsp:nvSpPr>
        <dsp:cNvPr id="0" name=""/>
        <dsp:cNvSpPr/>
      </dsp:nvSpPr>
      <dsp:spPr>
        <a:xfrm>
          <a:off x="6116813" y="3582027"/>
          <a:ext cx="1278508" cy="767104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d) objdump</a:t>
          </a:r>
        </a:p>
      </dsp:txBody>
      <dsp:txXfrm>
        <a:off x="6116813" y="3582027"/>
        <a:ext cx="1278508" cy="76710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0981F1-D9F1-42B3-84B4-1DA832CFD4E2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6BD042-DEB2-4ED5-8C71-67BBD812C9F5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84FB9-5C23-4781-8057-7CBA6735344F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ARM64 – Raspberry Pi (material técnico)</a:t>
          </a:r>
        </a:p>
      </dsp:txBody>
      <dsp:txXfrm>
        <a:off x="46529" y="2703902"/>
        <a:ext cx="2418750" cy="720000"/>
      </dsp:txXfrm>
    </dsp:sp>
    <dsp:sp modelId="{6544E4E1-BFED-42C2-BE82-D2CE337668C0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42C64C-8C5C-48CA-B3EA-6E8C95570B9B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FA26AF-E1F6-4D6C-99A5-0719A3824A3E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GNU GCC Cross-Compilation Docs</a:t>
          </a:r>
        </a:p>
      </dsp:txBody>
      <dsp:txXfrm>
        <a:off x="2888560" y="2703902"/>
        <a:ext cx="2418750" cy="720000"/>
      </dsp:txXfrm>
    </dsp:sp>
    <dsp:sp modelId="{6F11C4D3-78CC-45A7-B0C5-3AAEA143665D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416F6-4C72-41B4-9E80-99EB727BEEFE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3EF17-57F2-48DC-AF3E-36B68F876874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• Patterson &amp; Hennessy (2018)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2316" y="1371600"/>
            <a:ext cx="8699369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dirty="0" err="1"/>
              <a:t>Arquitectura</a:t>
            </a:r>
            <a:r>
              <a:rPr sz="2600" dirty="0"/>
              <a:t> de </a:t>
            </a:r>
            <a:r>
              <a:rPr sz="2600" dirty="0" err="1"/>
              <a:t>Computadoras</a:t>
            </a:r>
            <a:r>
              <a:rPr sz="2600" dirty="0"/>
              <a:t> y </a:t>
            </a:r>
            <a:r>
              <a:rPr sz="2600" dirty="0" err="1"/>
              <a:t>Ensambladores</a:t>
            </a:r>
            <a:r>
              <a:rPr sz="2600" dirty="0"/>
              <a:t> 1</a:t>
            </a:r>
          </a:p>
          <a:p>
            <a:pPr algn="ctr"/>
            <a:r>
              <a:rPr sz="2600" dirty="0"/>
              <a:t>Semana 11: </a:t>
            </a:r>
            <a:r>
              <a:rPr sz="2600" dirty="0" err="1"/>
              <a:t>Compatibilidad</a:t>
            </a:r>
            <a:r>
              <a:rPr sz="2600" dirty="0"/>
              <a:t> ARM y </a:t>
            </a:r>
            <a:r>
              <a:rPr sz="2600" dirty="0" err="1"/>
              <a:t>Programación</a:t>
            </a:r>
            <a:r>
              <a:rPr sz="2600" dirty="0"/>
              <a:t> </a:t>
            </a:r>
            <a:r>
              <a:rPr sz="2600" dirty="0" err="1"/>
              <a:t>Híbrida</a:t>
            </a:r>
            <a:r>
              <a:rPr sz="2600" dirty="0"/>
              <a:t> con C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A0945639-90C8-0E6A-917F-6F41AB34E247}"/>
              </a:ext>
            </a:extLst>
          </p:cNvPr>
          <p:cNvGraphicFramePr/>
          <p:nvPr/>
        </p:nvGraphicFramePr>
        <p:xfrm>
          <a:off x="914400" y="3200400"/>
          <a:ext cx="7315200" cy="182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Competencia que desarrollaremos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/>
              <a:t>El estudiante integra código C con rutinas en ensamblador ARM64, para desarrollar soluciones híbridas y optimizadas.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Contenido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227EFC-7A5D-C891-183C-D6BB58217A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371480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s-ES" sz="3200">
                <a:solidFill>
                  <a:srgbClr val="FFFFFF"/>
                </a:solidFill>
              </a:rPr>
              <a:t>Ejemplo práctico – Llamada desde C a ARM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B8C32D-649D-EBD0-E5CE-EBADBBBD0A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09925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200">
                <a:solidFill>
                  <a:srgbClr val="FFFFFF"/>
                </a:solidFill>
              </a:rPr>
              <a:t>Ejemplo práctico – Compilación híbrida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65676C-6069-7964-284B-B12B58645A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44498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Conceptos clave aprendidos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E665C2-9F9C-1CF0-77FC-4F16409E9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79430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Valor y/o actitud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9BFC56-8065-B01D-B5F7-DA873CD608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3578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EC46449-A97A-C233-42A5-01A9769C21E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9095" r="-9" b="908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9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/>
              <a:t>Evaluación - Semana 11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5CDBC1-4463-4CE3-57B5-00E386B3B2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571238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Referencias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F21022-9A5A-9234-3D99-DF30B27F09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003710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382</Words>
  <Application>Microsoft Office PowerPoint</Application>
  <PresentationFormat>Presentación en pantalla (4:3)</PresentationFormat>
  <Paragraphs>64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Competencia que desarrollaremos</vt:lpstr>
      <vt:lpstr>Contenido</vt:lpstr>
      <vt:lpstr>Ejemplo práctico – Llamada desde C a ARM</vt:lpstr>
      <vt:lpstr>Ejemplo práctico – Compilación híbrida</vt:lpstr>
      <vt:lpstr>Conceptos clave aprendidos</vt:lpstr>
      <vt:lpstr>Valor y/o actitud</vt:lpstr>
      <vt:lpstr>Evaluación - Semana 11</vt:lpstr>
      <vt:lpstr>Referencias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C IT</cp:lastModifiedBy>
  <cp:revision>14</cp:revision>
  <dcterms:created xsi:type="dcterms:W3CDTF">2013-01-27T09:14:16Z</dcterms:created>
  <dcterms:modified xsi:type="dcterms:W3CDTF">2025-11-05T22:13:28Z</dcterms:modified>
  <cp:category/>
</cp:coreProperties>
</file>