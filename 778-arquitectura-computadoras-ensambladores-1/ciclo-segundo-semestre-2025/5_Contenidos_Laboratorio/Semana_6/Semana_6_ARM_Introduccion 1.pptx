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6F684-9201-4034-7768-B7514BA2C150}" v="8" dt="2025-10-31T22:07:33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7AB882-8F1D-496D-8BE5-4383EA20AC23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7BB0B5F-3F4E-4EB5-91BC-1FEFE2BE9595}">
      <dgm:prSet/>
      <dgm:spPr/>
      <dgm:t>
        <a:bodyPr/>
        <a:lstStyle/>
        <a:p>
          <a:r>
            <a:rPr lang="en-US"/>
            <a:t>• Concepto de lenguaje ensamblador y su relación con el hardware.</a:t>
          </a:r>
        </a:p>
      </dgm:t>
    </dgm:pt>
    <dgm:pt modelId="{BFBF3CF0-7367-45E0-8370-475FFF6CE6F6}" type="parTrans" cxnId="{DBBBAA39-8765-4021-BA8E-4446D52603FD}">
      <dgm:prSet/>
      <dgm:spPr/>
      <dgm:t>
        <a:bodyPr/>
        <a:lstStyle/>
        <a:p>
          <a:endParaRPr lang="en-US"/>
        </a:p>
      </dgm:t>
    </dgm:pt>
    <dgm:pt modelId="{3A79C028-302E-401F-91E5-BEF82FFA8973}" type="sibTrans" cxnId="{DBBBAA39-8765-4021-BA8E-4446D52603FD}">
      <dgm:prSet/>
      <dgm:spPr/>
      <dgm:t>
        <a:bodyPr/>
        <a:lstStyle/>
        <a:p>
          <a:endParaRPr lang="en-US"/>
        </a:p>
      </dgm:t>
    </dgm:pt>
    <dgm:pt modelId="{A38EC385-30CC-4DF7-AF2B-8851DDCA7055}">
      <dgm:prSet/>
      <dgm:spPr/>
      <dgm:t>
        <a:bodyPr/>
        <a:lstStyle/>
        <a:p>
          <a:r>
            <a:rPr lang="en-US"/>
            <a:t>• Estructura básica de un programa en ARM64.</a:t>
          </a:r>
        </a:p>
      </dgm:t>
    </dgm:pt>
    <dgm:pt modelId="{CBAD3A52-E56B-4504-9E8E-4AAE63DB4529}" type="parTrans" cxnId="{138895A0-91D0-461F-B546-FCD7D571AC53}">
      <dgm:prSet/>
      <dgm:spPr/>
      <dgm:t>
        <a:bodyPr/>
        <a:lstStyle/>
        <a:p>
          <a:endParaRPr lang="en-US"/>
        </a:p>
      </dgm:t>
    </dgm:pt>
    <dgm:pt modelId="{200FB524-EBEB-4BBD-B46D-16A2EB552153}" type="sibTrans" cxnId="{138895A0-91D0-461F-B546-FCD7D571AC53}">
      <dgm:prSet/>
      <dgm:spPr/>
      <dgm:t>
        <a:bodyPr/>
        <a:lstStyle/>
        <a:p>
          <a:endParaRPr lang="en-US"/>
        </a:p>
      </dgm:t>
    </dgm:pt>
    <dgm:pt modelId="{7632FA4B-1C8E-47A9-A7FD-AF3B06D56057}">
      <dgm:prSet/>
      <dgm:spPr/>
      <dgm:t>
        <a:bodyPr/>
        <a:lstStyle/>
        <a:p>
          <a:r>
            <a:rPr lang="en-US"/>
            <a:t>• Elementos fundamentales: directivas, etiquetas, instrucciones y comentarios.</a:t>
          </a:r>
        </a:p>
      </dgm:t>
    </dgm:pt>
    <dgm:pt modelId="{D703E447-B586-4A2F-8B7A-8E7D238C1A19}" type="parTrans" cxnId="{FCA493EB-1D42-4D87-B1E8-D36DFDAB7DAC}">
      <dgm:prSet/>
      <dgm:spPr/>
      <dgm:t>
        <a:bodyPr/>
        <a:lstStyle/>
        <a:p>
          <a:endParaRPr lang="en-US"/>
        </a:p>
      </dgm:t>
    </dgm:pt>
    <dgm:pt modelId="{854EE19D-D6C4-4C54-9CF5-761067264B9A}" type="sibTrans" cxnId="{FCA493EB-1D42-4D87-B1E8-D36DFDAB7DAC}">
      <dgm:prSet/>
      <dgm:spPr/>
      <dgm:t>
        <a:bodyPr/>
        <a:lstStyle/>
        <a:p>
          <a:endParaRPr lang="en-US"/>
        </a:p>
      </dgm:t>
    </dgm:pt>
    <dgm:pt modelId="{E42E3EF0-9645-41EE-9259-F8640B1E7AA0}">
      <dgm:prSet/>
      <dgm:spPr/>
      <dgm:t>
        <a:bodyPr/>
        <a:lstStyle/>
        <a:p>
          <a:r>
            <a:rPr lang="en-US"/>
            <a:t>• Proceso de ensamblado y generación de código objeto.</a:t>
          </a:r>
        </a:p>
      </dgm:t>
    </dgm:pt>
    <dgm:pt modelId="{BBCAB808-BFA8-46D2-A5D2-C8F5AD89007E}" type="parTrans" cxnId="{C4AB3AEC-7E36-455A-B6F7-5D20143B8CE9}">
      <dgm:prSet/>
      <dgm:spPr/>
      <dgm:t>
        <a:bodyPr/>
        <a:lstStyle/>
        <a:p>
          <a:endParaRPr lang="en-US"/>
        </a:p>
      </dgm:t>
    </dgm:pt>
    <dgm:pt modelId="{69A1457A-F2DE-4691-8C86-79D6059E3593}" type="sibTrans" cxnId="{C4AB3AEC-7E36-455A-B6F7-5D20143B8CE9}">
      <dgm:prSet/>
      <dgm:spPr/>
      <dgm:t>
        <a:bodyPr/>
        <a:lstStyle/>
        <a:p>
          <a:endParaRPr lang="en-US"/>
        </a:p>
      </dgm:t>
    </dgm:pt>
    <dgm:pt modelId="{B39F7EF7-D8DB-41A9-97FA-0A3F2D5A05CD}">
      <dgm:prSet/>
      <dgm:spPr/>
      <dgm:t>
        <a:bodyPr/>
        <a:lstStyle/>
        <a:p>
          <a:r>
            <a:rPr lang="en-US"/>
            <a:t>• Uso del compilador aarch64-linux-gnu-gcc para ARM64.</a:t>
          </a:r>
        </a:p>
      </dgm:t>
    </dgm:pt>
    <dgm:pt modelId="{45F00AEA-1956-4C13-8A57-7B9357FDF282}" type="parTrans" cxnId="{7FF1BF8D-CF0B-4E70-847B-4D16F1797C71}">
      <dgm:prSet/>
      <dgm:spPr/>
      <dgm:t>
        <a:bodyPr/>
        <a:lstStyle/>
        <a:p>
          <a:endParaRPr lang="en-US"/>
        </a:p>
      </dgm:t>
    </dgm:pt>
    <dgm:pt modelId="{C7612FD3-3FA4-4E90-A0D1-EC020F3C8A9D}" type="sibTrans" cxnId="{7FF1BF8D-CF0B-4E70-847B-4D16F1797C71}">
      <dgm:prSet/>
      <dgm:spPr/>
      <dgm:t>
        <a:bodyPr/>
        <a:lstStyle/>
        <a:p>
          <a:endParaRPr lang="en-US"/>
        </a:p>
      </dgm:t>
    </dgm:pt>
    <dgm:pt modelId="{57156455-E88E-42AC-B7A8-21B857CD387C}" type="pres">
      <dgm:prSet presAssocID="{257AB882-8F1D-496D-8BE5-4383EA20AC23}" presName="diagram" presStyleCnt="0">
        <dgm:presLayoutVars>
          <dgm:dir/>
          <dgm:resizeHandles val="exact"/>
        </dgm:presLayoutVars>
      </dgm:prSet>
      <dgm:spPr/>
    </dgm:pt>
    <dgm:pt modelId="{AB78A1BD-6338-4540-B405-06B8BA9297BD}" type="pres">
      <dgm:prSet presAssocID="{D7BB0B5F-3F4E-4EB5-91BC-1FEFE2BE9595}" presName="node" presStyleLbl="node1" presStyleIdx="0" presStyleCnt="5">
        <dgm:presLayoutVars>
          <dgm:bulletEnabled val="1"/>
        </dgm:presLayoutVars>
      </dgm:prSet>
      <dgm:spPr/>
    </dgm:pt>
    <dgm:pt modelId="{3784530F-0C49-4196-B70B-0B5859A8D879}" type="pres">
      <dgm:prSet presAssocID="{3A79C028-302E-401F-91E5-BEF82FFA8973}" presName="sibTrans" presStyleCnt="0"/>
      <dgm:spPr/>
    </dgm:pt>
    <dgm:pt modelId="{C8095A2D-5758-4EA1-8E46-98526C1A4CA6}" type="pres">
      <dgm:prSet presAssocID="{A38EC385-30CC-4DF7-AF2B-8851DDCA7055}" presName="node" presStyleLbl="node1" presStyleIdx="1" presStyleCnt="5">
        <dgm:presLayoutVars>
          <dgm:bulletEnabled val="1"/>
        </dgm:presLayoutVars>
      </dgm:prSet>
      <dgm:spPr/>
    </dgm:pt>
    <dgm:pt modelId="{3499814F-DAD2-4F2C-8303-EFF037D72BF5}" type="pres">
      <dgm:prSet presAssocID="{200FB524-EBEB-4BBD-B46D-16A2EB552153}" presName="sibTrans" presStyleCnt="0"/>
      <dgm:spPr/>
    </dgm:pt>
    <dgm:pt modelId="{DDA1F76D-C7C3-410D-9EBF-224DF0424D40}" type="pres">
      <dgm:prSet presAssocID="{7632FA4B-1C8E-47A9-A7FD-AF3B06D56057}" presName="node" presStyleLbl="node1" presStyleIdx="2" presStyleCnt="5">
        <dgm:presLayoutVars>
          <dgm:bulletEnabled val="1"/>
        </dgm:presLayoutVars>
      </dgm:prSet>
      <dgm:spPr/>
    </dgm:pt>
    <dgm:pt modelId="{2683B481-BE42-43B4-AC0A-96F004CC7E0C}" type="pres">
      <dgm:prSet presAssocID="{854EE19D-D6C4-4C54-9CF5-761067264B9A}" presName="sibTrans" presStyleCnt="0"/>
      <dgm:spPr/>
    </dgm:pt>
    <dgm:pt modelId="{5ACA0517-FC2B-4032-B462-825D00FA8B12}" type="pres">
      <dgm:prSet presAssocID="{E42E3EF0-9645-41EE-9259-F8640B1E7AA0}" presName="node" presStyleLbl="node1" presStyleIdx="3" presStyleCnt="5">
        <dgm:presLayoutVars>
          <dgm:bulletEnabled val="1"/>
        </dgm:presLayoutVars>
      </dgm:prSet>
      <dgm:spPr/>
    </dgm:pt>
    <dgm:pt modelId="{7E9373B5-D81F-49EB-93E6-B71D810F2A90}" type="pres">
      <dgm:prSet presAssocID="{69A1457A-F2DE-4691-8C86-79D6059E3593}" presName="sibTrans" presStyleCnt="0"/>
      <dgm:spPr/>
    </dgm:pt>
    <dgm:pt modelId="{E0517DD9-B4AC-46D5-B0CC-6FE29E37140A}" type="pres">
      <dgm:prSet presAssocID="{B39F7EF7-D8DB-41A9-97FA-0A3F2D5A05CD}" presName="node" presStyleLbl="node1" presStyleIdx="4" presStyleCnt="5">
        <dgm:presLayoutVars>
          <dgm:bulletEnabled val="1"/>
        </dgm:presLayoutVars>
      </dgm:prSet>
      <dgm:spPr/>
    </dgm:pt>
  </dgm:ptLst>
  <dgm:cxnLst>
    <dgm:cxn modelId="{ED35E226-4514-4DCA-8DFD-AB3796B26DBA}" type="presOf" srcId="{7632FA4B-1C8E-47A9-A7FD-AF3B06D56057}" destId="{DDA1F76D-C7C3-410D-9EBF-224DF0424D40}" srcOrd="0" destOrd="0" presId="urn:microsoft.com/office/officeart/2005/8/layout/default"/>
    <dgm:cxn modelId="{DBBBAA39-8765-4021-BA8E-4446D52603FD}" srcId="{257AB882-8F1D-496D-8BE5-4383EA20AC23}" destId="{D7BB0B5F-3F4E-4EB5-91BC-1FEFE2BE9595}" srcOrd="0" destOrd="0" parTransId="{BFBF3CF0-7367-45E0-8370-475FFF6CE6F6}" sibTransId="{3A79C028-302E-401F-91E5-BEF82FFA8973}"/>
    <dgm:cxn modelId="{1914016F-C3A8-44CD-9FA3-70AFEF731321}" type="presOf" srcId="{E42E3EF0-9645-41EE-9259-F8640B1E7AA0}" destId="{5ACA0517-FC2B-4032-B462-825D00FA8B12}" srcOrd="0" destOrd="0" presId="urn:microsoft.com/office/officeart/2005/8/layout/default"/>
    <dgm:cxn modelId="{4DC74581-71E2-4598-8024-0463705B2A2E}" type="presOf" srcId="{D7BB0B5F-3F4E-4EB5-91BC-1FEFE2BE9595}" destId="{AB78A1BD-6338-4540-B405-06B8BA9297BD}" srcOrd="0" destOrd="0" presId="urn:microsoft.com/office/officeart/2005/8/layout/default"/>
    <dgm:cxn modelId="{7FF1BF8D-CF0B-4E70-847B-4D16F1797C71}" srcId="{257AB882-8F1D-496D-8BE5-4383EA20AC23}" destId="{B39F7EF7-D8DB-41A9-97FA-0A3F2D5A05CD}" srcOrd="4" destOrd="0" parTransId="{45F00AEA-1956-4C13-8A57-7B9357FDF282}" sibTransId="{C7612FD3-3FA4-4E90-A0D1-EC020F3C8A9D}"/>
    <dgm:cxn modelId="{9A73A195-79CD-47E3-8B88-F6B56E3B21F9}" type="presOf" srcId="{257AB882-8F1D-496D-8BE5-4383EA20AC23}" destId="{57156455-E88E-42AC-B7A8-21B857CD387C}" srcOrd="0" destOrd="0" presId="urn:microsoft.com/office/officeart/2005/8/layout/default"/>
    <dgm:cxn modelId="{138895A0-91D0-461F-B546-FCD7D571AC53}" srcId="{257AB882-8F1D-496D-8BE5-4383EA20AC23}" destId="{A38EC385-30CC-4DF7-AF2B-8851DDCA7055}" srcOrd="1" destOrd="0" parTransId="{CBAD3A52-E56B-4504-9E8E-4AAE63DB4529}" sibTransId="{200FB524-EBEB-4BBD-B46D-16A2EB552153}"/>
    <dgm:cxn modelId="{F4FAD3B0-1DEA-426A-8494-4B9632D9B8D0}" type="presOf" srcId="{B39F7EF7-D8DB-41A9-97FA-0A3F2D5A05CD}" destId="{E0517DD9-B4AC-46D5-B0CC-6FE29E37140A}" srcOrd="0" destOrd="0" presId="urn:microsoft.com/office/officeart/2005/8/layout/default"/>
    <dgm:cxn modelId="{3796B0D6-7630-4E33-A155-F52232E3E695}" type="presOf" srcId="{A38EC385-30CC-4DF7-AF2B-8851DDCA7055}" destId="{C8095A2D-5758-4EA1-8E46-98526C1A4CA6}" srcOrd="0" destOrd="0" presId="urn:microsoft.com/office/officeart/2005/8/layout/default"/>
    <dgm:cxn modelId="{FCA493EB-1D42-4D87-B1E8-D36DFDAB7DAC}" srcId="{257AB882-8F1D-496D-8BE5-4383EA20AC23}" destId="{7632FA4B-1C8E-47A9-A7FD-AF3B06D56057}" srcOrd="2" destOrd="0" parTransId="{D703E447-B586-4A2F-8B7A-8E7D238C1A19}" sibTransId="{854EE19D-D6C4-4C54-9CF5-761067264B9A}"/>
    <dgm:cxn modelId="{C4AB3AEC-7E36-455A-B6F7-5D20143B8CE9}" srcId="{257AB882-8F1D-496D-8BE5-4383EA20AC23}" destId="{E42E3EF0-9645-41EE-9259-F8640B1E7AA0}" srcOrd="3" destOrd="0" parTransId="{BBCAB808-BFA8-46D2-A5D2-C8F5AD89007E}" sibTransId="{69A1457A-F2DE-4691-8C86-79D6059E3593}"/>
    <dgm:cxn modelId="{98A4BD63-8CD2-456F-821F-E2C4EC0B309E}" type="presParOf" srcId="{57156455-E88E-42AC-B7A8-21B857CD387C}" destId="{AB78A1BD-6338-4540-B405-06B8BA9297BD}" srcOrd="0" destOrd="0" presId="urn:microsoft.com/office/officeart/2005/8/layout/default"/>
    <dgm:cxn modelId="{EE16AE99-374B-4214-B4E3-5951D673BC80}" type="presParOf" srcId="{57156455-E88E-42AC-B7A8-21B857CD387C}" destId="{3784530F-0C49-4196-B70B-0B5859A8D879}" srcOrd="1" destOrd="0" presId="urn:microsoft.com/office/officeart/2005/8/layout/default"/>
    <dgm:cxn modelId="{D68D2EEA-8ABB-4084-B9B6-30BA668B3566}" type="presParOf" srcId="{57156455-E88E-42AC-B7A8-21B857CD387C}" destId="{C8095A2D-5758-4EA1-8E46-98526C1A4CA6}" srcOrd="2" destOrd="0" presId="urn:microsoft.com/office/officeart/2005/8/layout/default"/>
    <dgm:cxn modelId="{D983A536-4E92-473F-9523-85337FDEBE95}" type="presParOf" srcId="{57156455-E88E-42AC-B7A8-21B857CD387C}" destId="{3499814F-DAD2-4F2C-8303-EFF037D72BF5}" srcOrd="3" destOrd="0" presId="urn:microsoft.com/office/officeart/2005/8/layout/default"/>
    <dgm:cxn modelId="{62917FF8-1EB3-416A-A278-8A17073C116D}" type="presParOf" srcId="{57156455-E88E-42AC-B7A8-21B857CD387C}" destId="{DDA1F76D-C7C3-410D-9EBF-224DF0424D40}" srcOrd="4" destOrd="0" presId="urn:microsoft.com/office/officeart/2005/8/layout/default"/>
    <dgm:cxn modelId="{446F2C57-F45C-4D27-936E-A7E0262B4C70}" type="presParOf" srcId="{57156455-E88E-42AC-B7A8-21B857CD387C}" destId="{2683B481-BE42-43B4-AC0A-96F004CC7E0C}" srcOrd="5" destOrd="0" presId="urn:microsoft.com/office/officeart/2005/8/layout/default"/>
    <dgm:cxn modelId="{ACF41772-CBC4-4407-B51F-E4755E2E571C}" type="presParOf" srcId="{57156455-E88E-42AC-B7A8-21B857CD387C}" destId="{5ACA0517-FC2B-4032-B462-825D00FA8B12}" srcOrd="6" destOrd="0" presId="urn:microsoft.com/office/officeart/2005/8/layout/default"/>
    <dgm:cxn modelId="{87A54479-48D9-4808-B115-AC4A0B824B5C}" type="presParOf" srcId="{57156455-E88E-42AC-B7A8-21B857CD387C}" destId="{7E9373B5-D81F-49EB-93E6-B71D810F2A90}" srcOrd="7" destOrd="0" presId="urn:microsoft.com/office/officeart/2005/8/layout/default"/>
    <dgm:cxn modelId="{C33FADCE-FA40-4586-A922-4A074F7FDCB7}" type="presParOf" srcId="{57156455-E88E-42AC-B7A8-21B857CD387C}" destId="{E0517DD9-B4AC-46D5-B0CC-6FE29E37140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819A6A-8D74-4D65-83A4-40AD18A96FB8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9FFE145-4DD4-48F3-9FAC-B3F2BB2ED737}">
      <dgm:prSet/>
      <dgm:spPr/>
      <dgm:t>
        <a:bodyPr/>
        <a:lstStyle/>
        <a:p>
          <a:r>
            <a:rPr lang="en-US"/>
            <a:t>• Sección .rodata: datos de solo lectura.</a:t>
          </a:r>
        </a:p>
      </dgm:t>
    </dgm:pt>
    <dgm:pt modelId="{4B3D7FAA-02BE-4B5E-ADBA-97004F1BA090}" type="parTrans" cxnId="{1C60F916-E7C6-4D29-BC5B-03F01D44E257}">
      <dgm:prSet/>
      <dgm:spPr/>
      <dgm:t>
        <a:bodyPr/>
        <a:lstStyle/>
        <a:p>
          <a:endParaRPr lang="en-US"/>
        </a:p>
      </dgm:t>
    </dgm:pt>
    <dgm:pt modelId="{0AF26BC1-ED9B-42DB-B417-45A761E83B98}" type="sibTrans" cxnId="{1C60F916-E7C6-4D29-BC5B-03F01D44E257}">
      <dgm:prSet/>
      <dgm:spPr/>
      <dgm:t>
        <a:bodyPr/>
        <a:lstStyle/>
        <a:p>
          <a:endParaRPr lang="en-US"/>
        </a:p>
      </dgm:t>
    </dgm:pt>
    <dgm:pt modelId="{C8D3EB1F-1F1E-4C07-B162-E89D2DFBF546}">
      <dgm:prSet/>
      <dgm:spPr/>
      <dgm:t>
        <a:bodyPr/>
        <a:lstStyle/>
        <a:p>
          <a:r>
            <a:rPr lang="en-US"/>
            <a:t>• Etiqueta msg: define una cadena terminada en nulo.</a:t>
          </a:r>
        </a:p>
      </dgm:t>
    </dgm:pt>
    <dgm:pt modelId="{055B6E83-BB51-497B-B0A7-ECC7636C6A04}" type="parTrans" cxnId="{FA3CBE6F-CF07-4598-9856-726CEA47073E}">
      <dgm:prSet/>
      <dgm:spPr/>
      <dgm:t>
        <a:bodyPr/>
        <a:lstStyle/>
        <a:p>
          <a:endParaRPr lang="en-US"/>
        </a:p>
      </dgm:t>
    </dgm:pt>
    <dgm:pt modelId="{75C45027-1A30-41A5-B0D7-4EFC05E2BD3D}" type="sibTrans" cxnId="{FA3CBE6F-CF07-4598-9856-726CEA47073E}">
      <dgm:prSet/>
      <dgm:spPr/>
      <dgm:t>
        <a:bodyPr/>
        <a:lstStyle/>
        <a:p>
          <a:endParaRPr lang="en-US"/>
        </a:p>
      </dgm:t>
    </dgm:pt>
    <dgm:pt modelId="{8C6BEFE1-4A29-4701-A6CD-02F5767BD952}">
      <dgm:prSet/>
      <dgm:spPr/>
      <dgm:t>
        <a:bodyPr/>
        <a:lstStyle/>
        <a:p>
          <a:r>
            <a:rPr lang="en-US"/>
            <a:t>• .global main: define el punto de entrada.</a:t>
          </a:r>
        </a:p>
      </dgm:t>
    </dgm:pt>
    <dgm:pt modelId="{8BFA555D-F27C-43F9-B4D4-B19B24822C97}" type="parTrans" cxnId="{F4B073AE-AE48-4B3F-9B11-95875B43DF1D}">
      <dgm:prSet/>
      <dgm:spPr/>
      <dgm:t>
        <a:bodyPr/>
        <a:lstStyle/>
        <a:p>
          <a:endParaRPr lang="en-US"/>
        </a:p>
      </dgm:t>
    </dgm:pt>
    <dgm:pt modelId="{1D4A51A4-401E-4E60-B628-C48F6F9642C2}" type="sibTrans" cxnId="{F4B073AE-AE48-4B3F-9B11-95875B43DF1D}">
      <dgm:prSet/>
      <dgm:spPr/>
      <dgm:t>
        <a:bodyPr/>
        <a:lstStyle/>
        <a:p>
          <a:endParaRPr lang="en-US"/>
        </a:p>
      </dgm:t>
    </dgm:pt>
    <dgm:pt modelId="{0CF0343F-B4B1-4B53-A710-8469589F6974}">
      <dgm:prSet/>
      <dgm:spPr/>
      <dgm:t>
        <a:bodyPr/>
        <a:lstStyle/>
        <a:p>
          <a:r>
            <a:rPr lang="en-US"/>
            <a:t>• stp/ldp: instrucciones para apilar y desapilar registros.</a:t>
          </a:r>
        </a:p>
      </dgm:t>
    </dgm:pt>
    <dgm:pt modelId="{5F0FDAF8-73AC-44DE-AEA3-5AEE0D750920}" type="parTrans" cxnId="{0EEAFD8F-9621-4DDA-A66D-60671F3D6FE0}">
      <dgm:prSet/>
      <dgm:spPr/>
      <dgm:t>
        <a:bodyPr/>
        <a:lstStyle/>
        <a:p>
          <a:endParaRPr lang="en-US"/>
        </a:p>
      </dgm:t>
    </dgm:pt>
    <dgm:pt modelId="{6D47224A-5FBC-49F9-A3FA-0A615BD82F5B}" type="sibTrans" cxnId="{0EEAFD8F-9621-4DDA-A66D-60671F3D6FE0}">
      <dgm:prSet/>
      <dgm:spPr/>
      <dgm:t>
        <a:bodyPr/>
        <a:lstStyle/>
        <a:p>
          <a:endParaRPr lang="en-US"/>
        </a:p>
      </dgm:t>
    </dgm:pt>
    <dgm:pt modelId="{0BF3CF08-01AD-40C0-9D48-3B2370199990}">
      <dgm:prSet/>
      <dgm:spPr/>
      <dgm:t>
        <a:bodyPr/>
        <a:lstStyle/>
        <a:p>
          <a:r>
            <a:rPr lang="en-US"/>
            <a:t>• adr/bl/mov: direccionamiento, llamada a printf y retorno de valor.</a:t>
          </a:r>
        </a:p>
      </dgm:t>
    </dgm:pt>
    <dgm:pt modelId="{F5918E9D-402C-4148-B933-1F6D4E3EC726}" type="parTrans" cxnId="{73482F0D-24BF-4EE8-840D-4CBCAD55C8AA}">
      <dgm:prSet/>
      <dgm:spPr/>
      <dgm:t>
        <a:bodyPr/>
        <a:lstStyle/>
        <a:p>
          <a:endParaRPr lang="en-US"/>
        </a:p>
      </dgm:t>
    </dgm:pt>
    <dgm:pt modelId="{65530524-54E5-419F-A81C-61858D933577}" type="sibTrans" cxnId="{73482F0D-24BF-4EE8-840D-4CBCAD55C8AA}">
      <dgm:prSet/>
      <dgm:spPr/>
      <dgm:t>
        <a:bodyPr/>
        <a:lstStyle/>
        <a:p>
          <a:endParaRPr lang="en-US"/>
        </a:p>
      </dgm:t>
    </dgm:pt>
    <dgm:pt modelId="{BCAA1691-85EA-4580-B474-E4AEB161A70A}" type="pres">
      <dgm:prSet presAssocID="{37819A6A-8D74-4D65-83A4-40AD18A96FB8}" presName="linear" presStyleCnt="0">
        <dgm:presLayoutVars>
          <dgm:animLvl val="lvl"/>
          <dgm:resizeHandles val="exact"/>
        </dgm:presLayoutVars>
      </dgm:prSet>
      <dgm:spPr/>
    </dgm:pt>
    <dgm:pt modelId="{2D93B2DA-A642-4024-85E7-B7540AA43B15}" type="pres">
      <dgm:prSet presAssocID="{39FFE145-4DD4-48F3-9FAC-B3F2BB2ED7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E5B410B-EC11-4CCE-AE87-418439B52F2E}" type="pres">
      <dgm:prSet presAssocID="{0AF26BC1-ED9B-42DB-B417-45A761E83B98}" presName="spacer" presStyleCnt="0"/>
      <dgm:spPr/>
    </dgm:pt>
    <dgm:pt modelId="{B3140A7F-0CE5-40FE-A941-E3253AE689ED}" type="pres">
      <dgm:prSet presAssocID="{C8D3EB1F-1F1E-4C07-B162-E89D2DFBF54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73BE418-4A0A-4B8A-8604-42EA0D7C25AB}" type="pres">
      <dgm:prSet presAssocID="{75C45027-1A30-41A5-B0D7-4EFC05E2BD3D}" presName="spacer" presStyleCnt="0"/>
      <dgm:spPr/>
    </dgm:pt>
    <dgm:pt modelId="{1A30A2E5-08F1-4F75-B66C-BFA2AEE8E694}" type="pres">
      <dgm:prSet presAssocID="{8C6BEFE1-4A29-4701-A6CD-02F5767BD95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E0025FA-E73A-4CF4-A008-01F9D376EB13}" type="pres">
      <dgm:prSet presAssocID="{1D4A51A4-401E-4E60-B628-C48F6F9642C2}" presName="spacer" presStyleCnt="0"/>
      <dgm:spPr/>
    </dgm:pt>
    <dgm:pt modelId="{311682DB-0711-475B-A6DD-B64A9A148BEF}" type="pres">
      <dgm:prSet presAssocID="{0CF0343F-B4B1-4B53-A710-8469589F697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E1377C7-DB40-4168-87DB-A7D8431A81F4}" type="pres">
      <dgm:prSet presAssocID="{6D47224A-5FBC-49F9-A3FA-0A615BD82F5B}" presName="spacer" presStyleCnt="0"/>
      <dgm:spPr/>
    </dgm:pt>
    <dgm:pt modelId="{920AD745-5F2F-4B77-89C6-1CD12D39FB75}" type="pres">
      <dgm:prSet presAssocID="{0BF3CF08-01AD-40C0-9D48-3B237019999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641B305-DCAE-4EF7-97D5-024AE40F3D7C}" type="presOf" srcId="{C8D3EB1F-1F1E-4C07-B162-E89D2DFBF546}" destId="{B3140A7F-0CE5-40FE-A941-E3253AE689ED}" srcOrd="0" destOrd="0" presId="urn:microsoft.com/office/officeart/2005/8/layout/vList2"/>
    <dgm:cxn modelId="{73482F0D-24BF-4EE8-840D-4CBCAD55C8AA}" srcId="{37819A6A-8D74-4D65-83A4-40AD18A96FB8}" destId="{0BF3CF08-01AD-40C0-9D48-3B2370199990}" srcOrd="4" destOrd="0" parTransId="{F5918E9D-402C-4148-B933-1F6D4E3EC726}" sibTransId="{65530524-54E5-419F-A81C-61858D933577}"/>
    <dgm:cxn modelId="{1C60F916-E7C6-4D29-BC5B-03F01D44E257}" srcId="{37819A6A-8D74-4D65-83A4-40AD18A96FB8}" destId="{39FFE145-4DD4-48F3-9FAC-B3F2BB2ED737}" srcOrd="0" destOrd="0" parTransId="{4B3D7FAA-02BE-4B5E-ADBA-97004F1BA090}" sibTransId="{0AF26BC1-ED9B-42DB-B417-45A761E83B98}"/>
    <dgm:cxn modelId="{46F0243B-7C85-4D3D-A5AE-134F6585FE56}" type="presOf" srcId="{0CF0343F-B4B1-4B53-A710-8469589F6974}" destId="{311682DB-0711-475B-A6DD-B64A9A148BEF}" srcOrd="0" destOrd="0" presId="urn:microsoft.com/office/officeart/2005/8/layout/vList2"/>
    <dgm:cxn modelId="{FA3CBE6F-CF07-4598-9856-726CEA47073E}" srcId="{37819A6A-8D74-4D65-83A4-40AD18A96FB8}" destId="{C8D3EB1F-1F1E-4C07-B162-E89D2DFBF546}" srcOrd="1" destOrd="0" parTransId="{055B6E83-BB51-497B-B0A7-ECC7636C6A04}" sibTransId="{75C45027-1A30-41A5-B0D7-4EFC05E2BD3D}"/>
    <dgm:cxn modelId="{0EEAFD8F-9621-4DDA-A66D-60671F3D6FE0}" srcId="{37819A6A-8D74-4D65-83A4-40AD18A96FB8}" destId="{0CF0343F-B4B1-4B53-A710-8469589F6974}" srcOrd="3" destOrd="0" parTransId="{5F0FDAF8-73AC-44DE-AEA3-5AEE0D750920}" sibTransId="{6D47224A-5FBC-49F9-A3FA-0A615BD82F5B}"/>
    <dgm:cxn modelId="{CDF60E90-D0AB-41B6-A8B2-475388C7D690}" type="presOf" srcId="{39FFE145-4DD4-48F3-9FAC-B3F2BB2ED737}" destId="{2D93B2DA-A642-4024-85E7-B7540AA43B15}" srcOrd="0" destOrd="0" presId="urn:microsoft.com/office/officeart/2005/8/layout/vList2"/>
    <dgm:cxn modelId="{731F6298-B98C-49E5-B30D-6CB93D457D69}" type="presOf" srcId="{0BF3CF08-01AD-40C0-9D48-3B2370199990}" destId="{920AD745-5F2F-4B77-89C6-1CD12D39FB75}" srcOrd="0" destOrd="0" presId="urn:microsoft.com/office/officeart/2005/8/layout/vList2"/>
    <dgm:cxn modelId="{351D07AB-5F0F-438F-9863-436D17445312}" type="presOf" srcId="{37819A6A-8D74-4D65-83A4-40AD18A96FB8}" destId="{BCAA1691-85EA-4580-B474-E4AEB161A70A}" srcOrd="0" destOrd="0" presId="urn:microsoft.com/office/officeart/2005/8/layout/vList2"/>
    <dgm:cxn modelId="{F4B073AE-AE48-4B3F-9B11-95875B43DF1D}" srcId="{37819A6A-8D74-4D65-83A4-40AD18A96FB8}" destId="{8C6BEFE1-4A29-4701-A6CD-02F5767BD952}" srcOrd="2" destOrd="0" parTransId="{8BFA555D-F27C-43F9-B4D4-B19B24822C97}" sibTransId="{1D4A51A4-401E-4E60-B628-C48F6F9642C2}"/>
    <dgm:cxn modelId="{E70F49C1-6EE5-4557-B759-5F97AB7674C1}" type="presOf" srcId="{8C6BEFE1-4A29-4701-A6CD-02F5767BD952}" destId="{1A30A2E5-08F1-4F75-B66C-BFA2AEE8E694}" srcOrd="0" destOrd="0" presId="urn:microsoft.com/office/officeart/2005/8/layout/vList2"/>
    <dgm:cxn modelId="{E081A82F-FD42-4BC3-9921-56F4E9DD7A39}" type="presParOf" srcId="{BCAA1691-85EA-4580-B474-E4AEB161A70A}" destId="{2D93B2DA-A642-4024-85E7-B7540AA43B15}" srcOrd="0" destOrd="0" presId="urn:microsoft.com/office/officeart/2005/8/layout/vList2"/>
    <dgm:cxn modelId="{156CEFD1-F0C3-4D72-A060-41C9F6EB1AA3}" type="presParOf" srcId="{BCAA1691-85EA-4580-B474-E4AEB161A70A}" destId="{9E5B410B-EC11-4CCE-AE87-418439B52F2E}" srcOrd="1" destOrd="0" presId="urn:microsoft.com/office/officeart/2005/8/layout/vList2"/>
    <dgm:cxn modelId="{E12DE00D-E96E-49CC-89D7-BBE48A86A341}" type="presParOf" srcId="{BCAA1691-85EA-4580-B474-E4AEB161A70A}" destId="{B3140A7F-0CE5-40FE-A941-E3253AE689ED}" srcOrd="2" destOrd="0" presId="urn:microsoft.com/office/officeart/2005/8/layout/vList2"/>
    <dgm:cxn modelId="{5022B104-944F-4FCF-93E0-A63DF03A7A92}" type="presParOf" srcId="{BCAA1691-85EA-4580-B474-E4AEB161A70A}" destId="{373BE418-4A0A-4B8A-8604-42EA0D7C25AB}" srcOrd="3" destOrd="0" presId="urn:microsoft.com/office/officeart/2005/8/layout/vList2"/>
    <dgm:cxn modelId="{C590C5B1-43D9-4AA5-8CEC-C3F842BB3A06}" type="presParOf" srcId="{BCAA1691-85EA-4580-B474-E4AEB161A70A}" destId="{1A30A2E5-08F1-4F75-B66C-BFA2AEE8E694}" srcOrd="4" destOrd="0" presId="urn:microsoft.com/office/officeart/2005/8/layout/vList2"/>
    <dgm:cxn modelId="{347C5334-429A-47A3-93B3-39550343C4D3}" type="presParOf" srcId="{BCAA1691-85EA-4580-B474-E4AEB161A70A}" destId="{4E0025FA-E73A-4CF4-A008-01F9D376EB13}" srcOrd="5" destOrd="0" presId="urn:microsoft.com/office/officeart/2005/8/layout/vList2"/>
    <dgm:cxn modelId="{154E396B-12F8-4A10-9DDB-B561CEFFFC17}" type="presParOf" srcId="{BCAA1691-85EA-4580-B474-E4AEB161A70A}" destId="{311682DB-0711-475B-A6DD-B64A9A148BEF}" srcOrd="6" destOrd="0" presId="urn:microsoft.com/office/officeart/2005/8/layout/vList2"/>
    <dgm:cxn modelId="{3DA19714-B768-4AA9-9FF3-06292F47B19A}" type="presParOf" srcId="{BCAA1691-85EA-4580-B474-E4AEB161A70A}" destId="{0E1377C7-DB40-4168-87DB-A7D8431A81F4}" srcOrd="7" destOrd="0" presId="urn:microsoft.com/office/officeart/2005/8/layout/vList2"/>
    <dgm:cxn modelId="{24A38ECD-42B7-45C0-BEA3-C9DD3BB40C2E}" type="presParOf" srcId="{BCAA1691-85EA-4580-B474-E4AEB161A70A}" destId="{920AD745-5F2F-4B77-89C6-1CD12D39FB7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B23A6B-37F1-4218-A526-C5AE95E5709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8F2D99F-232C-4A13-9E35-1B9EB4FBC1EC}">
      <dgm:prSet/>
      <dgm:spPr/>
      <dgm:t>
        <a:bodyPr/>
        <a:lstStyle/>
        <a:p>
          <a:r>
            <a:rPr lang="en-US"/>
            <a:t>• ARM64 utiliza registros de 64 bits denominados x0–x30.</a:t>
          </a:r>
        </a:p>
      </dgm:t>
    </dgm:pt>
    <dgm:pt modelId="{C2122BB9-F4D4-4A5B-A26F-FAF04B3040D1}" type="parTrans" cxnId="{CE48DEDD-1A94-4F61-B19A-1C0C8E74D038}">
      <dgm:prSet/>
      <dgm:spPr/>
      <dgm:t>
        <a:bodyPr/>
        <a:lstStyle/>
        <a:p>
          <a:endParaRPr lang="en-US"/>
        </a:p>
      </dgm:t>
    </dgm:pt>
    <dgm:pt modelId="{EE74A1D7-70F8-4454-8342-ECF97D8C7B83}" type="sibTrans" cxnId="{CE48DEDD-1A94-4F61-B19A-1C0C8E74D038}">
      <dgm:prSet/>
      <dgm:spPr/>
      <dgm:t>
        <a:bodyPr/>
        <a:lstStyle/>
        <a:p>
          <a:endParaRPr lang="en-US"/>
        </a:p>
      </dgm:t>
    </dgm:pt>
    <dgm:pt modelId="{96D32B04-7375-4453-8DB1-AF0769628783}">
      <dgm:prSet/>
      <dgm:spPr/>
      <dgm:t>
        <a:bodyPr/>
        <a:lstStyle/>
        <a:p>
          <a:r>
            <a:rPr lang="en-US"/>
            <a:t>• Todo programa se compone de secciones (.text, .data, .bss).</a:t>
          </a:r>
        </a:p>
      </dgm:t>
    </dgm:pt>
    <dgm:pt modelId="{314F22F3-0267-4390-8D32-DB9794D0AC72}" type="parTrans" cxnId="{8BE463F5-B0FF-4CCE-8D9B-324217A2496F}">
      <dgm:prSet/>
      <dgm:spPr/>
      <dgm:t>
        <a:bodyPr/>
        <a:lstStyle/>
        <a:p>
          <a:endParaRPr lang="en-US"/>
        </a:p>
      </dgm:t>
    </dgm:pt>
    <dgm:pt modelId="{CB0E95ED-1A2C-4376-A760-A525F892F8F2}" type="sibTrans" cxnId="{8BE463F5-B0FF-4CCE-8D9B-324217A2496F}">
      <dgm:prSet/>
      <dgm:spPr/>
      <dgm:t>
        <a:bodyPr/>
        <a:lstStyle/>
        <a:p>
          <a:endParaRPr lang="en-US"/>
        </a:p>
      </dgm:t>
    </dgm:pt>
    <dgm:pt modelId="{308803AD-BA43-4B72-BE2D-823163DD8E17}">
      <dgm:prSet/>
      <dgm:spPr/>
      <dgm:t>
        <a:bodyPr/>
        <a:lstStyle/>
        <a:p>
          <a:r>
            <a:rPr lang="en-US"/>
            <a:t>• El ensamblador traduce código simbólico a binario ejecutable.</a:t>
          </a:r>
        </a:p>
      </dgm:t>
    </dgm:pt>
    <dgm:pt modelId="{6A79BAD2-A911-4D7D-A19F-092CFE567804}" type="parTrans" cxnId="{CE3EFBFF-183E-4B67-B3A2-725C7E84333E}">
      <dgm:prSet/>
      <dgm:spPr/>
      <dgm:t>
        <a:bodyPr/>
        <a:lstStyle/>
        <a:p>
          <a:endParaRPr lang="en-US"/>
        </a:p>
      </dgm:t>
    </dgm:pt>
    <dgm:pt modelId="{43AB1043-F374-46E4-B3A3-00529469027E}" type="sibTrans" cxnId="{CE3EFBFF-183E-4B67-B3A2-725C7E84333E}">
      <dgm:prSet/>
      <dgm:spPr/>
      <dgm:t>
        <a:bodyPr/>
        <a:lstStyle/>
        <a:p>
          <a:endParaRPr lang="en-US"/>
        </a:p>
      </dgm:t>
    </dgm:pt>
    <dgm:pt modelId="{26E96ACC-1003-4569-AC29-40E5255C7BA9}">
      <dgm:prSet/>
      <dgm:spPr/>
      <dgm:t>
        <a:bodyPr/>
        <a:lstStyle/>
        <a:p>
          <a:r>
            <a:rPr lang="en-US"/>
            <a:t>• Las directivas controlan cómo se organiza el código.</a:t>
          </a:r>
        </a:p>
      </dgm:t>
    </dgm:pt>
    <dgm:pt modelId="{FCFBEF57-1426-494C-A1E9-6667DF8DE430}" type="parTrans" cxnId="{A2EB4E30-F3DB-4FB6-82B8-88AFE68F30A2}">
      <dgm:prSet/>
      <dgm:spPr/>
      <dgm:t>
        <a:bodyPr/>
        <a:lstStyle/>
        <a:p>
          <a:endParaRPr lang="en-US"/>
        </a:p>
      </dgm:t>
    </dgm:pt>
    <dgm:pt modelId="{E5EB2034-FC07-48B2-AB4F-18FDC8211599}" type="sibTrans" cxnId="{A2EB4E30-F3DB-4FB6-82B8-88AFE68F30A2}">
      <dgm:prSet/>
      <dgm:spPr/>
      <dgm:t>
        <a:bodyPr/>
        <a:lstStyle/>
        <a:p>
          <a:endParaRPr lang="en-US"/>
        </a:p>
      </dgm:t>
    </dgm:pt>
    <dgm:pt modelId="{E7D34725-9CA0-439E-8A4D-69330C877114}">
      <dgm:prSet/>
      <dgm:spPr/>
      <dgm:t>
        <a:bodyPr/>
        <a:lstStyle/>
        <a:p>
          <a:r>
            <a:rPr lang="en-US"/>
            <a:t>• Los comentarios son esenciales para la comprensión del código bajo nivel.</a:t>
          </a:r>
        </a:p>
      </dgm:t>
    </dgm:pt>
    <dgm:pt modelId="{428DF842-98CE-44F3-92BF-D7FF08D49128}" type="parTrans" cxnId="{24867313-C6C3-46CC-BE4B-9C2C19F44012}">
      <dgm:prSet/>
      <dgm:spPr/>
      <dgm:t>
        <a:bodyPr/>
        <a:lstStyle/>
        <a:p>
          <a:endParaRPr lang="en-US"/>
        </a:p>
      </dgm:t>
    </dgm:pt>
    <dgm:pt modelId="{23E653BC-FC27-4644-B556-B1BAB2B2DD0F}" type="sibTrans" cxnId="{24867313-C6C3-46CC-BE4B-9C2C19F44012}">
      <dgm:prSet/>
      <dgm:spPr/>
      <dgm:t>
        <a:bodyPr/>
        <a:lstStyle/>
        <a:p>
          <a:endParaRPr lang="en-US"/>
        </a:p>
      </dgm:t>
    </dgm:pt>
    <dgm:pt modelId="{9BCEFD67-736B-4272-B9A0-60B5DD3F3CC8}" type="pres">
      <dgm:prSet presAssocID="{6BB23A6B-37F1-4218-A526-C5AE95E57093}" presName="linear" presStyleCnt="0">
        <dgm:presLayoutVars>
          <dgm:animLvl val="lvl"/>
          <dgm:resizeHandles val="exact"/>
        </dgm:presLayoutVars>
      </dgm:prSet>
      <dgm:spPr/>
    </dgm:pt>
    <dgm:pt modelId="{7A38B18F-120A-4D7A-ACC7-4045FB234E71}" type="pres">
      <dgm:prSet presAssocID="{58F2D99F-232C-4A13-9E35-1B9EB4FBC1E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91918AF-1E53-4FF9-8B89-7A61B7734F1A}" type="pres">
      <dgm:prSet presAssocID="{EE74A1D7-70F8-4454-8342-ECF97D8C7B83}" presName="spacer" presStyleCnt="0"/>
      <dgm:spPr/>
    </dgm:pt>
    <dgm:pt modelId="{4DB1789A-5A4F-496E-BCF5-56EDDE8029A9}" type="pres">
      <dgm:prSet presAssocID="{96D32B04-7375-4453-8DB1-AF076962878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2539529-0533-4B5B-9649-79817B5755BB}" type="pres">
      <dgm:prSet presAssocID="{CB0E95ED-1A2C-4376-A760-A525F892F8F2}" presName="spacer" presStyleCnt="0"/>
      <dgm:spPr/>
    </dgm:pt>
    <dgm:pt modelId="{C12B48C0-FBF7-4661-B4B6-C4D552081FFC}" type="pres">
      <dgm:prSet presAssocID="{308803AD-BA43-4B72-BE2D-823163DD8E1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CDA88AE-194A-4E43-96B0-67599F3C7639}" type="pres">
      <dgm:prSet presAssocID="{43AB1043-F374-46E4-B3A3-00529469027E}" presName="spacer" presStyleCnt="0"/>
      <dgm:spPr/>
    </dgm:pt>
    <dgm:pt modelId="{2A148D6F-B688-4064-AAA0-C5BDA9A3AC13}" type="pres">
      <dgm:prSet presAssocID="{26E96ACC-1003-4569-AC29-40E5255C7BA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1F609E4-E201-4E2C-9EF1-CEAD1DF5B4E8}" type="pres">
      <dgm:prSet presAssocID="{E5EB2034-FC07-48B2-AB4F-18FDC8211599}" presName="spacer" presStyleCnt="0"/>
      <dgm:spPr/>
    </dgm:pt>
    <dgm:pt modelId="{2C3A4402-7F60-4043-82AD-AB64FB45F5B6}" type="pres">
      <dgm:prSet presAssocID="{E7D34725-9CA0-439E-8A4D-69330C87711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4867313-C6C3-46CC-BE4B-9C2C19F44012}" srcId="{6BB23A6B-37F1-4218-A526-C5AE95E57093}" destId="{E7D34725-9CA0-439E-8A4D-69330C877114}" srcOrd="4" destOrd="0" parTransId="{428DF842-98CE-44F3-92BF-D7FF08D49128}" sibTransId="{23E653BC-FC27-4644-B556-B1BAB2B2DD0F}"/>
    <dgm:cxn modelId="{66A00926-9753-4638-AFFD-903444B27331}" type="presOf" srcId="{58F2D99F-232C-4A13-9E35-1B9EB4FBC1EC}" destId="{7A38B18F-120A-4D7A-ACC7-4045FB234E71}" srcOrd="0" destOrd="0" presId="urn:microsoft.com/office/officeart/2005/8/layout/vList2"/>
    <dgm:cxn modelId="{A2EB4E30-F3DB-4FB6-82B8-88AFE68F30A2}" srcId="{6BB23A6B-37F1-4218-A526-C5AE95E57093}" destId="{26E96ACC-1003-4569-AC29-40E5255C7BA9}" srcOrd="3" destOrd="0" parTransId="{FCFBEF57-1426-494C-A1E9-6667DF8DE430}" sibTransId="{E5EB2034-FC07-48B2-AB4F-18FDC8211599}"/>
    <dgm:cxn modelId="{122F4B70-E63F-488C-8298-537846A0FFE8}" type="presOf" srcId="{6BB23A6B-37F1-4218-A526-C5AE95E57093}" destId="{9BCEFD67-736B-4272-B9A0-60B5DD3F3CC8}" srcOrd="0" destOrd="0" presId="urn:microsoft.com/office/officeart/2005/8/layout/vList2"/>
    <dgm:cxn modelId="{F3518CA5-E199-4637-BFF9-148B1E4ED017}" type="presOf" srcId="{26E96ACC-1003-4569-AC29-40E5255C7BA9}" destId="{2A148D6F-B688-4064-AAA0-C5BDA9A3AC13}" srcOrd="0" destOrd="0" presId="urn:microsoft.com/office/officeart/2005/8/layout/vList2"/>
    <dgm:cxn modelId="{CE48DEDD-1A94-4F61-B19A-1C0C8E74D038}" srcId="{6BB23A6B-37F1-4218-A526-C5AE95E57093}" destId="{58F2D99F-232C-4A13-9E35-1B9EB4FBC1EC}" srcOrd="0" destOrd="0" parTransId="{C2122BB9-F4D4-4A5B-A26F-FAF04B3040D1}" sibTransId="{EE74A1D7-70F8-4454-8342-ECF97D8C7B83}"/>
    <dgm:cxn modelId="{63BEB5E2-8916-4B41-8BE4-1DF235C24784}" type="presOf" srcId="{308803AD-BA43-4B72-BE2D-823163DD8E17}" destId="{C12B48C0-FBF7-4661-B4B6-C4D552081FFC}" srcOrd="0" destOrd="0" presId="urn:microsoft.com/office/officeart/2005/8/layout/vList2"/>
    <dgm:cxn modelId="{DEB41DF3-AA90-47E3-BF35-BE8DC42D2CB0}" type="presOf" srcId="{96D32B04-7375-4453-8DB1-AF0769628783}" destId="{4DB1789A-5A4F-496E-BCF5-56EDDE8029A9}" srcOrd="0" destOrd="0" presId="urn:microsoft.com/office/officeart/2005/8/layout/vList2"/>
    <dgm:cxn modelId="{8BE463F5-B0FF-4CCE-8D9B-324217A2496F}" srcId="{6BB23A6B-37F1-4218-A526-C5AE95E57093}" destId="{96D32B04-7375-4453-8DB1-AF0769628783}" srcOrd="1" destOrd="0" parTransId="{314F22F3-0267-4390-8D32-DB9794D0AC72}" sibTransId="{CB0E95ED-1A2C-4376-A760-A525F892F8F2}"/>
    <dgm:cxn modelId="{740A67FD-1E5B-4ED2-9AB2-A53C32D4411C}" type="presOf" srcId="{E7D34725-9CA0-439E-8A4D-69330C877114}" destId="{2C3A4402-7F60-4043-82AD-AB64FB45F5B6}" srcOrd="0" destOrd="0" presId="urn:microsoft.com/office/officeart/2005/8/layout/vList2"/>
    <dgm:cxn modelId="{CE3EFBFF-183E-4B67-B3A2-725C7E84333E}" srcId="{6BB23A6B-37F1-4218-A526-C5AE95E57093}" destId="{308803AD-BA43-4B72-BE2D-823163DD8E17}" srcOrd="2" destOrd="0" parTransId="{6A79BAD2-A911-4D7D-A19F-092CFE567804}" sibTransId="{43AB1043-F374-46E4-B3A3-00529469027E}"/>
    <dgm:cxn modelId="{FD1A3D03-45C5-413F-BB67-77AF87375B11}" type="presParOf" srcId="{9BCEFD67-736B-4272-B9A0-60B5DD3F3CC8}" destId="{7A38B18F-120A-4D7A-ACC7-4045FB234E71}" srcOrd="0" destOrd="0" presId="urn:microsoft.com/office/officeart/2005/8/layout/vList2"/>
    <dgm:cxn modelId="{37A33646-D728-4284-87BC-8C49F179804E}" type="presParOf" srcId="{9BCEFD67-736B-4272-B9A0-60B5DD3F3CC8}" destId="{391918AF-1E53-4FF9-8B89-7A61B7734F1A}" srcOrd="1" destOrd="0" presId="urn:microsoft.com/office/officeart/2005/8/layout/vList2"/>
    <dgm:cxn modelId="{C4B412B8-A103-4D0D-8823-19D968BDD966}" type="presParOf" srcId="{9BCEFD67-736B-4272-B9A0-60B5DD3F3CC8}" destId="{4DB1789A-5A4F-496E-BCF5-56EDDE8029A9}" srcOrd="2" destOrd="0" presId="urn:microsoft.com/office/officeart/2005/8/layout/vList2"/>
    <dgm:cxn modelId="{64FC8A90-EF6D-4175-9322-2CB87E315750}" type="presParOf" srcId="{9BCEFD67-736B-4272-B9A0-60B5DD3F3CC8}" destId="{F2539529-0533-4B5B-9649-79817B5755BB}" srcOrd="3" destOrd="0" presId="urn:microsoft.com/office/officeart/2005/8/layout/vList2"/>
    <dgm:cxn modelId="{40476AD4-CF04-4364-A235-DAA4D5635929}" type="presParOf" srcId="{9BCEFD67-736B-4272-B9A0-60B5DD3F3CC8}" destId="{C12B48C0-FBF7-4661-B4B6-C4D552081FFC}" srcOrd="4" destOrd="0" presId="urn:microsoft.com/office/officeart/2005/8/layout/vList2"/>
    <dgm:cxn modelId="{AB1F4F3C-3280-44FC-B10B-1325631F4F0D}" type="presParOf" srcId="{9BCEFD67-736B-4272-B9A0-60B5DD3F3CC8}" destId="{FCDA88AE-194A-4E43-96B0-67599F3C7639}" srcOrd="5" destOrd="0" presId="urn:microsoft.com/office/officeart/2005/8/layout/vList2"/>
    <dgm:cxn modelId="{E5642581-87AD-400C-AB86-875FA6256947}" type="presParOf" srcId="{9BCEFD67-736B-4272-B9A0-60B5DD3F3CC8}" destId="{2A148D6F-B688-4064-AAA0-C5BDA9A3AC13}" srcOrd="6" destOrd="0" presId="urn:microsoft.com/office/officeart/2005/8/layout/vList2"/>
    <dgm:cxn modelId="{9329F879-BE6F-476E-BC95-B41F85B726AB}" type="presParOf" srcId="{9BCEFD67-736B-4272-B9A0-60B5DD3F3CC8}" destId="{51F609E4-E201-4E2C-9EF1-CEAD1DF5B4E8}" srcOrd="7" destOrd="0" presId="urn:microsoft.com/office/officeart/2005/8/layout/vList2"/>
    <dgm:cxn modelId="{FFAAE079-7FF9-4AD9-A0DE-B4913D58B4ED}" type="presParOf" srcId="{9BCEFD67-736B-4272-B9A0-60B5DD3F3CC8}" destId="{2C3A4402-7F60-4043-82AD-AB64FB45F5B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628FEA-A1D7-4F58-AA2A-315CEBE9B05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D2F6F69-F977-433F-A758-A2DEA5D924BE}">
      <dgm:prSet/>
      <dgm:spPr/>
      <dgm:t>
        <a:bodyPr/>
        <a:lstStyle/>
        <a:p>
          <a:pPr>
            <a:defRPr cap="all"/>
          </a:pPr>
          <a:r>
            <a:rPr lang="en-US"/>
            <a:t>• Responsabilidad y precisión: el lenguaje ensamblador requiere atención al detalle.</a:t>
          </a:r>
        </a:p>
      </dgm:t>
    </dgm:pt>
    <dgm:pt modelId="{01D9BFCE-F68B-40D7-8F1B-FB535206AA72}" type="parTrans" cxnId="{943B1857-88E7-42D3-A147-18483544740F}">
      <dgm:prSet/>
      <dgm:spPr/>
      <dgm:t>
        <a:bodyPr/>
        <a:lstStyle/>
        <a:p>
          <a:endParaRPr lang="en-US"/>
        </a:p>
      </dgm:t>
    </dgm:pt>
    <dgm:pt modelId="{38D44D33-F730-47F4-B112-2C147DFCFD63}" type="sibTrans" cxnId="{943B1857-88E7-42D3-A147-18483544740F}">
      <dgm:prSet/>
      <dgm:spPr/>
      <dgm:t>
        <a:bodyPr/>
        <a:lstStyle/>
        <a:p>
          <a:endParaRPr lang="en-US"/>
        </a:p>
      </dgm:t>
    </dgm:pt>
    <dgm:pt modelId="{87AB0C76-E344-4A6C-A3E2-5E2DD84F196D}">
      <dgm:prSet/>
      <dgm:spPr/>
      <dgm:t>
        <a:bodyPr/>
        <a:lstStyle/>
        <a:p>
          <a:pPr>
            <a:defRPr cap="all"/>
          </a:pPr>
          <a:r>
            <a:rPr lang="en-US"/>
            <a:t>• Ética profesional: respetar las buenas prácticas en la escritura y documentación del código.</a:t>
          </a:r>
        </a:p>
      </dgm:t>
    </dgm:pt>
    <dgm:pt modelId="{379DD6F4-3B0A-4EA6-AB46-D329AB4C0076}" type="parTrans" cxnId="{E88E3E6A-D6CB-48B0-B6D6-9D73E9DC9F81}">
      <dgm:prSet/>
      <dgm:spPr/>
      <dgm:t>
        <a:bodyPr/>
        <a:lstStyle/>
        <a:p>
          <a:endParaRPr lang="en-US"/>
        </a:p>
      </dgm:t>
    </dgm:pt>
    <dgm:pt modelId="{0BB2AA9D-0FAC-44A8-9169-F2886A2C9554}" type="sibTrans" cxnId="{E88E3E6A-D6CB-48B0-B6D6-9D73E9DC9F81}">
      <dgm:prSet/>
      <dgm:spPr/>
      <dgm:t>
        <a:bodyPr/>
        <a:lstStyle/>
        <a:p>
          <a:endParaRPr lang="en-US"/>
        </a:p>
      </dgm:t>
    </dgm:pt>
    <dgm:pt modelId="{251F48D4-B274-4E98-8688-D41F000D6467}">
      <dgm:prSet/>
      <dgm:spPr/>
      <dgm:t>
        <a:bodyPr/>
        <a:lstStyle/>
        <a:p>
          <a:pPr>
            <a:defRPr cap="all"/>
          </a:pPr>
          <a:r>
            <a:rPr lang="en-US"/>
            <a:t>• Compromiso con la calidad técnica en el desarrollo de software a bajo nivel.</a:t>
          </a:r>
        </a:p>
      </dgm:t>
    </dgm:pt>
    <dgm:pt modelId="{28176BD3-F2F5-4DC6-A03F-BC2B2B87E800}" type="parTrans" cxnId="{C1422B1D-A360-4C0D-B4BA-F9A5A2F7D59A}">
      <dgm:prSet/>
      <dgm:spPr/>
      <dgm:t>
        <a:bodyPr/>
        <a:lstStyle/>
        <a:p>
          <a:endParaRPr lang="en-US"/>
        </a:p>
      </dgm:t>
    </dgm:pt>
    <dgm:pt modelId="{AE241FB8-3A9B-4AAF-8FD1-22A4611F3A73}" type="sibTrans" cxnId="{C1422B1D-A360-4C0D-B4BA-F9A5A2F7D59A}">
      <dgm:prSet/>
      <dgm:spPr/>
      <dgm:t>
        <a:bodyPr/>
        <a:lstStyle/>
        <a:p>
          <a:endParaRPr lang="en-US"/>
        </a:p>
      </dgm:t>
    </dgm:pt>
    <dgm:pt modelId="{B6D3485D-4025-416B-A94A-3BBF68257DFD}" type="pres">
      <dgm:prSet presAssocID="{EE628FEA-A1D7-4F58-AA2A-315CEBE9B05B}" presName="root" presStyleCnt="0">
        <dgm:presLayoutVars>
          <dgm:dir/>
          <dgm:resizeHandles val="exact"/>
        </dgm:presLayoutVars>
      </dgm:prSet>
      <dgm:spPr/>
    </dgm:pt>
    <dgm:pt modelId="{5864A4EE-2C60-4065-A314-F5D6F6950546}" type="pres">
      <dgm:prSet presAssocID="{CD2F6F69-F977-433F-A758-A2DEA5D924BE}" presName="compNode" presStyleCnt="0"/>
      <dgm:spPr/>
    </dgm:pt>
    <dgm:pt modelId="{CDC1D605-AF62-406A-A2E6-83FD1D33D4EF}" type="pres">
      <dgm:prSet presAssocID="{CD2F6F69-F977-433F-A758-A2DEA5D924BE}" presName="iconBgRect" presStyleLbl="bgShp" presStyleIdx="0" presStyleCnt="3"/>
      <dgm:spPr/>
    </dgm:pt>
    <dgm:pt modelId="{3BAFA6F5-ACDF-4CA7-8043-9891F4F3D7F6}" type="pres">
      <dgm:prSet presAssocID="{CD2F6F69-F977-433F-A758-A2DEA5D924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F40FD736-F99D-4A68-86D9-7990ACCB5EBD}" type="pres">
      <dgm:prSet presAssocID="{CD2F6F69-F977-433F-A758-A2DEA5D924BE}" presName="spaceRect" presStyleCnt="0"/>
      <dgm:spPr/>
    </dgm:pt>
    <dgm:pt modelId="{EAC3EE89-11B5-401D-A13A-87ADE6677645}" type="pres">
      <dgm:prSet presAssocID="{CD2F6F69-F977-433F-A758-A2DEA5D924BE}" presName="textRect" presStyleLbl="revTx" presStyleIdx="0" presStyleCnt="3">
        <dgm:presLayoutVars>
          <dgm:chMax val="1"/>
          <dgm:chPref val="1"/>
        </dgm:presLayoutVars>
      </dgm:prSet>
      <dgm:spPr/>
    </dgm:pt>
    <dgm:pt modelId="{58132F80-3439-48B9-A2F9-658C82515E3E}" type="pres">
      <dgm:prSet presAssocID="{38D44D33-F730-47F4-B112-2C147DFCFD63}" presName="sibTrans" presStyleCnt="0"/>
      <dgm:spPr/>
    </dgm:pt>
    <dgm:pt modelId="{624EF36A-8A7D-4482-AEDD-CFB17F4D13B9}" type="pres">
      <dgm:prSet presAssocID="{87AB0C76-E344-4A6C-A3E2-5E2DD84F196D}" presName="compNode" presStyleCnt="0"/>
      <dgm:spPr/>
    </dgm:pt>
    <dgm:pt modelId="{E69DCB8F-D5A7-496B-B916-C70B52E43D2A}" type="pres">
      <dgm:prSet presAssocID="{87AB0C76-E344-4A6C-A3E2-5E2DD84F196D}" presName="iconBgRect" presStyleLbl="bgShp" presStyleIdx="1" presStyleCnt="3"/>
      <dgm:spPr/>
    </dgm:pt>
    <dgm:pt modelId="{CBECCA02-0195-4B3C-9B99-7EFE5055DB5A}" type="pres">
      <dgm:prSet presAssocID="{87AB0C76-E344-4A6C-A3E2-5E2DD84F19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13E4256A-7A7E-47C3-8309-810749D8889D}" type="pres">
      <dgm:prSet presAssocID="{87AB0C76-E344-4A6C-A3E2-5E2DD84F196D}" presName="spaceRect" presStyleCnt="0"/>
      <dgm:spPr/>
    </dgm:pt>
    <dgm:pt modelId="{50E5E3BF-1749-420C-AD63-7BB0BF556284}" type="pres">
      <dgm:prSet presAssocID="{87AB0C76-E344-4A6C-A3E2-5E2DD84F196D}" presName="textRect" presStyleLbl="revTx" presStyleIdx="1" presStyleCnt="3">
        <dgm:presLayoutVars>
          <dgm:chMax val="1"/>
          <dgm:chPref val="1"/>
        </dgm:presLayoutVars>
      </dgm:prSet>
      <dgm:spPr/>
    </dgm:pt>
    <dgm:pt modelId="{C1164F16-2D4A-40B9-A7C6-69B13A18B3FD}" type="pres">
      <dgm:prSet presAssocID="{0BB2AA9D-0FAC-44A8-9169-F2886A2C9554}" presName="sibTrans" presStyleCnt="0"/>
      <dgm:spPr/>
    </dgm:pt>
    <dgm:pt modelId="{A69EA856-F11F-43DB-B43C-C9C15B6A5891}" type="pres">
      <dgm:prSet presAssocID="{251F48D4-B274-4E98-8688-D41F000D6467}" presName="compNode" presStyleCnt="0"/>
      <dgm:spPr/>
    </dgm:pt>
    <dgm:pt modelId="{93A1D307-1C50-4180-B941-6EC573A66541}" type="pres">
      <dgm:prSet presAssocID="{251F48D4-B274-4E98-8688-D41F000D6467}" presName="iconBgRect" presStyleLbl="bgShp" presStyleIdx="2" presStyleCnt="3"/>
      <dgm:spPr/>
    </dgm:pt>
    <dgm:pt modelId="{A61882B2-6A98-4DEC-B999-8632FCA07542}" type="pres">
      <dgm:prSet presAssocID="{251F48D4-B274-4E98-8688-D41F000D646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F4802870-9C49-4E08-849A-B91865150DCD}" type="pres">
      <dgm:prSet presAssocID="{251F48D4-B274-4E98-8688-D41F000D6467}" presName="spaceRect" presStyleCnt="0"/>
      <dgm:spPr/>
    </dgm:pt>
    <dgm:pt modelId="{ACBE2E71-3C85-4CFC-B48F-A9D8FC1AD757}" type="pres">
      <dgm:prSet presAssocID="{251F48D4-B274-4E98-8688-D41F000D646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1422B1D-A360-4C0D-B4BA-F9A5A2F7D59A}" srcId="{EE628FEA-A1D7-4F58-AA2A-315CEBE9B05B}" destId="{251F48D4-B274-4E98-8688-D41F000D6467}" srcOrd="2" destOrd="0" parTransId="{28176BD3-F2F5-4DC6-A03F-BC2B2B87E800}" sibTransId="{AE241FB8-3A9B-4AAF-8FD1-22A4611F3A73}"/>
    <dgm:cxn modelId="{BDB81947-568E-4260-9B5B-C4CB801D39B8}" type="presOf" srcId="{251F48D4-B274-4E98-8688-D41F000D6467}" destId="{ACBE2E71-3C85-4CFC-B48F-A9D8FC1AD757}" srcOrd="0" destOrd="0" presId="urn:microsoft.com/office/officeart/2018/5/layout/IconCircleLabelList"/>
    <dgm:cxn modelId="{E88E3E6A-D6CB-48B0-B6D6-9D73E9DC9F81}" srcId="{EE628FEA-A1D7-4F58-AA2A-315CEBE9B05B}" destId="{87AB0C76-E344-4A6C-A3E2-5E2DD84F196D}" srcOrd="1" destOrd="0" parTransId="{379DD6F4-3B0A-4EA6-AB46-D329AB4C0076}" sibTransId="{0BB2AA9D-0FAC-44A8-9169-F2886A2C9554}"/>
    <dgm:cxn modelId="{BE8E8B4E-2C35-4235-BD78-7631722D0DB0}" type="presOf" srcId="{CD2F6F69-F977-433F-A758-A2DEA5D924BE}" destId="{EAC3EE89-11B5-401D-A13A-87ADE6677645}" srcOrd="0" destOrd="0" presId="urn:microsoft.com/office/officeart/2018/5/layout/IconCircleLabelList"/>
    <dgm:cxn modelId="{943B1857-88E7-42D3-A147-18483544740F}" srcId="{EE628FEA-A1D7-4F58-AA2A-315CEBE9B05B}" destId="{CD2F6F69-F977-433F-A758-A2DEA5D924BE}" srcOrd="0" destOrd="0" parTransId="{01D9BFCE-F68B-40D7-8F1B-FB535206AA72}" sibTransId="{38D44D33-F730-47F4-B112-2C147DFCFD63}"/>
    <dgm:cxn modelId="{60BD889A-BDBB-484A-93A9-D61FFC8E34FF}" type="presOf" srcId="{87AB0C76-E344-4A6C-A3E2-5E2DD84F196D}" destId="{50E5E3BF-1749-420C-AD63-7BB0BF556284}" srcOrd="0" destOrd="0" presId="urn:microsoft.com/office/officeart/2018/5/layout/IconCircleLabelList"/>
    <dgm:cxn modelId="{DEB52DEE-338E-45EA-9DA9-AABAB9EF5B5D}" type="presOf" srcId="{EE628FEA-A1D7-4F58-AA2A-315CEBE9B05B}" destId="{B6D3485D-4025-416B-A94A-3BBF68257DFD}" srcOrd="0" destOrd="0" presId="urn:microsoft.com/office/officeart/2018/5/layout/IconCircleLabelList"/>
    <dgm:cxn modelId="{D9240A42-EAB7-46E6-A252-AC4BF205FD5D}" type="presParOf" srcId="{B6D3485D-4025-416B-A94A-3BBF68257DFD}" destId="{5864A4EE-2C60-4065-A314-F5D6F6950546}" srcOrd="0" destOrd="0" presId="urn:microsoft.com/office/officeart/2018/5/layout/IconCircleLabelList"/>
    <dgm:cxn modelId="{90468C36-F41F-4E41-AA73-34D75DEEFAA6}" type="presParOf" srcId="{5864A4EE-2C60-4065-A314-F5D6F6950546}" destId="{CDC1D605-AF62-406A-A2E6-83FD1D33D4EF}" srcOrd="0" destOrd="0" presId="urn:microsoft.com/office/officeart/2018/5/layout/IconCircleLabelList"/>
    <dgm:cxn modelId="{D3EAE1C3-296C-4810-9E60-E4EAA4496D56}" type="presParOf" srcId="{5864A4EE-2C60-4065-A314-F5D6F6950546}" destId="{3BAFA6F5-ACDF-4CA7-8043-9891F4F3D7F6}" srcOrd="1" destOrd="0" presId="urn:microsoft.com/office/officeart/2018/5/layout/IconCircleLabelList"/>
    <dgm:cxn modelId="{ACF3EE90-4FAC-4C76-A578-78FFE3F46CA3}" type="presParOf" srcId="{5864A4EE-2C60-4065-A314-F5D6F6950546}" destId="{F40FD736-F99D-4A68-86D9-7990ACCB5EBD}" srcOrd="2" destOrd="0" presId="urn:microsoft.com/office/officeart/2018/5/layout/IconCircleLabelList"/>
    <dgm:cxn modelId="{41EB1BFE-022E-4CA0-B4A1-6B99EB4A1961}" type="presParOf" srcId="{5864A4EE-2C60-4065-A314-F5D6F6950546}" destId="{EAC3EE89-11B5-401D-A13A-87ADE6677645}" srcOrd="3" destOrd="0" presId="urn:microsoft.com/office/officeart/2018/5/layout/IconCircleLabelList"/>
    <dgm:cxn modelId="{F0277F55-CB42-44E6-82E4-62B2E128EE2C}" type="presParOf" srcId="{B6D3485D-4025-416B-A94A-3BBF68257DFD}" destId="{58132F80-3439-48B9-A2F9-658C82515E3E}" srcOrd="1" destOrd="0" presId="urn:microsoft.com/office/officeart/2018/5/layout/IconCircleLabelList"/>
    <dgm:cxn modelId="{54BF685F-DDD0-49FA-B89C-7F11B3AAA0FA}" type="presParOf" srcId="{B6D3485D-4025-416B-A94A-3BBF68257DFD}" destId="{624EF36A-8A7D-4482-AEDD-CFB17F4D13B9}" srcOrd="2" destOrd="0" presId="urn:microsoft.com/office/officeart/2018/5/layout/IconCircleLabelList"/>
    <dgm:cxn modelId="{3A194E05-06D5-4C44-B463-742814DFC4ED}" type="presParOf" srcId="{624EF36A-8A7D-4482-AEDD-CFB17F4D13B9}" destId="{E69DCB8F-D5A7-496B-B916-C70B52E43D2A}" srcOrd="0" destOrd="0" presId="urn:microsoft.com/office/officeart/2018/5/layout/IconCircleLabelList"/>
    <dgm:cxn modelId="{6D96C992-10EA-4B63-B520-A4C04E799B15}" type="presParOf" srcId="{624EF36A-8A7D-4482-AEDD-CFB17F4D13B9}" destId="{CBECCA02-0195-4B3C-9B99-7EFE5055DB5A}" srcOrd="1" destOrd="0" presId="urn:microsoft.com/office/officeart/2018/5/layout/IconCircleLabelList"/>
    <dgm:cxn modelId="{C34F73CC-4167-4258-8270-D45AD135B18F}" type="presParOf" srcId="{624EF36A-8A7D-4482-AEDD-CFB17F4D13B9}" destId="{13E4256A-7A7E-47C3-8309-810749D8889D}" srcOrd="2" destOrd="0" presId="urn:microsoft.com/office/officeart/2018/5/layout/IconCircleLabelList"/>
    <dgm:cxn modelId="{331E1D1C-3DE7-4CE4-A29E-35F832E8A9B0}" type="presParOf" srcId="{624EF36A-8A7D-4482-AEDD-CFB17F4D13B9}" destId="{50E5E3BF-1749-420C-AD63-7BB0BF556284}" srcOrd="3" destOrd="0" presId="urn:microsoft.com/office/officeart/2018/5/layout/IconCircleLabelList"/>
    <dgm:cxn modelId="{1D59B05E-5EF9-4385-8F7C-528A5CD365E7}" type="presParOf" srcId="{B6D3485D-4025-416B-A94A-3BBF68257DFD}" destId="{C1164F16-2D4A-40B9-A7C6-69B13A18B3FD}" srcOrd="3" destOrd="0" presId="urn:microsoft.com/office/officeart/2018/5/layout/IconCircleLabelList"/>
    <dgm:cxn modelId="{C5194D55-E5CA-47C0-AEFE-25A2BECAA106}" type="presParOf" srcId="{B6D3485D-4025-416B-A94A-3BBF68257DFD}" destId="{A69EA856-F11F-43DB-B43C-C9C15B6A5891}" srcOrd="4" destOrd="0" presId="urn:microsoft.com/office/officeart/2018/5/layout/IconCircleLabelList"/>
    <dgm:cxn modelId="{5B7C5341-98F0-4EC4-AD6B-422A8BF814BC}" type="presParOf" srcId="{A69EA856-F11F-43DB-B43C-C9C15B6A5891}" destId="{93A1D307-1C50-4180-B941-6EC573A66541}" srcOrd="0" destOrd="0" presId="urn:microsoft.com/office/officeart/2018/5/layout/IconCircleLabelList"/>
    <dgm:cxn modelId="{B95FB27B-25E4-4CD8-924B-2A2490297D3E}" type="presParOf" srcId="{A69EA856-F11F-43DB-B43C-C9C15B6A5891}" destId="{A61882B2-6A98-4DEC-B999-8632FCA07542}" srcOrd="1" destOrd="0" presId="urn:microsoft.com/office/officeart/2018/5/layout/IconCircleLabelList"/>
    <dgm:cxn modelId="{898FE701-805B-4AE9-B29B-9FC11FBA0C3D}" type="presParOf" srcId="{A69EA856-F11F-43DB-B43C-C9C15B6A5891}" destId="{F4802870-9C49-4E08-849A-B91865150DCD}" srcOrd="2" destOrd="0" presId="urn:microsoft.com/office/officeart/2018/5/layout/IconCircleLabelList"/>
    <dgm:cxn modelId="{45E14C8A-0529-4E58-A39D-9D16D88D7D8B}" type="presParOf" srcId="{A69EA856-F11F-43DB-B43C-C9C15B6A5891}" destId="{ACBE2E71-3C85-4CFC-B48F-A9D8FC1AD75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35154F-47D9-46BF-9C7D-8557D2AF4095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7E3DFF-6AB1-44C3-9F1C-9BE6FFA7CFAF}">
      <dgm:prSet/>
      <dgm:spPr/>
      <dgm:t>
        <a:bodyPr/>
        <a:lstStyle/>
        <a:p>
          <a:r>
            <a:rPr lang="en-US"/>
            <a:t>• ARM64 – Raspberry Pi. (Material técnico del curso)</a:t>
          </a:r>
        </a:p>
      </dgm:t>
    </dgm:pt>
    <dgm:pt modelId="{C04BCBDC-C028-44AC-9019-60A38E3AEC7C}" type="parTrans" cxnId="{5993A7BA-69DB-49AB-8276-153230D08997}">
      <dgm:prSet/>
      <dgm:spPr/>
      <dgm:t>
        <a:bodyPr/>
        <a:lstStyle/>
        <a:p>
          <a:endParaRPr lang="en-US"/>
        </a:p>
      </dgm:t>
    </dgm:pt>
    <dgm:pt modelId="{4F957BDD-7573-4955-84FF-0389AE3441BD}" type="sibTrans" cxnId="{5993A7BA-69DB-49AB-8276-153230D08997}">
      <dgm:prSet/>
      <dgm:spPr/>
      <dgm:t>
        <a:bodyPr/>
        <a:lstStyle/>
        <a:p>
          <a:endParaRPr lang="en-US"/>
        </a:p>
      </dgm:t>
    </dgm:pt>
    <dgm:pt modelId="{7B4200AA-4B95-40A0-A8D5-D78A86345CE3}">
      <dgm:prSet/>
      <dgm:spPr/>
      <dgm:t>
        <a:bodyPr/>
        <a:lstStyle/>
        <a:p>
          <a:r>
            <a:rPr lang="en-US"/>
            <a:t>• Patterson, D., &amp; Hennessy, J. (2018). *Computer Organization and Design ARM Edition.*</a:t>
          </a:r>
        </a:p>
      </dgm:t>
    </dgm:pt>
    <dgm:pt modelId="{6D19F522-9451-43A7-9E21-3F4ADCEDE0B7}" type="parTrans" cxnId="{0AC4052D-49D6-4E60-AB02-E5BC19FA7BE7}">
      <dgm:prSet/>
      <dgm:spPr/>
      <dgm:t>
        <a:bodyPr/>
        <a:lstStyle/>
        <a:p>
          <a:endParaRPr lang="en-US"/>
        </a:p>
      </dgm:t>
    </dgm:pt>
    <dgm:pt modelId="{1800D352-4EFD-4477-96D7-404A45C95AEF}" type="sibTrans" cxnId="{0AC4052D-49D6-4E60-AB02-E5BC19FA7BE7}">
      <dgm:prSet/>
      <dgm:spPr/>
      <dgm:t>
        <a:bodyPr/>
        <a:lstStyle/>
        <a:p>
          <a:endParaRPr lang="en-US"/>
        </a:p>
      </dgm:t>
    </dgm:pt>
    <dgm:pt modelId="{2728D881-BF8A-453D-A2D4-400C4DA206C4}">
      <dgm:prSet/>
      <dgm:spPr/>
      <dgm:t>
        <a:bodyPr/>
        <a:lstStyle/>
        <a:p>
          <a:r>
            <a:rPr lang="en-US"/>
            <a:t>• Documentación oficial de GNU Assembler (GAS) para ARM64.</a:t>
          </a:r>
        </a:p>
      </dgm:t>
    </dgm:pt>
    <dgm:pt modelId="{2D0EFF33-FAB8-43BC-BE98-EC3A7414C18D}" type="parTrans" cxnId="{44A810ED-9E9A-40D1-8847-9E05F79DFF41}">
      <dgm:prSet/>
      <dgm:spPr/>
      <dgm:t>
        <a:bodyPr/>
        <a:lstStyle/>
        <a:p>
          <a:endParaRPr lang="en-US"/>
        </a:p>
      </dgm:t>
    </dgm:pt>
    <dgm:pt modelId="{9A14CBA6-D62A-4689-9B12-9041CD1FB974}" type="sibTrans" cxnId="{44A810ED-9E9A-40D1-8847-9E05F79DFF41}">
      <dgm:prSet/>
      <dgm:spPr/>
      <dgm:t>
        <a:bodyPr/>
        <a:lstStyle/>
        <a:p>
          <a:endParaRPr lang="en-US"/>
        </a:p>
      </dgm:t>
    </dgm:pt>
    <dgm:pt modelId="{215FE2E7-32C5-4ACF-8C0A-13DAE9117E6A}" type="pres">
      <dgm:prSet presAssocID="{F035154F-47D9-46BF-9C7D-8557D2AF4095}" presName="diagram" presStyleCnt="0">
        <dgm:presLayoutVars>
          <dgm:dir/>
          <dgm:resizeHandles val="exact"/>
        </dgm:presLayoutVars>
      </dgm:prSet>
      <dgm:spPr/>
    </dgm:pt>
    <dgm:pt modelId="{2675E770-C394-4D03-9604-11BFD7746FAC}" type="pres">
      <dgm:prSet presAssocID="{F17E3DFF-6AB1-44C3-9F1C-9BE6FFA7CFAF}" presName="node" presStyleLbl="node1" presStyleIdx="0" presStyleCnt="3">
        <dgm:presLayoutVars>
          <dgm:bulletEnabled val="1"/>
        </dgm:presLayoutVars>
      </dgm:prSet>
      <dgm:spPr/>
    </dgm:pt>
    <dgm:pt modelId="{627916A2-6CBA-4377-8FBF-CCE3F9E47579}" type="pres">
      <dgm:prSet presAssocID="{4F957BDD-7573-4955-84FF-0389AE3441BD}" presName="sibTrans" presStyleCnt="0"/>
      <dgm:spPr/>
    </dgm:pt>
    <dgm:pt modelId="{A488EC49-84ED-419E-8D48-DB2AB51993FE}" type="pres">
      <dgm:prSet presAssocID="{7B4200AA-4B95-40A0-A8D5-D78A86345CE3}" presName="node" presStyleLbl="node1" presStyleIdx="1" presStyleCnt="3">
        <dgm:presLayoutVars>
          <dgm:bulletEnabled val="1"/>
        </dgm:presLayoutVars>
      </dgm:prSet>
      <dgm:spPr/>
    </dgm:pt>
    <dgm:pt modelId="{C80E89BB-631E-43C7-A4AF-F01ABED7A673}" type="pres">
      <dgm:prSet presAssocID="{1800D352-4EFD-4477-96D7-404A45C95AEF}" presName="sibTrans" presStyleCnt="0"/>
      <dgm:spPr/>
    </dgm:pt>
    <dgm:pt modelId="{59EE7C16-B98F-49BD-9A76-2C9A3AEAB3EC}" type="pres">
      <dgm:prSet presAssocID="{2728D881-BF8A-453D-A2D4-400C4DA206C4}" presName="node" presStyleLbl="node1" presStyleIdx="2" presStyleCnt="3">
        <dgm:presLayoutVars>
          <dgm:bulletEnabled val="1"/>
        </dgm:presLayoutVars>
      </dgm:prSet>
      <dgm:spPr/>
    </dgm:pt>
  </dgm:ptLst>
  <dgm:cxnLst>
    <dgm:cxn modelId="{0AC4052D-49D6-4E60-AB02-E5BC19FA7BE7}" srcId="{F035154F-47D9-46BF-9C7D-8557D2AF4095}" destId="{7B4200AA-4B95-40A0-A8D5-D78A86345CE3}" srcOrd="1" destOrd="0" parTransId="{6D19F522-9451-43A7-9E21-3F4ADCEDE0B7}" sibTransId="{1800D352-4EFD-4477-96D7-404A45C95AEF}"/>
    <dgm:cxn modelId="{3731C95F-1797-4DAE-99DE-88821807AD1D}" type="presOf" srcId="{F035154F-47D9-46BF-9C7D-8557D2AF4095}" destId="{215FE2E7-32C5-4ACF-8C0A-13DAE9117E6A}" srcOrd="0" destOrd="0" presId="urn:microsoft.com/office/officeart/2005/8/layout/default"/>
    <dgm:cxn modelId="{53DCC58C-ECEA-48B4-AA12-86FF072CE640}" type="presOf" srcId="{F17E3DFF-6AB1-44C3-9F1C-9BE6FFA7CFAF}" destId="{2675E770-C394-4D03-9604-11BFD7746FAC}" srcOrd="0" destOrd="0" presId="urn:microsoft.com/office/officeart/2005/8/layout/default"/>
    <dgm:cxn modelId="{5993A7BA-69DB-49AB-8276-153230D08997}" srcId="{F035154F-47D9-46BF-9C7D-8557D2AF4095}" destId="{F17E3DFF-6AB1-44C3-9F1C-9BE6FFA7CFAF}" srcOrd="0" destOrd="0" parTransId="{C04BCBDC-C028-44AC-9019-60A38E3AEC7C}" sibTransId="{4F957BDD-7573-4955-84FF-0389AE3441BD}"/>
    <dgm:cxn modelId="{6F14B6C0-AD6C-4450-9F4A-DE0F8874C76E}" type="presOf" srcId="{2728D881-BF8A-453D-A2D4-400C4DA206C4}" destId="{59EE7C16-B98F-49BD-9A76-2C9A3AEAB3EC}" srcOrd="0" destOrd="0" presId="urn:microsoft.com/office/officeart/2005/8/layout/default"/>
    <dgm:cxn modelId="{69D14AD1-A0FA-425C-A45E-481F3581AF0B}" type="presOf" srcId="{7B4200AA-4B95-40A0-A8D5-D78A86345CE3}" destId="{A488EC49-84ED-419E-8D48-DB2AB51993FE}" srcOrd="0" destOrd="0" presId="urn:microsoft.com/office/officeart/2005/8/layout/default"/>
    <dgm:cxn modelId="{44A810ED-9E9A-40D1-8847-9E05F79DFF41}" srcId="{F035154F-47D9-46BF-9C7D-8557D2AF4095}" destId="{2728D881-BF8A-453D-A2D4-400C4DA206C4}" srcOrd="2" destOrd="0" parTransId="{2D0EFF33-FAB8-43BC-BE98-EC3A7414C18D}" sibTransId="{9A14CBA6-D62A-4689-9B12-9041CD1FB974}"/>
    <dgm:cxn modelId="{8346CD23-E836-4A3D-A26E-0F148F0CA555}" type="presParOf" srcId="{215FE2E7-32C5-4ACF-8C0A-13DAE9117E6A}" destId="{2675E770-C394-4D03-9604-11BFD7746FAC}" srcOrd="0" destOrd="0" presId="urn:microsoft.com/office/officeart/2005/8/layout/default"/>
    <dgm:cxn modelId="{E41AE75E-6B58-4333-AD8F-A3C4F470CB22}" type="presParOf" srcId="{215FE2E7-32C5-4ACF-8C0A-13DAE9117E6A}" destId="{627916A2-6CBA-4377-8FBF-CCE3F9E47579}" srcOrd="1" destOrd="0" presId="urn:microsoft.com/office/officeart/2005/8/layout/default"/>
    <dgm:cxn modelId="{18E9F42A-8194-452A-B87F-55CB8C1B3581}" type="presParOf" srcId="{215FE2E7-32C5-4ACF-8C0A-13DAE9117E6A}" destId="{A488EC49-84ED-419E-8D48-DB2AB51993FE}" srcOrd="2" destOrd="0" presId="urn:microsoft.com/office/officeart/2005/8/layout/default"/>
    <dgm:cxn modelId="{63877351-DB8B-4C19-8AA8-79F1BDCE69F3}" type="presParOf" srcId="{215FE2E7-32C5-4ACF-8C0A-13DAE9117E6A}" destId="{C80E89BB-631E-43C7-A4AF-F01ABED7A673}" srcOrd="3" destOrd="0" presId="urn:microsoft.com/office/officeart/2005/8/layout/default"/>
    <dgm:cxn modelId="{3EC61F0B-063F-4011-AF77-5159D5B0DA27}" type="presParOf" srcId="{215FE2E7-32C5-4ACF-8C0A-13DAE9117E6A}" destId="{59EE7C16-B98F-49BD-9A76-2C9A3AEAB3E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A77C23-2F7E-40AC-A7B7-D8C2257FD19A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456A1E-FBEC-4B33-BE9B-CF1FBD001F87}">
      <dgm:prSet/>
      <dgm:spPr/>
      <dgm:t>
        <a:bodyPr/>
        <a:lstStyle/>
        <a:p>
          <a:r>
            <a:rPr lang="en-US"/>
            <a:t>1. ¿Cuál es la extensión de los archivos fuente en ensamblador ARM?</a:t>
          </a:r>
        </a:p>
      </dgm:t>
    </dgm:pt>
    <dgm:pt modelId="{E858E4C7-CA88-4232-B670-6ECCF41EC562}" type="parTrans" cxnId="{EA977E7F-7837-46FE-882E-91D10B2C55C9}">
      <dgm:prSet/>
      <dgm:spPr/>
      <dgm:t>
        <a:bodyPr/>
        <a:lstStyle/>
        <a:p>
          <a:endParaRPr lang="en-US"/>
        </a:p>
      </dgm:t>
    </dgm:pt>
    <dgm:pt modelId="{5A1A31D1-86FD-409C-BB7C-B9810E59695F}" type="sibTrans" cxnId="{EA977E7F-7837-46FE-882E-91D10B2C55C9}">
      <dgm:prSet/>
      <dgm:spPr/>
      <dgm:t>
        <a:bodyPr/>
        <a:lstStyle/>
        <a:p>
          <a:endParaRPr lang="en-US"/>
        </a:p>
      </dgm:t>
    </dgm:pt>
    <dgm:pt modelId="{D60542AB-0E32-4BD1-A20F-599FAE664221}">
      <dgm:prSet/>
      <dgm:spPr/>
      <dgm:t>
        <a:bodyPr/>
        <a:lstStyle/>
        <a:p>
          <a:r>
            <a:rPr lang="en-US"/>
            <a:t>a) .arm</a:t>
          </a:r>
        </a:p>
      </dgm:t>
    </dgm:pt>
    <dgm:pt modelId="{E1F1CA74-8775-4EBA-8D3C-03B89828E6AD}" type="parTrans" cxnId="{14D570FC-D002-403C-A1C7-603653FC2317}">
      <dgm:prSet/>
      <dgm:spPr/>
      <dgm:t>
        <a:bodyPr/>
        <a:lstStyle/>
        <a:p>
          <a:endParaRPr lang="en-US"/>
        </a:p>
      </dgm:t>
    </dgm:pt>
    <dgm:pt modelId="{0B893642-9E92-4CD7-A0F2-101CEF1CF5A0}" type="sibTrans" cxnId="{14D570FC-D002-403C-A1C7-603653FC2317}">
      <dgm:prSet/>
      <dgm:spPr/>
      <dgm:t>
        <a:bodyPr/>
        <a:lstStyle/>
        <a:p>
          <a:endParaRPr lang="en-US"/>
        </a:p>
      </dgm:t>
    </dgm:pt>
    <dgm:pt modelId="{0A818D13-21D8-4005-85E9-8D2A376A59AB}">
      <dgm:prSet/>
      <dgm:spPr/>
      <dgm:t>
        <a:bodyPr/>
        <a:lstStyle/>
        <a:p>
          <a:r>
            <a:rPr lang="en-US"/>
            <a:t>b) .S</a:t>
          </a:r>
        </a:p>
      </dgm:t>
    </dgm:pt>
    <dgm:pt modelId="{775062A4-CAFC-4614-9737-095CD8F58250}" type="parTrans" cxnId="{FE74755D-9CDF-4A76-A49B-DE0ABE83941F}">
      <dgm:prSet/>
      <dgm:spPr/>
      <dgm:t>
        <a:bodyPr/>
        <a:lstStyle/>
        <a:p>
          <a:endParaRPr lang="en-US"/>
        </a:p>
      </dgm:t>
    </dgm:pt>
    <dgm:pt modelId="{DE188A59-A255-45DE-B5A1-3E8DFB3BEFF7}" type="sibTrans" cxnId="{FE74755D-9CDF-4A76-A49B-DE0ABE83941F}">
      <dgm:prSet/>
      <dgm:spPr/>
      <dgm:t>
        <a:bodyPr/>
        <a:lstStyle/>
        <a:p>
          <a:endParaRPr lang="en-US"/>
        </a:p>
      </dgm:t>
    </dgm:pt>
    <dgm:pt modelId="{45E50A5F-0E07-4A22-BD5C-6498C6D488CA}">
      <dgm:prSet/>
      <dgm:spPr/>
      <dgm:t>
        <a:bodyPr/>
        <a:lstStyle/>
        <a:p>
          <a:r>
            <a:rPr lang="en-US"/>
            <a:t>c) .obj</a:t>
          </a:r>
        </a:p>
      </dgm:t>
    </dgm:pt>
    <dgm:pt modelId="{E5D2D099-B3B7-4640-BE40-5BF0A5C55C39}" type="parTrans" cxnId="{0F80BF94-0BC0-4019-B46D-00E3D59E223E}">
      <dgm:prSet/>
      <dgm:spPr/>
      <dgm:t>
        <a:bodyPr/>
        <a:lstStyle/>
        <a:p>
          <a:endParaRPr lang="en-US"/>
        </a:p>
      </dgm:t>
    </dgm:pt>
    <dgm:pt modelId="{B1C0AFE2-AB81-4743-989C-C9DFA5D6E89E}" type="sibTrans" cxnId="{0F80BF94-0BC0-4019-B46D-00E3D59E223E}">
      <dgm:prSet/>
      <dgm:spPr/>
      <dgm:t>
        <a:bodyPr/>
        <a:lstStyle/>
        <a:p>
          <a:endParaRPr lang="en-US"/>
        </a:p>
      </dgm:t>
    </dgm:pt>
    <dgm:pt modelId="{BEE36BD1-8B2E-4CB4-998C-376039461C45}">
      <dgm:prSet/>
      <dgm:spPr/>
      <dgm:t>
        <a:bodyPr/>
        <a:lstStyle/>
        <a:p>
          <a:r>
            <a:rPr lang="en-US"/>
            <a:t>d) .c</a:t>
          </a:r>
        </a:p>
      </dgm:t>
    </dgm:pt>
    <dgm:pt modelId="{DABA33EF-8335-4221-BFEE-D1578B8E0F8B}" type="parTrans" cxnId="{08DCC0D5-4A5B-4457-9E97-FFCBE11B6F08}">
      <dgm:prSet/>
      <dgm:spPr/>
      <dgm:t>
        <a:bodyPr/>
        <a:lstStyle/>
        <a:p>
          <a:endParaRPr lang="en-US"/>
        </a:p>
      </dgm:t>
    </dgm:pt>
    <dgm:pt modelId="{2594AC63-09AA-4AF6-AE5E-6F87F309448C}" type="sibTrans" cxnId="{08DCC0D5-4A5B-4457-9E97-FFCBE11B6F08}">
      <dgm:prSet/>
      <dgm:spPr/>
      <dgm:t>
        <a:bodyPr/>
        <a:lstStyle/>
        <a:p>
          <a:endParaRPr lang="en-US"/>
        </a:p>
      </dgm:t>
    </dgm:pt>
    <dgm:pt modelId="{3B1530D4-A944-4E1D-B95E-B29002FA9FA1}">
      <dgm:prSet/>
      <dgm:spPr/>
      <dgm:t>
        <a:bodyPr/>
        <a:lstStyle/>
        <a:p>
          <a:r>
            <a:rPr lang="en-US"/>
            <a:t>2. ¿Qué directiva define cadenas de texto terminadas en nulo?</a:t>
          </a:r>
        </a:p>
      </dgm:t>
    </dgm:pt>
    <dgm:pt modelId="{F8F9AD00-0424-4239-A839-4FD9032D7EA5}" type="parTrans" cxnId="{86645805-CB57-4764-AE07-4E66DAB445CA}">
      <dgm:prSet/>
      <dgm:spPr/>
      <dgm:t>
        <a:bodyPr/>
        <a:lstStyle/>
        <a:p>
          <a:endParaRPr lang="en-US"/>
        </a:p>
      </dgm:t>
    </dgm:pt>
    <dgm:pt modelId="{B583EE12-2B33-49BE-B244-9B46D418CA33}" type="sibTrans" cxnId="{86645805-CB57-4764-AE07-4E66DAB445CA}">
      <dgm:prSet/>
      <dgm:spPr/>
      <dgm:t>
        <a:bodyPr/>
        <a:lstStyle/>
        <a:p>
          <a:endParaRPr lang="en-US"/>
        </a:p>
      </dgm:t>
    </dgm:pt>
    <dgm:pt modelId="{F0F0DCAC-9A72-4992-A51E-BAE99FBE632D}">
      <dgm:prSet/>
      <dgm:spPr/>
      <dgm:t>
        <a:bodyPr/>
        <a:lstStyle/>
        <a:p>
          <a:r>
            <a:rPr lang="en-US"/>
            <a:t>a) .ascii</a:t>
          </a:r>
        </a:p>
      </dgm:t>
    </dgm:pt>
    <dgm:pt modelId="{F218E002-7E0F-4223-8A2B-744EF5914AED}" type="parTrans" cxnId="{7A65F3B6-8E96-4E83-A3DC-2E95A1E824A4}">
      <dgm:prSet/>
      <dgm:spPr/>
      <dgm:t>
        <a:bodyPr/>
        <a:lstStyle/>
        <a:p>
          <a:endParaRPr lang="en-US"/>
        </a:p>
      </dgm:t>
    </dgm:pt>
    <dgm:pt modelId="{3C85B0FA-B217-4775-8E78-804D7DAE5B9C}" type="sibTrans" cxnId="{7A65F3B6-8E96-4E83-A3DC-2E95A1E824A4}">
      <dgm:prSet/>
      <dgm:spPr/>
      <dgm:t>
        <a:bodyPr/>
        <a:lstStyle/>
        <a:p>
          <a:endParaRPr lang="en-US"/>
        </a:p>
      </dgm:t>
    </dgm:pt>
    <dgm:pt modelId="{F7A270F1-9CB1-4CE3-8AA9-363754699415}">
      <dgm:prSet/>
      <dgm:spPr/>
      <dgm:t>
        <a:bodyPr/>
        <a:lstStyle/>
        <a:p>
          <a:r>
            <a:rPr lang="en-US"/>
            <a:t>b) .asciz</a:t>
          </a:r>
        </a:p>
      </dgm:t>
    </dgm:pt>
    <dgm:pt modelId="{10ED36B4-279A-4BE3-97BE-8596637A47D9}" type="parTrans" cxnId="{245A21B2-6CC5-41C1-AEE1-179685E39B4A}">
      <dgm:prSet/>
      <dgm:spPr/>
      <dgm:t>
        <a:bodyPr/>
        <a:lstStyle/>
        <a:p>
          <a:endParaRPr lang="en-US"/>
        </a:p>
      </dgm:t>
    </dgm:pt>
    <dgm:pt modelId="{CD506481-73FC-41BA-8CF0-91C73EA20D9D}" type="sibTrans" cxnId="{245A21B2-6CC5-41C1-AEE1-179685E39B4A}">
      <dgm:prSet/>
      <dgm:spPr/>
      <dgm:t>
        <a:bodyPr/>
        <a:lstStyle/>
        <a:p>
          <a:endParaRPr lang="en-US"/>
        </a:p>
      </dgm:t>
    </dgm:pt>
    <dgm:pt modelId="{49B83DFC-4C49-4BB6-B54C-F2867C5B75C3}">
      <dgm:prSet/>
      <dgm:spPr/>
      <dgm:t>
        <a:bodyPr/>
        <a:lstStyle/>
        <a:p>
          <a:r>
            <a:rPr lang="en-US"/>
            <a:t>c) .byte</a:t>
          </a:r>
        </a:p>
      </dgm:t>
    </dgm:pt>
    <dgm:pt modelId="{BBF616FF-2860-4E67-8BC1-5612C0F2898D}" type="parTrans" cxnId="{BFD1D3E9-A4D3-4CAC-ACD9-98F1B8C2624C}">
      <dgm:prSet/>
      <dgm:spPr/>
      <dgm:t>
        <a:bodyPr/>
        <a:lstStyle/>
        <a:p>
          <a:endParaRPr lang="en-US"/>
        </a:p>
      </dgm:t>
    </dgm:pt>
    <dgm:pt modelId="{CDE05E4D-1260-4646-8484-281D0417A2FD}" type="sibTrans" cxnId="{BFD1D3E9-A4D3-4CAC-ACD9-98F1B8C2624C}">
      <dgm:prSet/>
      <dgm:spPr/>
      <dgm:t>
        <a:bodyPr/>
        <a:lstStyle/>
        <a:p>
          <a:endParaRPr lang="en-US"/>
        </a:p>
      </dgm:t>
    </dgm:pt>
    <dgm:pt modelId="{3C0CF1F7-C674-4782-A999-29AB16A7038E}">
      <dgm:prSet/>
      <dgm:spPr/>
      <dgm:t>
        <a:bodyPr/>
        <a:lstStyle/>
        <a:p>
          <a:r>
            <a:rPr lang="en-US"/>
            <a:t>d) .data</a:t>
          </a:r>
        </a:p>
      </dgm:t>
    </dgm:pt>
    <dgm:pt modelId="{AD46C8BC-16AD-4744-8F0F-84972DDD88FA}" type="parTrans" cxnId="{B8EBB31C-373F-41F0-9DCB-755788757189}">
      <dgm:prSet/>
      <dgm:spPr/>
      <dgm:t>
        <a:bodyPr/>
        <a:lstStyle/>
        <a:p>
          <a:endParaRPr lang="en-US"/>
        </a:p>
      </dgm:t>
    </dgm:pt>
    <dgm:pt modelId="{BFB39314-585F-44AC-AAD9-14443556C097}" type="sibTrans" cxnId="{B8EBB31C-373F-41F0-9DCB-755788757189}">
      <dgm:prSet/>
      <dgm:spPr/>
      <dgm:t>
        <a:bodyPr/>
        <a:lstStyle/>
        <a:p>
          <a:endParaRPr lang="en-US"/>
        </a:p>
      </dgm:t>
    </dgm:pt>
    <dgm:pt modelId="{598CB557-3A1F-4ED7-AECA-083E20A6EACC}">
      <dgm:prSet/>
      <dgm:spPr/>
      <dgm:t>
        <a:bodyPr/>
        <a:lstStyle/>
        <a:p>
          <a:r>
            <a:rPr lang="en-US"/>
            <a:t>3. ¿Qué instrucción guarda registros en la pila?</a:t>
          </a:r>
        </a:p>
      </dgm:t>
    </dgm:pt>
    <dgm:pt modelId="{ACE304B8-1825-40DD-AC65-01D4E00448EB}" type="parTrans" cxnId="{4B89056D-BDFE-45E5-A23F-AB585664DA98}">
      <dgm:prSet/>
      <dgm:spPr/>
      <dgm:t>
        <a:bodyPr/>
        <a:lstStyle/>
        <a:p>
          <a:endParaRPr lang="en-US"/>
        </a:p>
      </dgm:t>
    </dgm:pt>
    <dgm:pt modelId="{313DFF38-B0BB-4DDF-821A-B5D0376C6AA2}" type="sibTrans" cxnId="{4B89056D-BDFE-45E5-A23F-AB585664DA98}">
      <dgm:prSet/>
      <dgm:spPr/>
      <dgm:t>
        <a:bodyPr/>
        <a:lstStyle/>
        <a:p>
          <a:endParaRPr lang="en-US"/>
        </a:p>
      </dgm:t>
    </dgm:pt>
    <dgm:pt modelId="{06ED7EF5-8FB6-4D2C-A4E6-53CA8084ED77}">
      <dgm:prSet/>
      <dgm:spPr/>
      <dgm:t>
        <a:bodyPr/>
        <a:lstStyle/>
        <a:p>
          <a:r>
            <a:rPr lang="en-US"/>
            <a:t>a) ldp</a:t>
          </a:r>
        </a:p>
      </dgm:t>
    </dgm:pt>
    <dgm:pt modelId="{63A490CB-F359-44C6-B13D-768F6E136771}" type="parTrans" cxnId="{421DE197-F0E7-4BE3-90F2-032DE7661FF4}">
      <dgm:prSet/>
      <dgm:spPr/>
      <dgm:t>
        <a:bodyPr/>
        <a:lstStyle/>
        <a:p>
          <a:endParaRPr lang="en-US"/>
        </a:p>
      </dgm:t>
    </dgm:pt>
    <dgm:pt modelId="{5E0B160B-CCF4-4843-AEEE-53533A08EAC7}" type="sibTrans" cxnId="{421DE197-F0E7-4BE3-90F2-032DE7661FF4}">
      <dgm:prSet/>
      <dgm:spPr/>
      <dgm:t>
        <a:bodyPr/>
        <a:lstStyle/>
        <a:p>
          <a:endParaRPr lang="en-US"/>
        </a:p>
      </dgm:t>
    </dgm:pt>
    <dgm:pt modelId="{70B7D60F-FA6E-49B5-AA30-685692D97988}">
      <dgm:prSet/>
      <dgm:spPr/>
      <dgm:t>
        <a:bodyPr/>
        <a:lstStyle/>
        <a:p>
          <a:r>
            <a:rPr lang="en-US"/>
            <a:t>b) stp</a:t>
          </a:r>
        </a:p>
      </dgm:t>
    </dgm:pt>
    <dgm:pt modelId="{95030932-A48B-4A4B-B3FA-C22B51DC219E}" type="parTrans" cxnId="{7547C7F7-3C56-479E-AA1D-4FFEEF7D9047}">
      <dgm:prSet/>
      <dgm:spPr/>
      <dgm:t>
        <a:bodyPr/>
        <a:lstStyle/>
        <a:p>
          <a:endParaRPr lang="en-US"/>
        </a:p>
      </dgm:t>
    </dgm:pt>
    <dgm:pt modelId="{643EE9D3-8894-4488-9704-C94020DDBE1A}" type="sibTrans" cxnId="{7547C7F7-3C56-479E-AA1D-4FFEEF7D9047}">
      <dgm:prSet/>
      <dgm:spPr/>
      <dgm:t>
        <a:bodyPr/>
        <a:lstStyle/>
        <a:p>
          <a:endParaRPr lang="en-US"/>
        </a:p>
      </dgm:t>
    </dgm:pt>
    <dgm:pt modelId="{7783F01F-B23E-4615-9F69-84C42968387D}">
      <dgm:prSet/>
      <dgm:spPr/>
      <dgm:t>
        <a:bodyPr/>
        <a:lstStyle/>
        <a:p>
          <a:r>
            <a:rPr lang="en-US"/>
            <a:t>c) mov</a:t>
          </a:r>
        </a:p>
      </dgm:t>
    </dgm:pt>
    <dgm:pt modelId="{1662CD18-C627-49C1-9C87-DB00A6A48B29}" type="parTrans" cxnId="{97C7AE33-E80C-4CDA-93CA-4D030C988FA3}">
      <dgm:prSet/>
      <dgm:spPr/>
      <dgm:t>
        <a:bodyPr/>
        <a:lstStyle/>
        <a:p>
          <a:endParaRPr lang="en-US"/>
        </a:p>
      </dgm:t>
    </dgm:pt>
    <dgm:pt modelId="{855194E9-CA24-4F44-9663-4B0052578E53}" type="sibTrans" cxnId="{97C7AE33-E80C-4CDA-93CA-4D030C988FA3}">
      <dgm:prSet/>
      <dgm:spPr/>
      <dgm:t>
        <a:bodyPr/>
        <a:lstStyle/>
        <a:p>
          <a:endParaRPr lang="en-US"/>
        </a:p>
      </dgm:t>
    </dgm:pt>
    <dgm:pt modelId="{577C27F4-A097-4140-9357-D04E251CED39}">
      <dgm:prSet/>
      <dgm:spPr/>
      <dgm:t>
        <a:bodyPr/>
        <a:lstStyle/>
        <a:p>
          <a:r>
            <a:rPr lang="en-US"/>
            <a:t>d) adr</a:t>
          </a:r>
        </a:p>
      </dgm:t>
    </dgm:pt>
    <dgm:pt modelId="{307720A8-DA24-41E8-8487-7D8C03709AF0}" type="parTrans" cxnId="{D183ED49-0485-474E-BD0D-5CFC497592D8}">
      <dgm:prSet/>
      <dgm:spPr/>
      <dgm:t>
        <a:bodyPr/>
        <a:lstStyle/>
        <a:p>
          <a:endParaRPr lang="en-US"/>
        </a:p>
      </dgm:t>
    </dgm:pt>
    <dgm:pt modelId="{8FA2C49F-2579-457A-AAC1-BDBBD12A5314}" type="sibTrans" cxnId="{D183ED49-0485-474E-BD0D-5CFC497592D8}">
      <dgm:prSet/>
      <dgm:spPr/>
      <dgm:t>
        <a:bodyPr/>
        <a:lstStyle/>
        <a:p>
          <a:endParaRPr lang="en-US"/>
        </a:p>
      </dgm:t>
    </dgm:pt>
    <dgm:pt modelId="{9E42346C-6655-4FA4-9599-80D6E896C29B}">
      <dgm:prSet/>
      <dgm:spPr/>
      <dgm:t>
        <a:bodyPr/>
        <a:lstStyle/>
        <a:p>
          <a:r>
            <a:rPr lang="en-US"/>
            <a:t>4. ¿Qué herramienta se usa para ensamblar y enlazar programas ARM64?</a:t>
          </a:r>
        </a:p>
      </dgm:t>
    </dgm:pt>
    <dgm:pt modelId="{F30765A7-C88A-4942-B105-A50E968DB108}" type="parTrans" cxnId="{24214ACC-9184-431B-A215-5F55540588F0}">
      <dgm:prSet/>
      <dgm:spPr/>
      <dgm:t>
        <a:bodyPr/>
        <a:lstStyle/>
        <a:p>
          <a:endParaRPr lang="en-US"/>
        </a:p>
      </dgm:t>
    </dgm:pt>
    <dgm:pt modelId="{0F401BBD-39BE-4280-BE3F-3728CDABDCAA}" type="sibTrans" cxnId="{24214ACC-9184-431B-A215-5F55540588F0}">
      <dgm:prSet/>
      <dgm:spPr/>
      <dgm:t>
        <a:bodyPr/>
        <a:lstStyle/>
        <a:p>
          <a:endParaRPr lang="en-US"/>
        </a:p>
      </dgm:t>
    </dgm:pt>
    <dgm:pt modelId="{A6E777A5-2DEC-475E-B9E6-F9D4475145F4}">
      <dgm:prSet/>
      <dgm:spPr/>
      <dgm:t>
        <a:bodyPr/>
        <a:lstStyle/>
        <a:p>
          <a:r>
            <a:rPr lang="en-US"/>
            <a:t>a) aarch64-linux-gnu-gcc</a:t>
          </a:r>
        </a:p>
      </dgm:t>
    </dgm:pt>
    <dgm:pt modelId="{E3C66B98-A9B7-4E59-8D57-C2CBF7AD041C}" type="parTrans" cxnId="{084CCC35-49B4-4C38-A654-67380348D53C}">
      <dgm:prSet/>
      <dgm:spPr/>
      <dgm:t>
        <a:bodyPr/>
        <a:lstStyle/>
        <a:p>
          <a:endParaRPr lang="en-US"/>
        </a:p>
      </dgm:t>
    </dgm:pt>
    <dgm:pt modelId="{80B48845-1ED0-42DF-A185-ECD53F970835}" type="sibTrans" cxnId="{084CCC35-49B4-4C38-A654-67380348D53C}">
      <dgm:prSet/>
      <dgm:spPr/>
      <dgm:t>
        <a:bodyPr/>
        <a:lstStyle/>
        <a:p>
          <a:endParaRPr lang="en-US"/>
        </a:p>
      </dgm:t>
    </dgm:pt>
    <dgm:pt modelId="{28FFBB2C-2937-44CD-9BB3-845BE6701B20}">
      <dgm:prSet/>
      <dgm:spPr/>
      <dgm:t>
        <a:bodyPr/>
        <a:lstStyle/>
        <a:p>
          <a:r>
            <a:rPr lang="en-US"/>
            <a:t>b) nasm</a:t>
          </a:r>
        </a:p>
      </dgm:t>
    </dgm:pt>
    <dgm:pt modelId="{6C347089-DAAC-42D8-8243-5DA20F7A40BE}" type="parTrans" cxnId="{44E3B7D8-227E-47F9-9B37-A7F0E9D82D58}">
      <dgm:prSet/>
      <dgm:spPr/>
      <dgm:t>
        <a:bodyPr/>
        <a:lstStyle/>
        <a:p>
          <a:endParaRPr lang="en-US"/>
        </a:p>
      </dgm:t>
    </dgm:pt>
    <dgm:pt modelId="{7981BF7D-672A-4FF0-B21D-B79B0B2DABCD}" type="sibTrans" cxnId="{44E3B7D8-227E-47F9-9B37-A7F0E9D82D58}">
      <dgm:prSet/>
      <dgm:spPr/>
      <dgm:t>
        <a:bodyPr/>
        <a:lstStyle/>
        <a:p>
          <a:endParaRPr lang="en-US"/>
        </a:p>
      </dgm:t>
    </dgm:pt>
    <dgm:pt modelId="{9BE35D9B-CCC2-4C2E-9EBD-6D85AE641480}">
      <dgm:prSet/>
      <dgm:spPr/>
      <dgm:t>
        <a:bodyPr/>
        <a:lstStyle/>
        <a:p>
          <a:r>
            <a:rPr lang="en-US"/>
            <a:t>c) g++</a:t>
          </a:r>
        </a:p>
      </dgm:t>
    </dgm:pt>
    <dgm:pt modelId="{4C39C4D2-0836-499B-B5E6-8E4FB83A3A1A}" type="parTrans" cxnId="{B2569159-1E24-44BA-840B-92FEEC329A4B}">
      <dgm:prSet/>
      <dgm:spPr/>
      <dgm:t>
        <a:bodyPr/>
        <a:lstStyle/>
        <a:p>
          <a:endParaRPr lang="en-US"/>
        </a:p>
      </dgm:t>
    </dgm:pt>
    <dgm:pt modelId="{AC5A4036-9FDB-4471-B426-E2EB8FFB5443}" type="sibTrans" cxnId="{B2569159-1E24-44BA-840B-92FEEC329A4B}">
      <dgm:prSet/>
      <dgm:spPr/>
      <dgm:t>
        <a:bodyPr/>
        <a:lstStyle/>
        <a:p>
          <a:endParaRPr lang="en-US"/>
        </a:p>
      </dgm:t>
    </dgm:pt>
    <dgm:pt modelId="{6FB830E5-1D82-4336-AAF8-77F28D33B62C}">
      <dgm:prSet/>
      <dgm:spPr/>
      <dgm:t>
        <a:bodyPr/>
        <a:lstStyle/>
        <a:p>
          <a:r>
            <a:rPr lang="en-US"/>
            <a:t>d) arm-compiler</a:t>
          </a:r>
        </a:p>
      </dgm:t>
    </dgm:pt>
    <dgm:pt modelId="{9BFB090D-8224-4063-B03B-EF7DE12247C1}" type="parTrans" cxnId="{599CC6E0-8600-4176-B1DB-F07A2CB1A94D}">
      <dgm:prSet/>
      <dgm:spPr/>
      <dgm:t>
        <a:bodyPr/>
        <a:lstStyle/>
        <a:p>
          <a:endParaRPr lang="en-US"/>
        </a:p>
      </dgm:t>
    </dgm:pt>
    <dgm:pt modelId="{E9E353E4-BF9A-48A5-BB24-69B3BAA67057}" type="sibTrans" cxnId="{599CC6E0-8600-4176-B1DB-F07A2CB1A94D}">
      <dgm:prSet/>
      <dgm:spPr/>
      <dgm:t>
        <a:bodyPr/>
        <a:lstStyle/>
        <a:p>
          <a:endParaRPr lang="en-US"/>
        </a:p>
      </dgm:t>
    </dgm:pt>
    <dgm:pt modelId="{4FCD8521-B767-4B50-8D0C-23E0781A2957}">
      <dgm:prSet/>
      <dgm:spPr/>
      <dgm:t>
        <a:bodyPr/>
        <a:lstStyle/>
        <a:p>
          <a:r>
            <a:rPr lang="en-US"/>
            <a:t>5. ¿Qué registro contiene la dirección de retorno de una subrutina?</a:t>
          </a:r>
        </a:p>
      </dgm:t>
    </dgm:pt>
    <dgm:pt modelId="{F30473DF-1842-4775-B595-B4070934E154}" type="parTrans" cxnId="{D8FABDF1-E7FB-4FF7-84B3-4425501E39BB}">
      <dgm:prSet/>
      <dgm:spPr/>
      <dgm:t>
        <a:bodyPr/>
        <a:lstStyle/>
        <a:p>
          <a:endParaRPr lang="en-US"/>
        </a:p>
      </dgm:t>
    </dgm:pt>
    <dgm:pt modelId="{9215A4DD-1AA5-4913-88FB-24FE881F1B89}" type="sibTrans" cxnId="{D8FABDF1-E7FB-4FF7-84B3-4425501E39BB}">
      <dgm:prSet/>
      <dgm:spPr/>
      <dgm:t>
        <a:bodyPr/>
        <a:lstStyle/>
        <a:p>
          <a:endParaRPr lang="en-US"/>
        </a:p>
      </dgm:t>
    </dgm:pt>
    <dgm:pt modelId="{2FCCF568-35FC-42E6-A6F1-2B55366A61FC}">
      <dgm:prSet/>
      <dgm:spPr/>
      <dgm:t>
        <a:bodyPr/>
        <a:lstStyle/>
        <a:p>
          <a:r>
            <a:rPr lang="en-US"/>
            <a:t>a) x0</a:t>
          </a:r>
        </a:p>
      </dgm:t>
    </dgm:pt>
    <dgm:pt modelId="{39BDE922-AAC3-4675-BC22-FF7066E379D8}" type="parTrans" cxnId="{9BC4729B-9535-4E3F-B17A-F19527C30E47}">
      <dgm:prSet/>
      <dgm:spPr/>
      <dgm:t>
        <a:bodyPr/>
        <a:lstStyle/>
        <a:p>
          <a:endParaRPr lang="en-US"/>
        </a:p>
      </dgm:t>
    </dgm:pt>
    <dgm:pt modelId="{EF658118-4A6F-40D5-B32D-6B05F4CBC049}" type="sibTrans" cxnId="{9BC4729B-9535-4E3F-B17A-F19527C30E47}">
      <dgm:prSet/>
      <dgm:spPr/>
      <dgm:t>
        <a:bodyPr/>
        <a:lstStyle/>
        <a:p>
          <a:endParaRPr lang="en-US"/>
        </a:p>
      </dgm:t>
    </dgm:pt>
    <dgm:pt modelId="{ECAC8D77-16AE-498B-9F4F-F50D047810FE}">
      <dgm:prSet/>
      <dgm:spPr/>
      <dgm:t>
        <a:bodyPr/>
        <a:lstStyle/>
        <a:p>
          <a:r>
            <a:rPr lang="en-US"/>
            <a:t>b) x29</a:t>
          </a:r>
        </a:p>
      </dgm:t>
    </dgm:pt>
    <dgm:pt modelId="{E90EC01B-3126-4C5A-9AE5-77757D55AF26}" type="parTrans" cxnId="{5CC66060-2865-4623-8B65-9C02BED33BF6}">
      <dgm:prSet/>
      <dgm:spPr/>
      <dgm:t>
        <a:bodyPr/>
        <a:lstStyle/>
        <a:p>
          <a:endParaRPr lang="en-US"/>
        </a:p>
      </dgm:t>
    </dgm:pt>
    <dgm:pt modelId="{52F73FFC-0516-464E-99C9-8F180CC442AA}" type="sibTrans" cxnId="{5CC66060-2865-4623-8B65-9C02BED33BF6}">
      <dgm:prSet/>
      <dgm:spPr/>
      <dgm:t>
        <a:bodyPr/>
        <a:lstStyle/>
        <a:p>
          <a:endParaRPr lang="en-US"/>
        </a:p>
      </dgm:t>
    </dgm:pt>
    <dgm:pt modelId="{3AE1223D-1B22-4D70-8BFC-869794EE6BFC}">
      <dgm:prSet/>
      <dgm:spPr/>
      <dgm:t>
        <a:bodyPr/>
        <a:lstStyle/>
        <a:p>
          <a:r>
            <a:rPr lang="en-US"/>
            <a:t>c) x30</a:t>
          </a:r>
        </a:p>
      </dgm:t>
    </dgm:pt>
    <dgm:pt modelId="{E3848E41-5FCC-45DB-B6BC-D45AC8E898D5}" type="parTrans" cxnId="{D63E6507-8B6C-484B-8842-955FD9CF6460}">
      <dgm:prSet/>
      <dgm:spPr/>
      <dgm:t>
        <a:bodyPr/>
        <a:lstStyle/>
        <a:p>
          <a:endParaRPr lang="en-US"/>
        </a:p>
      </dgm:t>
    </dgm:pt>
    <dgm:pt modelId="{E34674E3-8A00-44E9-AF5B-E93410A60331}" type="sibTrans" cxnId="{D63E6507-8B6C-484B-8842-955FD9CF6460}">
      <dgm:prSet/>
      <dgm:spPr/>
      <dgm:t>
        <a:bodyPr/>
        <a:lstStyle/>
        <a:p>
          <a:endParaRPr lang="en-US"/>
        </a:p>
      </dgm:t>
    </dgm:pt>
    <dgm:pt modelId="{D01968CC-A2AE-4A80-9A07-520D7E82B578}">
      <dgm:prSet/>
      <dgm:spPr/>
      <dgm:t>
        <a:bodyPr/>
        <a:lstStyle/>
        <a:p>
          <a:r>
            <a:rPr lang="en-US"/>
            <a:t>d) sp</a:t>
          </a:r>
        </a:p>
      </dgm:t>
    </dgm:pt>
    <dgm:pt modelId="{602CA873-BBA1-4377-BA6E-5A630928BAC2}" type="parTrans" cxnId="{C6007A51-D81E-422A-BA30-BDDDD57C9F01}">
      <dgm:prSet/>
      <dgm:spPr/>
      <dgm:t>
        <a:bodyPr/>
        <a:lstStyle/>
        <a:p>
          <a:endParaRPr lang="en-US"/>
        </a:p>
      </dgm:t>
    </dgm:pt>
    <dgm:pt modelId="{515B6BCE-F989-4141-8835-191722B4FBB1}" type="sibTrans" cxnId="{C6007A51-D81E-422A-BA30-BDDDD57C9F01}">
      <dgm:prSet/>
      <dgm:spPr/>
      <dgm:t>
        <a:bodyPr/>
        <a:lstStyle/>
        <a:p>
          <a:endParaRPr lang="en-US"/>
        </a:p>
      </dgm:t>
    </dgm:pt>
    <dgm:pt modelId="{40F11A94-F5EF-4377-9C68-D3441C3BA79E}" type="pres">
      <dgm:prSet presAssocID="{E0A77C23-2F7E-40AC-A7B7-D8C2257FD19A}" presName="diagram" presStyleCnt="0">
        <dgm:presLayoutVars>
          <dgm:dir/>
          <dgm:resizeHandles val="exact"/>
        </dgm:presLayoutVars>
      </dgm:prSet>
      <dgm:spPr/>
    </dgm:pt>
    <dgm:pt modelId="{F00E05C9-9DC9-407F-885E-7E0F593930E0}" type="pres">
      <dgm:prSet presAssocID="{3C456A1E-FBEC-4B33-BE9B-CF1FBD001F87}" presName="node" presStyleLbl="node1" presStyleIdx="0" presStyleCnt="25">
        <dgm:presLayoutVars>
          <dgm:bulletEnabled val="1"/>
        </dgm:presLayoutVars>
      </dgm:prSet>
      <dgm:spPr/>
    </dgm:pt>
    <dgm:pt modelId="{D05A684F-F692-4209-8E83-F63A34F95F85}" type="pres">
      <dgm:prSet presAssocID="{5A1A31D1-86FD-409C-BB7C-B9810E59695F}" presName="sibTrans" presStyleCnt="0"/>
      <dgm:spPr/>
    </dgm:pt>
    <dgm:pt modelId="{164157EA-B6FA-4D12-A827-0F7C1832D0B0}" type="pres">
      <dgm:prSet presAssocID="{D60542AB-0E32-4BD1-A20F-599FAE664221}" presName="node" presStyleLbl="node1" presStyleIdx="1" presStyleCnt="25">
        <dgm:presLayoutVars>
          <dgm:bulletEnabled val="1"/>
        </dgm:presLayoutVars>
      </dgm:prSet>
      <dgm:spPr/>
    </dgm:pt>
    <dgm:pt modelId="{3A94F517-7519-4DDF-84B8-34A48D6912E9}" type="pres">
      <dgm:prSet presAssocID="{0B893642-9E92-4CD7-A0F2-101CEF1CF5A0}" presName="sibTrans" presStyleCnt="0"/>
      <dgm:spPr/>
    </dgm:pt>
    <dgm:pt modelId="{B6B6ABFD-3653-4CD5-B7BD-5513F8ED2666}" type="pres">
      <dgm:prSet presAssocID="{0A818D13-21D8-4005-85E9-8D2A376A59AB}" presName="node" presStyleLbl="node1" presStyleIdx="2" presStyleCnt="25">
        <dgm:presLayoutVars>
          <dgm:bulletEnabled val="1"/>
        </dgm:presLayoutVars>
      </dgm:prSet>
      <dgm:spPr/>
    </dgm:pt>
    <dgm:pt modelId="{DA10E6EC-72AB-4680-9327-88DC99D79962}" type="pres">
      <dgm:prSet presAssocID="{DE188A59-A255-45DE-B5A1-3E8DFB3BEFF7}" presName="sibTrans" presStyleCnt="0"/>
      <dgm:spPr/>
    </dgm:pt>
    <dgm:pt modelId="{0651647C-CEC0-4345-883A-8C366EED2709}" type="pres">
      <dgm:prSet presAssocID="{45E50A5F-0E07-4A22-BD5C-6498C6D488CA}" presName="node" presStyleLbl="node1" presStyleIdx="3" presStyleCnt="25">
        <dgm:presLayoutVars>
          <dgm:bulletEnabled val="1"/>
        </dgm:presLayoutVars>
      </dgm:prSet>
      <dgm:spPr/>
    </dgm:pt>
    <dgm:pt modelId="{AECDC841-49F9-4591-B3AC-F303D3942C0A}" type="pres">
      <dgm:prSet presAssocID="{B1C0AFE2-AB81-4743-989C-C9DFA5D6E89E}" presName="sibTrans" presStyleCnt="0"/>
      <dgm:spPr/>
    </dgm:pt>
    <dgm:pt modelId="{F61D8558-EF87-43B4-BB03-84DAE1D98786}" type="pres">
      <dgm:prSet presAssocID="{BEE36BD1-8B2E-4CB4-998C-376039461C45}" presName="node" presStyleLbl="node1" presStyleIdx="4" presStyleCnt="25">
        <dgm:presLayoutVars>
          <dgm:bulletEnabled val="1"/>
        </dgm:presLayoutVars>
      </dgm:prSet>
      <dgm:spPr/>
    </dgm:pt>
    <dgm:pt modelId="{497C1879-C212-4A10-8C5E-27F493419BD4}" type="pres">
      <dgm:prSet presAssocID="{2594AC63-09AA-4AF6-AE5E-6F87F309448C}" presName="sibTrans" presStyleCnt="0"/>
      <dgm:spPr/>
    </dgm:pt>
    <dgm:pt modelId="{C3F59018-7731-491F-BBF4-62B1F9E689C3}" type="pres">
      <dgm:prSet presAssocID="{3B1530D4-A944-4E1D-B95E-B29002FA9FA1}" presName="node" presStyleLbl="node1" presStyleIdx="5" presStyleCnt="25">
        <dgm:presLayoutVars>
          <dgm:bulletEnabled val="1"/>
        </dgm:presLayoutVars>
      </dgm:prSet>
      <dgm:spPr/>
    </dgm:pt>
    <dgm:pt modelId="{13A29105-AAC9-495F-8981-D1B6B237DADE}" type="pres">
      <dgm:prSet presAssocID="{B583EE12-2B33-49BE-B244-9B46D418CA33}" presName="sibTrans" presStyleCnt="0"/>
      <dgm:spPr/>
    </dgm:pt>
    <dgm:pt modelId="{8A4EC573-36D5-40A5-A313-B71D5CFF5208}" type="pres">
      <dgm:prSet presAssocID="{F0F0DCAC-9A72-4992-A51E-BAE99FBE632D}" presName="node" presStyleLbl="node1" presStyleIdx="6" presStyleCnt="25">
        <dgm:presLayoutVars>
          <dgm:bulletEnabled val="1"/>
        </dgm:presLayoutVars>
      </dgm:prSet>
      <dgm:spPr/>
    </dgm:pt>
    <dgm:pt modelId="{1C26767C-F1B2-47F1-9AAF-3D00F8CA0849}" type="pres">
      <dgm:prSet presAssocID="{3C85B0FA-B217-4775-8E78-804D7DAE5B9C}" presName="sibTrans" presStyleCnt="0"/>
      <dgm:spPr/>
    </dgm:pt>
    <dgm:pt modelId="{E7C2FE16-89AE-4360-937D-0C824673536D}" type="pres">
      <dgm:prSet presAssocID="{F7A270F1-9CB1-4CE3-8AA9-363754699415}" presName="node" presStyleLbl="node1" presStyleIdx="7" presStyleCnt="25">
        <dgm:presLayoutVars>
          <dgm:bulletEnabled val="1"/>
        </dgm:presLayoutVars>
      </dgm:prSet>
      <dgm:spPr/>
    </dgm:pt>
    <dgm:pt modelId="{FD62CA3C-EFDD-4DAB-AE10-4162C6919B3B}" type="pres">
      <dgm:prSet presAssocID="{CD506481-73FC-41BA-8CF0-91C73EA20D9D}" presName="sibTrans" presStyleCnt="0"/>
      <dgm:spPr/>
    </dgm:pt>
    <dgm:pt modelId="{E1CB679F-9ABF-432C-8321-F136177B06C5}" type="pres">
      <dgm:prSet presAssocID="{49B83DFC-4C49-4BB6-B54C-F2867C5B75C3}" presName="node" presStyleLbl="node1" presStyleIdx="8" presStyleCnt="25">
        <dgm:presLayoutVars>
          <dgm:bulletEnabled val="1"/>
        </dgm:presLayoutVars>
      </dgm:prSet>
      <dgm:spPr/>
    </dgm:pt>
    <dgm:pt modelId="{0984B1C4-D24B-4CB9-9EEB-E6F52830BC4B}" type="pres">
      <dgm:prSet presAssocID="{CDE05E4D-1260-4646-8484-281D0417A2FD}" presName="sibTrans" presStyleCnt="0"/>
      <dgm:spPr/>
    </dgm:pt>
    <dgm:pt modelId="{3A24F222-4841-41FA-9872-FEE2285BC245}" type="pres">
      <dgm:prSet presAssocID="{3C0CF1F7-C674-4782-A999-29AB16A7038E}" presName="node" presStyleLbl="node1" presStyleIdx="9" presStyleCnt="25">
        <dgm:presLayoutVars>
          <dgm:bulletEnabled val="1"/>
        </dgm:presLayoutVars>
      </dgm:prSet>
      <dgm:spPr/>
    </dgm:pt>
    <dgm:pt modelId="{7B4F0851-0AC6-4943-8722-A99ACAE5A1F4}" type="pres">
      <dgm:prSet presAssocID="{BFB39314-585F-44AC-AAD9-14443556C097}" presName="sibTrans" presStyleCnt="0"/>
      <dgm:spPr/>
    </dgm:pt>
    <dgm:pt modelId="{3A4607E5-374F-485E-AA25-3ACAB52FDC36}" type="pres">
      <dgm:prSet presAssocID="{598CB557-3A1F-4ED7-AECA-083E20A6EACC}" presName="node" presStyleLbl="node1" presStyleIdx="10" presStyleCnt="25">
        <dgm:presLayoutVars>
          <dgm:bulletEnabled val="1"/>
        </dgm:presLayoutVars>
      </dgm:prSet>
      <dgm:spPr/>
    </dgm:pt>
    <dgm:pt modelId="{9E51D7C8-FA5C-45DD-A0BD-E1D19821CA17}" type="pres">
      <dgm:prSet presAssocID="{313DFF38-B0BB-4DDF-821A-B5D0376C6AA2}" presName="sibTrans" presStyleCnt="0"/>
      <dgm:spPr/>
    </dgm:pt>
    <dgm:pt modelId="{55D40001-4920-46F3-98C3-B6CCFF5AE8F7}" type="pres">
      <dgm:prSet presAssocID="{06ED7EF5-8FB6-4D2C-A4E6-53CA8084ED77}" presName="node" presStyleLbl="node1" presStyleIdx="11" presStyleCnt="25">
        <dgm:presLayoutVars>
          <dgm:bulletEnabled val="1"/>
        </dgm:presLayoutVars>
      </dgm:prSet>
      <dgm:spPr/>
    </dgm:pt>
    <dgm:pt modelId="{F781C9CD-7E8D-442C-B147-FB9F34FB8316}" type="pres">
      <dgm:prSet presAssocID="{5E0B160B-CCF4-4843-AEEE-53533A08EAC7}" presName="sibTrans" presStyleCnt="0"/>
      <dgm:spPr/>
    </dgm:pt>
    <dgm:pt modelId="{96AB3C04-F6A9-48BF-AFC3-61A771FABD3A}" type="pres">
      <dgm:prSet presAssocID="{70B7D60F-FA6E-49B5-AA30-685692D97988}" presName="node" presStyleLbl="node1" presStyleIdx="12" presStyleCnt="25">
        <dgm:presLayoutVars>
          <dgm:bulletEnabled val="1"/>
        </dgm:presLayoutVars>
      </dgm:prSet>
      <dgm:spPr/>
    </dgm:pt>
    <dgm:pt modelId="{834D68F4-F890-473C-800D-BE164BCC6B15}" type="pres">
      <dgm:prSet presAssocID="{643EE9D3-8894-4488-9704-C94020DDBE1A}" presName="sibTrans" presStyleCnt="0"/>
      <dgm:spPr/>
    </dgm:pt>
    <dgm:pt modelId="{B39CFC9B-D278-4223-B37B-369FD223D29E}" type="pres">
      <dgm:prSet presAssocID="{7783F01F-B23E-4615-9F69-84C42968387D}" presName="node" presStyleLbl="node1" presStyleIdx="13" presStyleCnt="25">
        <dgm:presLayoutVars>
          <dgm:bulletEnabled val="1"/>
        </dgm:presLayoutVars>
      </dgm:prSet>
      <dgm:spPr/>
    </dgm:pt>
    <dgm:pt modelId="{7A2EB488-39C7-4C80-8224-8575C22E8987}" type="pres">
      <dgm:prSet presAssocID="{855194E9-CA24-4F44-9663-4B0052578E53}" presName="sibTrans" presStyleCnt="0"/>
      <dgm:spPr/>
    </dgm:pt>
    <dgm:pt modelId="{CDC6959B-A22B-473E-8E78-E9B4B35766AB}" type="pres">
      <dgm:prSet presAssocID="{577C27F4-A097-4140-9357-D04E251CED39}" presName="node" presStyleLbl="node1" presStyleIdx="14" presStyleCnt="25">
        <dgm:presLayoutVars>
          <dgm:bulletEnabled val="1"/>
        </dgm:presLayoutVars>
      </dgm:prSet>
      <dgm:spPr/>
    </dgm:pt>
    <dgm:pt modelId="{6C968A77-D72E-4073-80C6-A0AF59B12308}" type="pres">
      <dgm:prSet presAssocID="{8FA2C49F-2579-457A-AAC1-BDBBD12A5314}" presName="sibTrans" presStyleCnt="0"/>
      <dgm:spPr/>
    </dgm:pt>
    <dgm:pt modelId="{C34D4F75-070C-4D93-A71F-BA27FDC0142C}" type="pres">
      <dgm:prSet presAssocID="{9E42346C-6655-4FA4-9599-80D6E896C29B}" presName="node" presStyleLbl="node1" presStyleIdx="15" presStyleCnt="25">
        <dgm:presLayoutVars>
          <dgm:bulletEnabled val="1"/>
        </dgm:presLayoutVars>
      </dgm:prSet>
      <dgm:spPr/>
    </dgm:pt>
    <dgm:pt modelId="{F34A8BA2-0DC9-4C88-946D-5FF1D73EF522}" type="pres">
      <dgm:prSet presAssocID="{0F401BBD-39BE-4280-BE3F-3728CDABDCAA}" presName="sibTrans" presStyleCnt="0"/>
      <dgm:spPr/>
    </dgm:pt>
    <dgm:pt modelId="{DABC4FD2-156E-4720-A2C7-C2D58C8DC57A}" type="pres">
      <dgm:prSet presAssocID="{A6E777A5-2DEC-475E-B9E6-F9D4475145F4}" presName="node" presStyleLbl="node1" presStyleIdx="16" presStyleCnt="25">
        <dgm:presLayoutVars>
          <dgm:bulletEnabled val="1"/>
        </dgm:presLayoutVars>
      </dgm:prSet>
      <dgm:spPr/>
    </dgm:pt>
    <dgm:pt modelId="{D326CB81-4675-4A38-88F5-21BB1A49329C}" type="pres">
      <dgm:prSet presAssocID="{80B48845-1ED0-42DF-A185-ECD53F970835}" presName="sibTrans" presStyleCnt="0"/>
      <dgm:spPr/>
    </dgm:pt>
    <dgm:pt modelId="{91536508-08C6-43F5-B7E0-F819273D4814}" type="pres">
      <dgm:prSet presAssocID="{28FFBB2C-2937-44CD-9BB3-845BE6701B20}" presName="node" presStyleLbl="node1" presStyleIdx="17" presStyleCnt="25">
        <dgm:presLayoutVars>
          <dgm:bulletEnabled val="1"/>
        </dgm:presLayoutVars>
      </dgm:prSet>
      <dgm:spPr/>
    </dgm:pt>
    <dgm:pt modelId="{4C6445CE-C439-473C-BA43-19C101E6DF66}" type="pres">
      <dgm:prSet presAssocID="{7981BF7D-672A-4FF0-B21D-B79B0B2DABCD}" presName="sibTrans" presStyleCnt="0"/>
      <dgm:spPr/>
    </dgm:pt>
    <dgm:pt modelId="{B1D40576-2942-49AF-98C4-E0AD4367C659}" type="pres">
      <dgm:prSet presAssocID="{9BE35D9B-CCC2-4C2E-9EBD-6D85AE641480}" presName="node" presStyleLbl="node1" presStyleIdx="18" presStyleCnt="25">
        <dgm:presLayoutVars>
          <dgm:bulletEnabled val="1"/>
        </dgm:presLayoutVars>
      </dgm:prSet>
      <dgm:spPr/>
    </dgm:pt>
    <dgm:pt modelId="{AFEFA6DE-343A-49F5-9E73-8E7DCE926180}" type="pres">
      <dgm:prSet presAssocID="{AC5A4036-9FDB-4471-B426-E2EB8FFB5443}" presName="sibTrans" presStyleCnt="0"/>
      <dgm:spPr/>
    </dgm:pt>
    <dgm:pt modelId="{1226B15B-2156-41C6-841D-2EED35244A44}" type="pres">
      <dgm:prSet presAssocID="{6FB830E5-1D82-4336-AAF8-77F28D33B62C}" presName="node" presStyleLbl="node1" presStyleIdx="19" presStyleCnt="25">
        <dgm:presLayoutVars>
          <dgm:bulletEnabled val="1"/>
        </dgm:presLayoutVars>
      </dgm:prSet>
      <dgm:spPr/>
    </dgm:pt>
    <dgm:pt modelId="{98F11706-EEFA-4D84-8C03-1B3614CB4F28}" type="pres">
      <dgm:prSet presAssocID="{E9E353E4-BF9A-48A5-BB24-69B3BAA67057}" presName="sibTrans" presStyleCnt="0"/>
      <dgm:spPr/>
    </dgm:pt>
    <dgm:pt modelId="{F0EDBF88-9037-43C9-AAA9-7FFF866F9912}" type="pres">
      <dgm:prSet presAssocID="{4FCD8521-B767-4B50-8D0C-23E0781A2957}" presName="node" presStyleLbl="node1" presStyleIdx="20" presStyleCnt="25">
        <dgm:presLayoutVars>
          <dgm:bulletEnabled val="1"/>
        </dgm:presLayoutVars>
      </dgm:prSet>
      <dgm:spPr/>
    </dgm:pt>
    <dgm:pt modelId="{7DA2D0F0-478B-4CC9-859C-52CC12FE52AB}" type="pres">
      <dgm:prSet presAssocID="{9215A4DD-1AA5-4913-88FB-24FE881F1B89}" presName="sibTrans" presStyleCnt="0"/>
      <dgm:spPr/>
    </dgm:pt>
    <dgm:pt modelId="{12906992-1003-4A70-BFCD-BC3151355197}" type="pres">
      <dgm:prSet presAssocID="{2FCCF568-35FC-42E6-A6F1-2B55366A61FC}" presName="node" presStyleLbl="node1" presStyleIdx="21" presStyleCnt="25">
        <dgm:presLayoutVars>
          <dgm:bulletEnabled val="1"/>
        </dgm:presLayoutVars>
      </dgm:prSet>
      <dgm:spPr/>
    </dgm:pt>
    <dgm:pt modelId="{EB3D7104-B865-4C8F-9E59-0DF3952C5A40}" type="pres">
      <dgm:prSet presAssocID="{EF658118-4A6F-40D5-B32D-6B05F4CBC049}" presName="sibTrans" presStyleCnt="0"/>
      <dgm:spPr/>
    </dgm:pt>
    <dgm:pt modelId="{487900A8-5C7C-4667-B489-6FE880BF3C30}" type="pres">
      <dgm:prSet presAssocID="{ECAC8D77-16AE-498B-9F4F-F50D047810FE}" presName="node" presStyleLbl="node1" presStyleIdx="22" presStyleCnt="25">
        <dgm:presLayoutVars>
          <dgm:bulletEnabled val="1"/>
        </dgm:presLayoutVars>
      </dgm:prSet>
      <dgm:spPr/>
    </dgm:pt>
    <dgm:pt modelId="{E645B6EA-A33A-41E6-A628-9692AAABCEAD}" type="pres">
      <dgm:prSet presAssocID="{52F73FFC-0516-464E-99C9-8F180CC442AA}" presName="sibTrans" presStyleCnt="0"/>
      <dgm:spPr/>
    </dgm:pt>
    <dgm:pt modelId="{CE52148C-E189-4F4D-BCEC-626BD91FF33C}" type="pres">
      <dgm:prSet presAssocID="{3AE1223D-1B22-4D70-8BFC-869794EE6BFC}" presName="node" presStyleLbl="node1" presStyleIdx="23" presStyleCnt="25">
        <dgm:presLayoutVars>
          <dgm:bulletEnabled val="1"/>
        </dgm:presLayoutVars>
      </dgm:prSet>
      <dgm:spPr/>
    </dgm:pt>
    <dgm:pt modelId="{C20EB450-79D0-496F-B6D6-99FCD7035264}" type="pres">
      <dgm:prSet presAssocID="{E34674E3-8A00-44E9-AF5B-E93410A60331}" presName="sibTrans" presStyleCnt="0"/>
      <dgm:spPr/>
    </dgm:pt>
    <dgm:pt modelId="{7067763F-8940-434F-BA0A-32D5479D2FDB}" type="pres">
      <dgm:prSet presAssocID="{D01968CC-A2AE-4A80-9A07-520D7E82B578}" presName="node" presStyleLbl="node1" presStyleIdx="24" presStyleCnt="25">
        <dgm:presLayoutVars>
          <dgm:bulletEnabled val="1"/>
        </dgm:presLayoutVars>
      </dgm:prSet>
      <dgm:spPr/>
    </dgm:pt>
  </dgm:ptLst>
  <dgm:cxnLst>
    <dgm:cxn modelId="{86645805-CB57-4764-AE07-4E66DAB445CA}" srcId="{E0A77C23-2F7E-40AC-A7B7-D8C2257FD19A}" destId="{3B1530D4-A944-4E1D-B95E-B29002FA9FA1}" srcOrd="5" destOrd="0" parTransId="{F8F9AD00-0424-4239-A839-4FD9032D7EA5}" sibTransId="{B583EE12-2B33-49BE-B244-9B46D418CA33}"/>
    <dgm:cxn modelId="{D63E6507-8B6C-484B-8842-955FD9CF6460}" srcId="{E0A77C23-2F7E-40AC-A7B7-D8C2257FD19A}" destId="{3AE1223D-1B22-4D70-8BFC-869794EE6BFC}" srcOrd="23" destOrd="0" parTransId="{E3848E41-5FCC-45DB-B6BC-D45AC8E898D5}" sibTransId="{E34674E3-8A00-44E9-AF5B-E93410A60331}"/>
    <dgm:cxn modelId="{5D204C0A-6553-4D8E-9E1F-47453B3CE5B8}" type="presOf" srcId="{3C456A1E-FBEC-4B33-BE9B-CF1FBD001F87}" destId="{F00E05C9-9DC9-407F-885E-7E0F593930E0}" srcOrd="0" destOrd="0" presId="urn:microsoft.com/office/officeart/2005/8/layout/default"/>
    <dgm:cxn modelId="{5022C90A-3966-45CA-A9F2-07A48C16BE69}" type="presOf" srcId="{BEE36BD1-8B2E-4CB4-998C-376039461C45}" destId="{F61D8558-EF87-43B4-BB03-84DAE1D98786}" srcOrd="0" destOrd="0" presId="urn:microsoft.com/office/officeart/2005/8/layout/default"/>
    <dgm:cxn modelId="{94B44A11-E429-4CA5-B0C5-0BC0DD067879}" type="presOf" srcId="{28FFBB2C-2937-44CD-9BB3-845BE6701B20}" destId="{91536508-08C6-43F5-B7E0-F819273D4814}" srcOrd="0" destOrd="0" presId="urn:microsoft.com/office/officeart/2005/8/layout/default"/>
    <dgm:cxn modelId="{4AA2AA18-A3D7-47D1-9278-FD537B76FE9D}" type="presOf" srcId="{F7A270F1-9CB1-4CE3-8AA9-363754699415}" destId="{E7C2FE16-89AE-4360-937D-0C824673536D}" srcOrd="0" destOrd="0" presId="urn:microsoft.com/office/officeart/2005/8/layout/default"/>
    <dgm:cxn modelId="{31DE911A-A2A3-4995-8C18-25E07B930F43}" type="presOf" srcId="{ECAC8D77-16AE-498B-9F4F-F50D047810FE}" destId="{487900A8-5C7C-4667-B489-6FE880BF3C30}" srcOrd="0" destOrd="0" presId="urn:microsoft.com/office/officeart/2005/8/layout/default"/>
    <dgm:cxn modelId="{B8EBB31C-373F-41F0-9DCB-755788757189}" srcId="{E0A77C23-2F7E-40AC-A7B7-D8C2257FD19A}" destId="{3C0CF1F7-C674-4782-A999-29AB16A7038E}" srcOrd="9" destOrd="0" parTransId="{AD46C8BC-16AD-4744-8F0F-84972DDD88FA}" sibTransId="{BFB39314-585F-44AC-AAD9-14443556C097}"/>
    <dgm:cxn modelId="{42479022-1B58-4CEF-B339-9CFC4D968D13}" type="presOf" srcId="{0A818D13-21D8-4005-85E9-8D2A376A59AB}" destId="{B6B6ABFD-3653-4CD5-B7BD-5513F8ED2666}" srcOrd="0" destOrd="0" presId="urn:microsoft.com/office/officeart/2005/8/layout/default"/>
    <dgm:cxn modelId="{40042E2B-605F-435D-BAF0-1C1D174C8299}" type="presOf" srcId="{598CB557-3A1F-4ED7-AECA-083E20A6EACC}" destId="{3A4607E5-374F-485E-AA25-3ACAB52FDC36}" srcOrd="0" destOrd="0" presId="urn:microsoft.com/office/officeart/2005/8/layout/default"/>
    <dgm:cxn modelId="{97C7AE33-E80C-4CDA-93CA-4D030C988FA3}" srcId="{E0A77C23-2F7E-40AC-A7B7-D8C2257FD19A}" destId="{7783F01F-B23E-4615-9F69-84C42968387D}" srcOrd="13" destOrd="0" parTransId="{1662CD18-C627-49C1-9C87-DB00A6A48B29}" sibTransId="{855194E9-CA24-4F44-9663-4B0052578E53}"/>
    <dgm:cxn modelId="{084CCC35-49B4-4C38-A654-67380348D53C}" srcId="{E0A77C23-2F7E-40AC-A7B7-D8C2257FD19A}" destId="{A6E777A5-2DEC-475E-B9E6-F9D4475145F4}" srcOrd="16" destOrd="0" parTransId="{E3C66B98-A9B7-4E59-8D57-C2CBF7AD041C}" sibTransId="{80B48845-1ED0-42DF-A185-ECD53F970835}"/>
    <dgm:cxn modelId="{FE74755D-9CDF-4A76-A49B-DE0ABE83941F}" srcId="{E0A77C23-2F7E-40AC-A7B7-D8C2257FD19A}" destId="{0A818D13-21D8-4005-85E9-8D2A376A59AB}" srcOrd="2" destOrd="0" parTransId="{775062A4-CAFC-4614-9737-095CD8F58250}" sibTransId="{DE188A59-A255-45DE-B5A1-3E8DFB3BEFF7}"/>
    <dgm:cxn modelId="{3E86C85E-77FD-4389-807B-196537EA6BA3}" type="presOf" srcId="{70B7D60F-FA6E-49B5-AA30-685692D97988}" destId="{96AB3C04-F6A9-48BF-AFC3-61A771FABD3A}" srcOrd="0" destOrd="0" presId="urn:microsoft.com/office/officeart/2005/8/layout/default"/>
    <dgm:cxn modelId="{5CC66060-2865-4623-8B65-9C02BED33BF6}" srcId="{E0A77C23-2F7E-40AC-A7B7-D8C2257FD19A}" destId="{ECAC8D77-16AE-498B-9F4F-F50D047810FE}" srcOrd="22" destOrd="0" parTransId="{E90EC01B-3126-4C5A-9AE5-77757D55AF26}" sibTransId="{52F73FFC-0516-464E-99C9-8F180CC442AA}"/>
    <dgm:cxn modelId="{4E9AEF62-6380-4CE8-887E-DBC053BE1C50}" type="presOf" srcId="{E0A77C23-2F7E-40AC-A7B7-D8C2257FD19A}" destId="{40F11A94-F5EF-4377-9C68-D3441C3BA79E}" srcOrd="0" destOrd="0" presId="urn:microsoft.com/office/officeart/2005/8/layout/default"/>
    <dgm:cxn modelId="{D183ED49-0485-474E-BD0D-5CFC497592D8}" srcId="{E0A77C23-2F7E-40AC-A7B7-D8C2257FD19A}" destId="{577C27F4-A097-4140-9357-D04E251CED39}" srcOrd="14" destOrd="0" parTransId="{307720A8-DA24-41E8-8487-7D8C03709AF0}" sibTransId="{8FA2C49F-2579-457A-AAC1-BDBBD12A5314}"/>
    <dgm:cxn modelId="{4B89056D-BDFE-45E5-A23F-AB585664DA98}" srcId="{E0A77C23-2F7E-40AC-A7B7-D8C2257FD19A}" destId="{598CB557-3A1F-4ED7-AECA-083E20A6EACC}" srcOrd="10" destOrd="0" parTransId="{ACE304B8-1825-40DD-AC65-01D4E00448EB}" sibTransId="{313DFF38-B0BB-4DDF-821A-B5D0376C6AA2}"/>
    <dgm:cxn modelId="{C6007A51-D81E-422A-BA30-BDDDD57C9F01}" srcId="{E0A77C23-2F7E-40AC-A7B7-D8C2257FD19A}" destId="{D01968CC-A2AE-4A80-9A07-520D7E82B578}" srcOrd="24" destOrd="0" parTransId="{602CA873-BBA1-4377-BA6E-5A630928BAC2}" sibTransId="{515B6BCE-F989-4141-8835-191722B4FBB1}"/>
    <dgm:cxn modelId="{9771F876-DBFA-48E2-95BC-201D90C12BD8}" type="presOf" srcId="{D01968CC-A2AE-4A80-9A07-520D7E82B578}" destId="{7067763F-8940-434F-BA0A-32D5479D2FDB}" srcOrd="0" destOrd="0" presId="urn:microsoft.com/office/officeart/2005/8/layout/default"/>
    <dgm:cxn modelId="{B1F31257-3AA6-429B-B00F-FDA2822B2824}" type="presOf" srcId="{9BE35D9B-CCC2-4C2E-9EBD-6D85AE641480}" destId="{B1D40576-2942-49AF-98C4-E0AD4367C659}" srcOrd="0" destOrd="0" presId="urn:microsoft.com/office/officeart/2005/8/layout/default"/>
    <dgm:cxn modelId="{BA19B158-023E-4872-9CCA-4B28ED1F9324}" type="presOf" srcId="{9E42346C-6655-4FA4-9599-80D6E896C29B}" destId="{C34D4F75-070C-4D93-A71F-BA27FDC0142C}" srcOrd="0" destOrd="0" presId="urn:microsoft.com/office/officeart/2005/8/layout/default"/>
    <dgm:cxn modelId="{B2569159-1E24-44BA-840B-92FEEC329A4B}" srcId="{E0A77C23-2F7E-40AC-A7B7-D8C2257FD19A}" destId="{9BE35D9B-CCC2-4C2E-9EBD-6D85AE641480}" srcOrd="18" destOrd="0" parTransId="{4C39C4D2-0836-499B-B5E6-8E4FB83A3A1A}" sibTransId="{AC5A4036-9FDB-4471-B426-E2EB8FFB5443}"/>
    <dgm:cxn modelId="{EA977E7F-7837-46FE-882E-91D10B2C55C9}" srcId="{E0A77C23-2F7E-40AC-A7B7-D8C2257FD19A}" destId="{3C456A1E-FBEC-4B33-BE9B-CF1FBD001F87}" srcOrd="0" destOrd="0" parTransId="{E858E4C7-CA88-4232-B670-6ECCF41EC562}" sibTransId="{5A1A31D1-86FD-409C-BB7C-B9810E59695F}"/>
    <dgm:cxn modelId="{2E1D4380-EF29-4730-A921-EBFB616EA81B}" type="presOf" srcId="{7783F01F-B23E-4615-9F69-84C42968387D}" destId="{B39CFC9B-D278-4223-B37B-369FD223D29E}" srcOrd="0" destOrd="0" presId="urn:microsoft.com/office/officeart/2005/8/layout/default"/>
    <dgm:cxn modelId="{2BC7378C-1B1E-4A2B-BA32-7F57AAE2FA84}" type="presOf" srcId="{2FCCF568-35FC-42E6-A6F1-2B55366A61FC}" destId="{12906992-1003-4A70-BFCD-BC3151355197}" srcOrd="0" destOrd="0" presId="urn:microsoft.com/office/officeart/2005/8/layout/default"/>
    <dgm:cxn modelId="{0F80BF94-0BC0-4019-B46D-00E3D59E223E}" srcId="{E0A77C23-2F7E-40AC-A7B7-D8C2257FD19A}" destId="{45E50A5F-0E07-4A22-BD5C-6498C6D488CA}" srcOrd="3" destOrd="0" parTransId="{E5D2D099-B3B7-4640-BE40-5BF0A5C55C39}" sibTransId="{B1C0AFE2-AB81-4743-989C-C9DFA5D6E89E}"/>
    <dgm:cxn modelId="{421DE197-F0E7-4BE3-90F2-032DE7661FF4}" srcId="{E0A77C23-2F7E-40AC-A7B7-D8C2257FD19A}" destId="{06ED7EF5-8FB6-4D2C-A4E6-53CA8084ED77}" srcOrd="11" destOrd="0" parTransId="{63A490CB-F359-44C6-B13D-768F6E136771}" sibTransId="{5E0B160B-CCF4-4843-AEEE-53533A08EAC7}"/>
    <dgm:cxn modelId="{0D895699-F465-4683-AE6B-6B9D9CC06E16}" type="presOf" srcId="{49B83DFC-4C49-4BB6-B54C-F2867C5B75C3}" destId="{E1CB679F-9ABF-432C-8321-F136177B06C5}" srcOrd="0" destOrd="0" presId="urn:microsoft.com/office/officeart/2005/8/layout/default"/>
    <dgm:cxn modelId="{339E309B-AB10-4646-9013-640D745741D9}" type="presOf" srcId="{577C27F4-A097-4140-9357-D04E251CED39}" destId="{CDC6959B-A22B-473E-8E78-E9B4B35766AB}" srcOrd="0" destOrd="0" presId="urn:microsoft.com/office/officeart/2005/8/layout/default"/>
    <dgm:cxn modelId="{9BC4729B-9535-4E3F-B17A-F19527C30E47}" srcId="{E0A77C23-2F7E-40AC-A7B7-D8C2257FD19A}" destId="{2FCCF568-35FC-42E6-A6F1-2B55366A61FC}" srcOrd="21" destOrd="0" parTransId="{39BDE922-AAC3-4675-BC22-FF7066E379D8}" sibTransId="{EF658118-4A6F-40D5-B32D-6B05F4CBC049}"/>
    <dgm:cxn modelId="{F702129D-29D5-48D5-A0A6-D9DFE7B6972C}" type="presOf" srcId="{3AE1223D-1B22-4D70-8BFC-869794EE6BFC}" destId="{CE52148C-E189-4F4D-BCEC-626BD91FF33C}" srcOrd="0" destOrd="0" presId="urn:microsoft.com/office/officeart/2005/8/layout/default"/>
    <dgm:cxn modelId="{0226ECA6-75AE-4200-B4D3-4702EAB71440}" type="presOf" srcId="{A6E777A5-2DEC-475E-B9E6-F9D4475145F4}" destId="{DABC4FD2-156E-4720-A2C7-C2D58C8DC57A}" srcOrd="0" destOrd="0" presId="urn:microsoft.com/office/officeart/2005/8/layout/default"/>
    <dgm:cxn modelId="{E77589A8-174A-4E52-81F5-E986F160D5A6}" type="presOf" srcId="{4FCD8521-B767-4B50-8D0C-23E0781A2957}" destId="{F0EDBF88-9037-43C9-AAA9-7FFF866F9912}" srcOrd="0" destOrd="0" presId="urn:microsoft.com/office/officeart/2005/8/layout/default"/>
    <dgm:cxn modelId="{245A21B2-6CC5-41C1-AEE1-179685E39B4A}" srcId="{E0A77C23-2F7E-40AC-A7B7-D8C2257FD19A}" destId="{F7A270F1-9CB1-4CE3-8AA9-363754699415}" srcOrd="7" destOrd="0" parTransId="{10ED36B4-279A-4BE3-97BE-8596637A47D9}" sibTransId="{CD506481-73FC-41BA-8CF0-91C73EA20D9D}"/>
    <dgm:cxn modelId="{7A65F3B6-8E96-4E83-A3DC-2E95A1E824A4}" srcId="{E0A77C23-2F7E-40AC-A7B7-D8C2257FD19A}" destId="{F0F0DCAC-9A72-4992-A51E-BAE99FBE632D}" srcOrd="6" destOrd="0" parTransId="{F218E002-7E0F-4223-8A2B-744EF5914AED}" sibTransId="{3C85B0FA-B217-4775-8E78-804D7DAE5B9C}"/>
    <dgm:cxn modelId="{69B60FB7-C08F-4FD3-A9AC-438327E90260}" type="presOf" srcId="{45E50A5F-0E07-4A22-BD5C-6498C6D488CA}" destId="{0651647C-CEC0-4345-883A-8C366EED2709}" srcOrd="0" destOrd="0" presId="urn:microsoft.com/office/officeart/2005/8/layout/default"/>
    <dgm:cxn modelId="{B0B958BA-171F-4D27-A521-1BBB46C8678F}" type="presOf" srcId="{F0F0DCAC-9A72-4992-A51E-BAE99FBE632D}" destId="{8A4EC573-36D5-40A5-A313-B71D5CFF5208}" srcOrd="0" destOrd="0" presId="urn:microsoft.com/office/officeart/2005/8/layout/default"/>
    <dgm:cxn modelId="{0E88FDCA-D228-4C22-93A7-B8A6D84DFFD1}" type="presOf" srcId="{D60542AB-0E32-4BD1-A20F-599FAE664221}" destId="{164157EA-B6FA-4D12-A827-0F7C1832D0B0}" srcOrd="0" destOrd="0" presId="urn:microsoft.com/office/officeart/2005/8/layout/default"/>
    <dgm:cxn modelId="{24214ACC-9184-431B-A215-5F55540588F0}" srcId="{E0A77C23-2F7E-40AC-A7B7-D8C2257FD19A}" destId="{9E42346C-6655-4FA4-9599-80D6E896C29B}" srcOrd="15" destOrd="0" parTransId="{F30765A7-C88A-4942-B105-A50E968DB108}" sibTransId="{0F401BBD-39BE-4280-BE3F-3728CDABDCAA}"/>
    <dgm:cxn modelId="{FFFB48CE-907E-4F40-83A3-6AFF88602A49}" type="presOf" srcId="{6FB830E5-1D82-4336-AAF8-77F28D33B62C}" destId="{1226B15B-2156-41C6-841D-2EED35244A44}" srcOrd="0" destOrd="0" presId="urn:microsoft.com/office/officeart/2005/8/layout/default"/>
    <dgm:cxn modelId="{08DCC0D5-4A5B-4457-9E97-FFCBE11B6F08}" srcId="{E0A77C23-2F7E-40AC-A7B7-D8C2257FD19A}" destId="{BEE36BD1-8B2E-4CB4-998C-376039461C45}" srcOrd="4" destOrd="0" parTransId="{DABA33EF-8335-4221-BFEE-D1578B8E0F8B}" sibTransId="{2594AC63-09AA-4AF6-AE5E-6F87F309448C}"/>
    <dgm:cxn modelId="{44E3B7D8-227E-47F9-9B37-A7F0E9D82D58}" srcId="{E0A77C23-2F7E-40AC-A7B7-D8C2257FD19A}" destId="{28FFBB2C-2937-44CD-9BB3-845BE6701B20}" srcOrd="17" destOrd="0" parTransId="{6C347089-DAAC-42D8-8243-5DA20F7A40BE}" sibTransId="{7981BF7D-672A-4FF0-B21D-B79B0B2DABCD}"/>
    <dgm:cxn modelId="{599CC6E0-8600-4176-B1DB-F07A2CB1A94D}" srcId="{E0A77C23-2F7E-40AC-A7B7-D8C2257FD19A}" destId="{6FB830E5-1D82-4336-AAF8-77F28D33B62C}" srcOrd="19" destOrd="0" parTransId="{9BFB090D-8224-4063-B03B-EF7DE12247C1}" sibTransId="{E9E353E4-BF9A-48A5-BB24-69B3BAA67057}"/>
    <dgm:cxn modelId="{D34AD5E5-EB23-4587-AB97-37CDCF23ACDF}" type="presOf" srcId="{3C0CF1F7-C674-4782-A999-29AB16A7038E}" destId="{3A24F222-4841-41FA-9872-FEE2285BC245}" srcOrd="0" destOrd="0" presId="urn:microsoft.com/office/officeart/2005/8/layout/default"/>
    <dgm:cxn modelId="{5A8671E6-AEAC-4D7F-B100-794257824DD4}" type="presOf" srcId="{3B1530D4-A944-4E1D-B95E-B29002FA9FA1}" destId="{C3F59018-7731-491F-BBF4-62B1F9E689C3}" srcOrd="0" destOrd="0" presId="urn:microsoft.com/office/officeart/2005/8/layout/default"/>
    <dgm:cxn modelId="{BFD1D3E9-A4D3-4CAC-ACD9-98F1B8C2624C}" srcId="{E0A77C23-2F7E-40AC-A7B7-D8C2257FD19A}" destId="{49B83DFC-4C49-4BB6-B54C-F2867C5B75C3}" srcOrd="8" destOrd="0" parTransId="{BBF616FF-2860-4E67-8BC1-5612C0F2898D}" sibTransId="{CDE05E4D-1260-4646-8484-281D0417A2FD}"/>
    <dgm:cxn modelId="{D8FABDF1-E7FB-4FF7-84B3-4425501E39BB}" srcId="{E0A77C23-2F7E-40AC-A7B7-D8C2257FD19A}" destId="{4FCD8521-B767-4B50-8D0C-23E0781A2957}" srcOrd="20" destOrd="0" parTransId="{F30473DF-1842-4775-B595-B4070934E154}" sibTransId="{9215A4DD-1AA5-4913-88FB-24FE881F1B89}"/>
    <dgm:cxn modelId="{05F633F4-EAFE-40B1-908D-AB094C78EFE3}" type="presOf" srcId="{06ED7EF5-8FB6-4D2C-A4E6-53CA8084ED77}" destId="{55D40001-4920-46F3-98C3-B6CCFF5AE8F7}" srcOrd="0" destOrd="0" presId="urn:microsoft.com/office/officeart/2005/8/layout/default"/>
    <dgm:cxn modelId="{7547C7F7-3C56-479E-AA1D-4FFEEF7D9047}" srcId="{E0A77C23-2F7E-40AC-A7B7-D8C2257FD19A}" destId="{70B7D60F-FA6E-49B5-AA30-685692D97988}" srcOrd="12" destOrd="0" parTransId="{95030932-A48B-4A4B-B3FA-C22B51DC219E}" sibTransId="{643EE9D3-8894-4488-9704-C94020DDBE1A}"/>
    <dgm:cxn modelId="{14D570FC-D002-403C-A1C7-603653FC2317}" srcId="{E0A77C23-2F7E-40AC-A7B7-D8C2257FD19A}" destId="{D60542AB-0E32-4BD1-A20F-599FAE664221}" srcOrd="1" destOrd="0" parTransId="{E1F1CA74-8775-4EBA-8D3C-03B89828E6AD}" sibTransId="{0B893642-9E92-4CD7-A0F2-101CEF1CF5A0}"/>
    <dgm:cxn modelId="{C2D695D4-0395-41AE-9EF6-8CD0A2E74462}" type="presParOf" srcId="{40F11A94-F5EF-4377-9C68-D3441C3BA79E}" destId="{F00E05C9-9DC9-407F-885E-7E0F593930E0}" srcOrd="0" destOrd="0" presId="urn:microsoft.com/office/officeart/2005/8/layout/default"/>
    <dgm:cxn modelId="{4E3604D7-EB34-43D0-B2E0-1A5D371C14FA}" type="presParOf" srcId="{40F11A94-F5EF-4377-9C68-D3441C3BA79E}" destId="{D05A684F-F692-4209-8E83-F63A34F95F85}" srcOrd="1" destOrd="0" presId="urn:microsoft.com/office/officeart/2005/8/layout/default"/>
    <dgm:cxn modelId="{CF22A2D7-DE43-4699-98EE-BDA9289CE795}" type="presParOf" srcId="{40F11A94-F5EF-4377-9C68-D3441C3BA79E}" destId="{164157EA-B6FA-4D12-A827-0F7C1832D0B0}" srcOrd="2" destOrd="0" presId="urn:microsoft.com/office/officeart/2005/8/layout/default"/>
    <dgm:cxn modelId="{4033E0A0-5BAB-4449-9758-A2331F587D65}" type="presParOf" srcId="{40F11A94-F5EF-4377-9C68-D3441C3BA79E}" destId="{3A94F517-7519-4DDF-84B8-34A48D6912E9}" srcOrd="3" destOrd="0" presId="urn:microsoft.com/office/officeart/2005/8/layout/default"/>
    <dgm:cxn modelId="{B600614F-CB88-4B95-8F03-FA32520908B7}" type="presParOf" srcId="{40F11A94-F5EF-4377-9C68-D3441C3BA79E}" destId="{B6B6ABFD-3653-4CD5-B7BD-5513F8ED2666}" srcOrd="4" destOrd="0" presId="urn:microsoft.com/office/officeart/2005/8/layout/default"/>
    <dgm:cxn modelId="{93AB00E6-9AB1-4664-84E0-BB8B3E31CDAC}" type="presParOf" srcId="{40F11A94-F5EF-4377-9C68-D3441C3BA79E}" destId="{DA10E6EC-72AB-4680-9327-88DC99D79962}" srcOrd="5" destOrd="0" presId="urn:microsoft.com/office/officeart/2005/8/layout/default"/>
    <dgm:cxn modelId="{19CDAD7B-3595-4D97-A206-5C6AFAB2EE07}" type="presParOf" srcId="{40F11A94-F5EF-4377-9C68-D3441C3BA79E}" destId="{0651647C-CEC0-4345-883A-8C366EED2709}" srcOrd="6" destOrd="0" presId="urn:microsoft.com/office/officeart/2005/8/layout/default"/>
    <dgm:cxn modelId="{CFFD9690-A527-4CE0-B3C6-F8486605E76E}" type="presParOf" srcId="{40F11A94-F5EF-4377-9C68-D3441C3BA79E}" destId="{AECDC841-49F9-4591-B3AC-F303D3942C0A}" srcOrd="7" destOrd="0" presId="urn:microsoft.com/office/officeart/2005/8/layout/default"/>
    <dgm:cxn modelId="{1F913F3B-392A-400C-90B7-F9892E9B3E37}" type="presParOf" srcId="{40F11A94-F5EF-4377-9C68-D3441C3BA79E}" destId="{F61D8558-EF87-43B4-BB03-84DAE1D98786}" srcOrd="8" destOrd="0" presId="urn:microsoft.com/office/officeart/2005/8/layout/default"/>
    <dgm:cxn modelId="{0A6D6A52-2711-4DFF-B618-B8368807BF7C}" type="presParOf" srcId="{40F11A94-F5EF-4377-9C68-D3441C3BA79E}" destId="{497C1879-C212-4A10-8C5E-27F493419BD4}" srcOrd="9" destOrd="0" presId="urn:microsoft.com/office/officeart/2005/8/layout/default"/>
    <dgm:cxn modelId="{F8039DFB-9942-4631-9BF9-E5564B61C771}" type="presParOf" srcId="{40F11A94-F5EF-4377-9C68-D3441C3BA79E}" destId="{C3F59018-7731-491F-BBF4-62B1F9E689C3}" srcOrd="10" destOrd="0" presId="urn:microsoft.com/office/officeart/2005/8/layout/default"/>
    <dgm:cxn modelId="{277E8D7F-8E50-43DE-A6EF-DE24583ACD09}" type="presParOf" srcId="{40F11A94-F5EF-4377-9C68-D3441C3BA79E}" destId="{13A29105-AAC9-495F-8981-D1B6B237DADE}" srcOrd="11" destOrd="0" presId="urn:microsoft.com/office/officeart/2005/8/layout/default"/>
    <dgm:cxn modelId="{CA0554A7-DD80-482A-B7DA-8FD72C97B53B}" type="presParOf" srcId="{40F11A94-F5EF-4377-9C68-D3441C3BA79E}" destId="{8A4EC573-36D5-40A5-A313-B71D5CFF5208}" srcOrd="12" destOrd="0" presId="urn:microsoft.com/office/officeart/2005/8/layout/default"/>
    <dgm:cxn modelId="{0DF47E41-5581-4633-8DB2-6F51E352DC1C}" type="presParOf" srcId="{40F11A94-F5EF-4377-9C68-D3441C3BA79E}" destId="{1C26767C-F1B2-47F1-9AAF-3D00F8CA0849}" srcOrd="13" destOrd="0" presId="urn:microsoft.com/office/officeart/2005/8/layout/default"/>
    <dgm:cxn modelId="{19A98273-93AB-45FB-8B23-D0FE0C2CD4FA}" type="presParOf" srcId="{40F11A94-F5EF-4377-9C68-D3441C3BA79E}" destId="{E7C2FE16-89AE-4360-937D-0C824673536D}" srcOrd="14" destOrd="0" presId="urn:microsoft.com/office/officeart/2005/8/layout/default"/>
    <dgm:cxn modelId="{6813658D-7583-4FD4-A3B6-CD75932B64EB}" type="presParOf" srcId="{40F11A94-F5EF-4377-9C68-D3441C3BA79E}" destId="{FD62CA3C-EFDD-4DAB-AE10-4162C6919B3B}" srcOrd="15" destOrd="0" presId="urn:microsoft.com/office/officeart/2005/8/layout/default"/>
    <dgm:cxn modelId="{BB4A0D56-8813-40EA-AFAF-A7E785346273}" type="presParOf" srcId="{40F11A94-F5EF-4377-9C68-D3441C3BA79E}" destId="{E1CB679F-9ABF-432C-8321-F136177B06C5}" srcOrd="16" destOrd="0" presId="urn:microsoft.com/office/officeart/2005/8/layout/default"/>
    <dgm:cxn modelId="{E2092702-16EF-42C2-A8E2-20AFCAE23B75}" type="presParOf" srcId="{40F11A94-F5EF-4377-9C68-D3441C3BA79E}" destId="{0984B1C4-D24B-4CB9-9EEB-E6F52830BC4B}" srcOrd="17" destOrd="0" presId="urn:microsoft.com/office/officeart/2005/8/layout/default"/>
    <dgm:cxn modelId="{4CBA4E31-67D3-4981-9FD6-0014F0033960}" type="presParOf" srcId="{40F11A94-F5EF-4377-9C68-D3441C3BA79E}" destId="{3A24F222-4841-41FA-9872-FEE2285BC245}" srcOrd="18" destOrd="0" presId="urn:microsoft.com/office/officeart/2005/8/layout/default"/>
    <dgm:cxn modelId="{B55B1605-867A-483C-B910-2DEBAF94CA07}" type="presParOf" srcId="{40F11A94-F5EF-4377-9C68-D3441C3BA79E}" destId="{7B4F0851-0AC6-4943-8722-A99ACAE5A1F4}" srcOrd="19" destOrd="0" presId="urn:microsoft.com/office/officeart/2005/8/layout/default"/>
    <dgm:cxn modelId="{16E1D2DC-23E2-454A-9C97-6B91B1FEDEAC}" type="presParOf" srcId="{40F11A94-F5EF-4377-9C68-D3441C3BA79E}" destId="{3A4607E5-374F-485E-AA25-3ACAB52FDC36}" srcOrd="20" destOrd="0" presId="urn:microsoft.com/office/officeart/2005/8/layout/default"/>
    <dgm:cxn modelId="{32AC44D6-C28F-4EA0-9465-34F7C418BF45}" type="presParOf" srcId="{40F11A94-F5EF-4377-9C68-D3441C3BA79E}" destId="{9E51D7C8-FA5C-45DD-A0BD-E1D19821CA17}" srcOrd="21" destOrd="0" presId="urn:microsoft.com/office/officeart/2005/8/layout/default"/>
    <dgm:cxn modelId="{22E858E3-C461-4B4C-AB50-D8FE15A3C540}" type="presParOf" srcId="{40F11A94-F5EF-4377-9C68-D3441C3BA79E}" destId="{55D40001-4920-46F3-98C3-B6CCFF5AE8F7}" srcOrd="22" destOrd="0" presId="urn:microsoft.com/office/officeart/2005/8/layout/default"/>
    <dgm:cxn modelId="{9DF26702-F499-4CE8-8ED6-96E5EA10C6E8}" type="presParOf" srcId="{40F11A94-F5EF-4377-9C68-D3441C3BA79E}" destId="{F781C9CD-7E8D-442C-B147-FB9F34FB8316}" srcOrd="23" destOrd="0" presId="urn:microsoft.com/office/officeart/2005/8/layout/default"/>
    <dgm:cxn modelId="{450C8009-EA0D-46B7-BFD1-C2447CBB8CFB}" type="presParOf" srcId="{40F11A94-F5EF-4377-9C68-D3441C3BA79E}" destId="{96AB3C04-F6A9-48BF-AFC3-61A771FABD3A}" srcOrd="24" destOrd="0" presId="urn:microsoft.com/office/officeart/2005/8/layout/default"/>
    <dgm:cxn modelId="{AA5A4D89-73B3-44E6-A80E-2BB748BD108B}" type="presParOf" srcId="{40F11A94-F5EF-4377-9C68-D3441C3BA79E}" destId="{834D68F4-F890-473C-800D-BE164BCC6B15}" srcOrd="25" destOrd="0" presId="urn:microsoft.com/office/officeart/2005/8/layout/default"/>
    <dgm:cxn modelId="{FAFAB637-1DB1-4A01-AEF9-BFA408E83EAB}" type="presParOf" srcId="{40F11A94-F5EF-4377-9C68-D3441C3BA79E}" destId="{B39CFC9B-D278-4223-B37B-369FD223D29E}" srcOrd="26" destOrd="0" presId="urn:microsoft.com/office/officeart/2005/8/layout/default"/>
    <dgm:cxn modelId="{302FC868-9B05-41A6-95D4-1CC6C7512B98}" type="presParOf" srcId="{40F11A94-F5EF-4377-9C68-D3441C3BA79E}" destId="{7A2EB488-39C7-4C80-8224-8575C22E8987}" srcOrd="27" destOrd="0" presId="urn:microsoft.com/office/officeart/2005/8/layout/default"/>
    <dgm:cxn modelId="{F8AF1CC9-91D5-495C-9D41-E1CE7008D093}" type="presParOf" srcId="{40F11A94-F5EF-4377-9C68-D3441C3BA79E}" destId="{CDC6959B-A22B-473E-8E78-E9B4B35766AB}" srcOrd="28" destOrd="0" presId="urn:microsoft.com/office/officeart/2005/8/layout/default"/>
    <dgm:cxn modelId="{CDA2A9DE-A0F2-4C7F-AE24-B29F6BA3E2D1}" type="presParOf" srcId="{40F11A94-F5EF-4377-9C68-D3441C3BA79E}" destId="{6C968A77-D72E-4073-80C6-A0AF59B12308}" srcOrd="29" destOrd="0" presId="urn:microsoft.com/office/officeart/2005/8/layout/default"/>
    <dgm:cxn modelId="{E11990A2-32DD-41FC-A56A-060EF3285DA9}" type="presParOf" srcId="{40F11A94-F5EF-4377-9C68-D3441C3BA79E}" destId="{C34D4F75-070C-4D93-A71F-BA27FDC0142C}" srcOrd="30" destOrd="0" presId="urn:microsoft.com/office/officeart/2005/8/layout/default"/>
    <dgm:cxn modelId="{4247AEE6-E33E-4EC3-85CE-EF8C2458C243}" type="presParOf" srcId="{40F11A94-F5EF-4377-9C68-D3441C3BA79E}" destId="{F34A8BA2-0DC9-4C88-946D-5FF1D73EF522}" srcOrd="31" destOrd="0" presId="urn:microsoft.com/office/officeart/2005/8/layout/default"/>
    <dgm:cxn modelId="{BC7D3B41-AF50-494E-85D0-EA8F4FE8B383}" type="presParOf" srcId="{40F11A94-F5EF-4377-9C68-D3441C3BA79E}" destId="{DABC4FD2-156E-4720-A2C7-C2D58C8DC57A}" srcOrd="32" destOrd="0" presId="urn:microsoft.com/office/officeart/2005/8/layout/default"/>
    <dgm:cxn modelId="{2FA3B244-27E4-41A9-BE5B-7B6651FCBAB7}" type="presParOf" srcId="{40F11A94-F5EF-4377-9C68-D3441C3BA79E}" destId="{D326CB81-4675-4A38-88F5-21BB1A49329C}" srcOrd="33" destOrd="0" presId="urn:microsoft.com/office/officeart/2005/8/layout/default"/>
    <dgm:cxn modelId="{89A7EF16-6E8A-4F02-BFB2-8F2200548BA5}" type="presParOf" srcId="{40F11A94-F5EF-4377-9C68-D3441C3BA79E}" destId="{91536508-08C6-43F5-B7E0-F819273D4814}" srcOrd="34" destOrd="0" presId="urn:microsoft.com/office/officeart/2005/8/layout/default"/>
    <dgm:cxn modelId="{C96B03D6-DD96-495E-8E06-2A99FED755FC}" type="presParOf" srcId="{40F11A94-F5EF-4377-9C68-D3441C3BA79E}" destId="{4C6445CE-C439-473C-BA43-19C101E6DF66}" srcOrd="35" destOrd="0" presId="urn:microsoft.com/office/officeart/2005/8/layout/default"/>
    <dgm:cxn modelId="{E6E1DFD9-9CC1-4FCE-BED5-7AE0D87114AC}" type="presParOf" srcId="{40F11A94-F5EF-4377-9C68-D3441C3BA79E}" destId="{B1D40576-2942-49AF-98C4-E0AD4367C659}" srcOrd="36" destOrd="0" presId="urn:microsoft.com/office/officeart/2005/8/layout/default"/>
    <dgm:cxn modelId="{1AEDD978-2B64-491C-A284-04247256901C}" type="presParOf" srcId="{40F11A94-F5EF-4377-9C68-D3441C3BA79E}" destId="{AFEFA6DE-343A-49F5-9E73-8E7DCE926180}" srcOrd="37" destOrd="0" presId="urn:microsoft.com/office/officeart/2005/8/layout/default"/>
    <dgm:cxn modelId="{9EB405ED-4C0A-4342-8109-4C98D670193F}" type="presParOf" srcId="{40F11A94-F5EF-4377-9C68-D3441C3BA79E}" destId="{1226B15B-2156-41C6-841D-2EED35244A44}" srcOrd="38" destOrd="0" presId="urn:microsoft.com/office/officeart/2005/8/layout/default"/>
    <dgm:cxn modelId="{4492E461-217A-4097-AF81-6E31A48D1397}" type="presParOf" srcId="{40F11A94-F5EF-4377-9C68-D3441C3BA79E}" destId="{98F11706-EEFA-4D84-8C03-1B3614CB4F28}" srcOrd="39" destOrd="0" presId="urn:microsoft.com/office/officeart/2005/8/layout/default"/>
    <dgm:cxn modelId="{5FCAF573-AA10-422E-ACFF-AA200836F4B8}" type="presParOf" srcId="{40F11A94-F5EF-4377-9C68-D3441C3BA79E}" destId="{F0EDBF88-9037-43C9-AAA9-7FFF866F9912}" srcOrd="40" destOrd="0" presId="urn:microsoft.com/office/officeart/2005/8/layout/default"/>
    <dgm:cxn modelId="{C2080278-C05B-4E3F-91C0-3FFEEC258FC5}" type="presParOf" srcId="{40F11A94-F5EF-4377-9C68-D3441C3BA79E}" destId="{7DA2D0F0-478B-4CC9-859C-52CC12FE52AB}" srcOrd="41" destOrd="0" presId="urn:microsoft.com/office/officeart/2005/8/layout/default"/>
    <dgm:cxn modelId="{84EE46DC-4EC4-40C9-9455-A3DC9E4752E5}" type="presParOf" srcId="{40F11A94-F5EF-4377-9C68-D3441C3BA79E}" destId="{12906992-1003-4A70-BFCD-BC3151355197}" srcOrd="42" destOrd="0" presId="urn:microsoft.com/office/officeart/2005/8/layout/default"/>
    <dgm:cxn modelId="{020D92EB-3A2B-4735-BA4C-AE251FD2C5C6}" type="presParOf" srcId="{40F11A94-F5EF-4377-9C68-D3441C3BA79E}" destId="{EB3D7104-B865-4C8F-9E59-0DF3952C5A40}" srcOrd="43" destOrd="0" presId="urn:microsoft.com/office/officeart/2005/8/layout/default"/>
    <dgm:cxn modelId="{8BA1814A-E40E-460A-B606-54DF70DCADCD}" type="presParOf" srcId="{40F11A94-F5EF-4377-9C68-D3441C3BA79E}" destId="{487900A8-5C7C-4667-B489-6FE880BF3C30}" srcOrd="44" destOrd="0" presId="urn:microsoft.com/office/officeart/2005/8/layout/default"/>
    <dgm:cxn modelId="{A0B5ADAB-4422-4CDC-A714-5E290CF62C74}" type="presParOf" srcId="{40F11A94-F5EF-4377-9C68-D3441C3BA79E}" destId="{E645B6EA-A33A-41E6-A628-9692AAABCEAD}" srcOrd="45" destOrd="0" presId="urn:microsoft.com/office/officeart/2005/8/layout/default"/>
    <dgm:cxn modelId="{C9C4102B-8B56-4202-B5EC-0153C84D6BC2}" type="presParOf" srcId="{40F11A94-F5EF-4377-9C68-D3441C3BA79E}" destId="{CE52148C-E189-4F4D-BCEC-626BD91FF33C}" srcOrd="46" destOrd="0" presId="urn:microsoft.com/office/officeart/2005/8/layout/default"/>
    <dgm:cxn modelId="{CEA5FC6C-EDF1-43F7-81EE-3D1C6BBE730E}" type="presParOf" srcId="{40F11A94-F5EF-4377-9C68-D3441C3BA79E}" destId="{C20EB450-79D0-496F-B6D6-99FCD7035264}" srcOrd="47" destOrd="0" presId="urn:microsoft.com/office/officeart/2005/8/layout/default"/>
    <dgm:cxn modelId="{46359A59-0994-4783-A06D-197B0962A354}" type="presParOf" srcId="{40F11A94-F5EF-4377-9C68-D3441C3BA79E}" destId="{7067763F-8940-434F-BA0A-32D5479D2FDB}" srcOrd="4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8A1BD-6338-4540-B405-06B8BA9297BD}">
      <dsp:nvSpPr>
        <dsp:cNvPr id="0" name=""/>
        <dsp:cNvSpPr/>
      </dsp:nvSpPr>
      <dsp:spPr>
        <a:xfrm>
          <a:off x="610" y="346529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Concepto de lenguaje ensamblador y su relación con el hardware.</a:t>
          </a:r>
        </a:p>
      </dsp:txBody>
      <dsp:txXfrm>
        <a:off x="610" y="346529"/>
        <a:ext cx="2380430" cy="1428258"/>
      </dsp:txXfrm>
    </dsp:sp>
    <dsp:sp modelId="{C8095A2D-5758-4EA1-8E46-98526C1A4CA6}">
      <dsp:nvSpPr>
        <dsp:cNvPr id="0" name=""/>
        <dsp:cNvSpPr/>
      </dsp:nvSpPr>
      <dsp:spPr>
        <a:xfrm>
          <a:off x="2619083" y="346529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Estructura básica de un programa en ARM64.</a:t>
          </a:r>
        </a:p>
      </dsp:txBody>
      <dsp:txXfrm>
        <a:off x="2619083" y="346529"/>
        <a:ext cx="2380430" cy="1428258"/>
      </dsp:txXfrm>
    </dsp:sp>
    <dsp:sp modelId="{DDA1F76D-C7C3-410D-9EBF-224DF0424D40}">
      <dsp:nvSpPr>
        <dsp:cNvPr id="0" name=""/>
        <dsp:cNvSpPr/>
      </dsp:nvSpPr>
      <dsp:spPr>
        <a:xfrm>
          <a:off x="610" y="2012830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Elementos fundamentales: directivas, etiquetas, instrucciones y comentarios.</a:t>
          </a:r>
        </a:p>
      </dsp:txBody>
      <dsp:txXfrm>
        <a:off x="610" y="2012830"/>
        <a:ext cx="2380430" cy="1428258"/>
      </dsp:txXfrm>
    </dsp:sp>
    <dsp:sp modelId="{5ACA0517-FC2B-4032-B462-825D00FA8B12}">
      <dsp:nvSpPr>
        <dsp:cNvPr id="0" name=""/>
        <dsp:cNvSpPr/>
      </dsp:nvSpPr>
      <dsp:spPr>
        <a:xfrm>
          <a:off x="2619083" y="2012830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Proceso de ensamblado y generación de código objeto.</a:t>
          </a:r>
        </a:p>
      </dsp:txBody>
      <dsp:txXfrm>
        <a:off x="2619083" y="2012830"/>
        <a:ext cx="2380430" cy="1428258"/>
      </dsp:txXfrm>
    </dsp:sp>
    <dsp:sp modelId="{E0517DD9-B4AC-46D5-B0CC-6FE29E37140A}">
      <dsp:nvSpPr>
        <dsp:cNvPr id="0" name=""/>
        <dsp:cNvSpPr/>
      </dsp:nvSpPr>
      <dsp:spPr>
        <a:xfrm>
          <a:off x="1309846" y="3679132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Uso del compilador aarch64-linux-gnu-gcc para ARM64.</a:t>
          </a:r>
        </a:p>
      </dsp:txBody>
      <dsp:txXfrm>
        <a:off x="1309846" y="3679132"/>
        <a:ext cx="2380430" cy="1428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3B2DA-A642-4024-85E7-B7540AA43B15}">
      <dsp:nvSpPr>
        <dsp:cNvPr id="0" name=""/>
        <dsp:cNvSpPr/>
      </dsp:nvSpPr>
      <dsp:spPr>
        <a:xfrm>
          <a:off x="0" y="96709"/>
          <a:ext cx="5000124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Sección .rodata: datos de solo lectura.</a:t>
          </a:r>
        </a:p>
      </dsp:txBody>
      <dsp:txXfrm>
        <a:off x="48547" y="145256"/>
        <a:ext cx="4903030" cy="897406"/>
      </dsp:txXfrm>
    </dsp:sp>
    <dsp:sp modelId="{B3140A7F-0CE5-40FE-A941-E3253AE689ED}">
      <dsp:nvSpPr>
        <dsp:cNvPr id="0" name=""/>
        <dsp:cNvSpPr/>
      </dsp:nvSpPr>
      <dsp:spPr>
        <a:xfrm>
          <a:off x="0" y="1163209"/>
          <a:ext cx="5000124" cy="9945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Etiqueta msg: define una cadena terminada en nulo.</a:t>
          </a:r>
        </a:p>
      </dsp:txBody>
      <dsp:txXfrm>
        <a:off x="48547" y="1211756"/>
        <a:ext cx="4903030" cy="897406"/>
      </dsp:txXfrm>
    </dsp:sp>
    <dsp:sp modelId="{1A30A2E5-08F1-4F75-B66C-BFA2AEE8E694}">
      <dsp:nvSpPr>
        <dsp:cNvPr id="0" name=""/>
        <dsp:cNvSpPr/>
      </dsp:nvSpPr>
      <dsp:spPr>
        <a:xfrm>
          <a:off x="0" y="2229710"/>
          <a:ext cx="5000124" cy="9945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.global main: define el punto de entrada.</a:t>
          </a:r>
        </a:p>
      </dsp:txBody>
      <dsp:txXfrm>
        <a:off x="48547" y="2278257"/>
        <a:ext cx="4903030" cy="897406"/>
      </dsp:txXfrm>
    </dsp:sp>
    <dsp:sp modelId="{311682DB-0711-475B-A6DD-B64A9A148BEF}">
      <dsp:nvSpPr>
        <dsp:cNvPr id="0" name=""/>
        <dsp:cNvSpPr/>
      </dsp:nvSpPr>
      <dsp:spPr>
        <a:xfrm>
          <a:off x="0" y="329621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stp/ldp: instrucciones para apilar y desapilar registros.</a:t>
          </a:r>
        </a:p>
      </dsp:txBody>
      <dsp:txXfrm>
        <a:off x="48547" y="3344757"/>
        <a:ext cx="4903030" cy="897406"/>
      </dsp:txXfrm>
    </dsp:sp>
    <dsp:sp modelId="{920AD745-5F2F-4B77-89C6-1CD12D39FB75}">
      <dsp:nvSpPr>
        <dsp:cNvPr id="0" name=""/>
        <dsp:cNvSpPr/>
      </dsp:nvSpPr>
      <dsp:spPr>
        <a:xfrm>
          <a:off x="0" y="4362710"/>
          <a:ext cx="5000124" cy="9945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adr/bl/mov: direccionamiento, llamada a printf y retorno de valor.</a:t>
          </a:r>
        </a:p>
      </dsp:txBody>
      <dsp:txXfrm>
        <a:off x="48547" y="4411257"/>
        <a:ext cx="4903030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8B18F-120A-4D7A-ACC7-4045FB234E71}">
      <dsp:nvSpPr>
        <dsp:cNvPr id="0" name=""/>
        <dsp:cNvSpPr/>
      </dsp:nvSpPr>
      <dsp:spPr>
        <a:xfrm>
          <a:off x="0" y="20192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ARM64 utiliza registros de 64 bits denominados x0–x30.</a:t>
          </a:r>
        </a:p>
      </dsp:txBody>
      <dsp:txXfrm>
        <a:off x="46606" y="248526"/>
        <a:ext cx="4906912" cy="861507"/>
      </dsp:txXfrm>
    </dsp:sp>
    <dsp:sp modelId="{4DB1789A-5A4F-496E-BCF5-56EDDE8029A9}">
      <dsp:nvSpPr>
        <dsp:cNvPr id="0" name=""/>
        <dsp:cNvSpPr/>
      </dsp:nvSpPr>
      <dsp:spPr>
        <a:xfrm>
          <a:off x="0" y="122576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Todo programa se compone de secciones (.text, .data, .bss).</a:t>
          </a:r>
        </a:p>
      </dsp:txBody>
      <dsp:txXfrm>
        <a:off x="46606" y="1272366"/>
        <a:ext cx="4906912" cy="861507"/>
      </dsp:txXfrm>
    </dsp:sp>
    <dsp:sp modelId="{C12B48C0-FBF7-4661-B4B6-C4D552081FFC}">
      <dsp:nvSpPr>
        <dsp:cNvPr id="0" name=""/>
        <dsp:cNvSpPr/>
      </dsp:nvSpPr>
      <dsp:spPr>
        <a:xfrm>
          <a:off x="0" y="224960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El ensamblador traduce código simbólico a binario ejecutable.</a:t>
          </a:r>
        </a:p>
      </dsp:txBody>
      <dsp:txXfrm>
        <a:off x="46606" y="2296206"/>
        <a:ext cx="4906912" cy="861507"/>
      </dsp:txXfrm>
    </dsp:sp>
    <dsp:sp modelId="{2A148D6F-B688-4064-AAA0-C5BDA9A3AC13}">
      <dsp:nvSpPr>
        <dsp:cNvPr id="0" name=""/>
        <dsp:cNvSpPr/>
      </dsp:nvSpPr>
      <dsp:spPr>
        <a:xfrm>
          <a:off x="0" y="327344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Las directivas controlan cómo se organiza el código.</a:t>
          </a:r>
        </a:p>
      </dsp:txBody>
      <dsp:txXfrm>
        <a:off x="46606" y="3320046"/>
        <a:ext cx="4906912" cy="861507"/>
      </dsp:txXfrm>
    </dsp:sp>
    <dsp:sp modelId="{2C3A4402-7F60-4043-82AD-AB64FB45F5B6}">
      <dsp:nvSpPr>
        <dsp:cNvPr id="0" name=""/>
        <dsp:cNvSpPr/>
      </dsp:nvSpPr>
      <dsp:spPr>
        <a:xfrm>
          <a:off x="0" y="4297280"/>
          <a:ext cx="5000124" cy="9547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Los comentarios son esenciales para la comprensión del código bajo nivel.</a:t>
          </a:r>
        </a:p>
      </dsp:txBody>
      <dsp:txXfrm>
        <a:off x="46606" y="4343886"/>
        <a:ext cx="4906912" cy="8615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C1D605-AF62-406A-A2E6-83FD1D33D4EF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FA6F5-ACDF-4CA7-8043-9891F4F3D7F6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3EE89-11B5-401D-A13A-87ADE6677645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Responsabilidad y precisión: el lenguaje ensamblador requiere atención al detalle.</a:t>
          </a:r>
        </a:p>
      </dsp:txBody>
      <dsp:txXfrm>
        <a:off x="46529" y="2703902"/>
        <a:ext cx="2418750" cy="720000"/>
      </dsp:txXfrm>
    </dsp:sp>
    <dsp:sp modelId="{E69DCB8F-D5A7-496B-B916-C70B52E43D2A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ECCA02-0195-4B3C-9B99-7EFE5055DB5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5E3BF-1749-420C-AD63-7BB0BF556284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Ética profesional: respetar las buenas prácticas en la escritura y documentación del código.</a:t>
          </a:r>
        </a:p>
      </dsp:txBody>
      <dsp:txXfrm>
        <a:off x="2888560" y="2703902"/>
        <a:ext cx="2418750" cy="720000"/>
      </dsp:txXfrm>
    </dsp:sp>
    <dsp:sp modelId="{93A1D307-1C50-4180-B941-6EC573A66541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882B2-6A98-4DEC-B999-8632FCA0754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E2E71-3C85-4CFC-B48F-A9D8FC1AD75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Compromiso con la calidad técnica en el desarrollo de software a bajo nivel.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5E770-C394-4D03-9604-11BFD7746FAC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ARM64 – Raspberry Pi. (Material técnico del curso)</a:t>
          </a:r>
        </a:p>
      </dsp:txBody>
      <dsp:txXfrm>
        <a:off x="429570" y="472"/>
        <a:ext cx="3346456" cy="2007873"/>
      </dsp:txXfrm>
    </dsp:sp>
    <dsp:sp modelId="{A488EC49-84ED-419E-8D48-DB2AB51993FE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Patterson, D., &amp; Hennessy, J. (2018). *Computer Organization and Design ARM Edition.*</a:t>
          </a:r>
        </a:p>
      </dsp:txBody>
      <dsp:txXfrm>
        <a:off x="4110672" y="472"/>
        <a:ext cx="3346456" cy="2007873"/>
      </dsp:txXfrm>
    </dsp:sp>
    <dsp:sp modelId="{59EE7C16-B98F-49BD-9A76-2C9A3AEAB3EC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Documentación oficial de GNU Assembler (GAS) para ARM64.</a:t>
          </a:r>
        </a:p>
      </dsp:txBody>
      <dsp:txXfrm>
        <a:off x="2270121" y="2342991"/>
        <a:ext cx="3346456" cy="20078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E05C9-9DC9-407F-885E-7E0F593930E0}">
      <dsp:nvSpPr>
        <dsp:cNvPr id="0" name=""/>
        <dsp:cNvSpPr/>
      </dsp:nvSpPr>
      <dsp:spPr>
        <a:xfrm>
          <a:off x="491378" y="2205"/>
          <a:ext cx="1278508" cy="7671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¿Cuál es la extensión de los archivos fuente en ensamblador ARM?</a:t>
          </a:r>
        </a:p>
      </dsp:txBody>
      <dsp:txXfrm>
        <a:off x="491378" y="2205"/>
        <a:ext cx="1278508" cy="767104"/>
      </dsp:txXfrm>
    </dsp:sp>
    <dsp:sp modelId="{164157EA-B6FA-4D12-A827-0F7C1832D0B0}">
      <dsp:nvSpPr>
        <dsp:cNvPr id="0" name=""/>
        <dsp:cNvSpPr/>
      </dsp:nvSpPr>
      <dsp:spPr>
        <a:xfrm>
          <a:off x="1897737" y="2205"/>
          <a:ext cx="1278508" cy="767104"/>
        </a:xfrm>
        <a:prstGeom prst="rect">
          <a:avLst/>
        </a:prstGeom>
        <a:solidFill>
          <a:schemeClr val="accent2">
            <a:hueOff val="195063"/>
            <a:satOff val="-243"/>
            <a:lumOff val="5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a) .arm</a:t>
          </a:r>
        </a:p>
      </dsp:txBody>
      <dsp:txXfrm>
        <a:off x="1897737" y="2205"/>
        <a:ext cx="1278508" cy="767104"/>
      </dsp:txXfrm>
    </dsp:sp>
    <dsp:sp modelId="{B6B6ABFD-3653-4CD5-B7BD-5513F8ED2666}">
      <dsp:nvSpPr>
        <dsp:cNvPr id="0" name=""/>
        <dsp:cNvSpPr/>
      </dsp:nvSpPr>
      <dsp:spPr>
        <a:xfrm>
          <a:off x="3304095" y="2205"/>
          <a:ext cx="1278508" cy="767104"/>
        </a:xfrm>
        <a:prstGeom prst="rect">
          <a:avLst/>
        </a:prstGeom>
        <a:solidFill>
          <a:schemeClr val="accent2">
            <a:hueOff val="390127"/>
            <a:satOff val="-487"/>
            <a:lumOff val="11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b) .S</a:t>
          </a:r>
        </a:p>
      </dsp:txBody>
      <dsp:txXfrm>
        <a:off x="3304095" y="2205"/>
        <a:ext cx="1278508" cy="767104"/>
      </dsp:txXfrm>
    </dsp:sp>
    <dsp:sp modelId="{0651647C-CEC0-4345-883A-8C366EED2709}">
      <dsp:nvSpPr>
        <dsp:cNvPr id="0" name=""/>
        <dsp:cNvSpPr/>
      </dsp:nvSpPr>
      <dsp:spPr>
        <a:xfrm>
          <a:off x="4710454" y="2205"/>
          <a:ext cx="1278508" cy="767104"/>
        </a:xfrm>
        <a:prstGeom prst="rect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c) .obj</a:t>
          </a:r>
        </a:p>
      </dsp:txBody>
      <dsp:txXfrm>
        <a:off x="4710454" y="2205"/>
        <a:ext cx="1278508" cy="767104"/>
      </dsp:txXfrm>
    </dsp:sp>
    <dsp:sp modelId="{F61D8558-EF87-43B4-BB03-84DAE1D98786}">
      <dsp:nvSpPr>
        <dsp:cNvPr id="0" name=""/>
        <dsp:cNvSpPr/>
      </dsp:nvSpPr>
      <dsp:spPr>
        <a:xfrm>
          <a:off x="6116813" y="2205"/>
          <a:ext cx="1278508" cy="767104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d) .c</a:t>
          </a:r>
        </a:p>
      </dsp:txBody>
      <dsp:txXfrm>
        <a:off x="6116813" y="2205"/>
        <a:ext cx="1278508" cy="767104"/>
      </dsp:txXfrm>
    </dsp:sp>
    <dsp:sp modelId="{C3F59018-7731-491F-BBF4-62B1F9E689C3}">
      <dsp:nvSpPr>
        <dsp:cNvPr id="0" name=""/>
        <dsp:cNvSpPr/>
      </dsp:nvSpPr>
      <dsp:spPr>
        <a:xfrm>
          <a:off x="491378" y="897160"/>
          <a:ext cx="1278508" cy="767104"/>
        </a:xfrm>
        <a:prstGeom prst="rect">
          <a:avLst/>
        </a:prstGeom>
        <a:solidFill>
          <a:schemeClr val="accent2">
            <a:hueOff val="975316"/>
            <a:satOff val="-1216"/>
            <a:lumOff val="2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¿Qué directiva define cadenas de texto terminadas en nulo?</a:t>
          </a:r>
        </a:p>
      </dsp:txBody>
      <dsp:txXfrm>
        <a:off x="491378" y="897160"/>
        <a:ext cx="1278508" cy="767104"/>
      </dsp:txXfrm>
    </dsp:sp>
    <dsp:sp modelId="{8A4EC573-36D5-40A5-A313-B71D5CFF5208}">
      <dsp:nvSpPr>
        <dsp:cNvPr id="0" name=""/>
        <dsp:cNvSpPr/>
      </dsp:nvSpPr>
      <dsp:spPr>
        <a:xfrm>
          <a:off x="1897737" y="897160"/>
          <a:ext cx="1278508" cy="767104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a) .ascii</a:t>
          </a:r>
        </a:p>
      </dsp:txBody>
      <dsp:txXfrm>
        <a:off x="1897737" y="897160"/>
        <a:ext cx="1278508" cy="767104"/>
      </dsp:txXfrm>
    </dsp:sp>
    <dsp:sp modelId="{E7C2FE16-89AE-4360-937D-0C824673536D}">
      <dsp:nvSpPr>
        <dsp:cNvPr id="0" name=""/>
        <dsp:cNvSpPr/>
      </dsp:nvSpPr>
      <dsp:spPr>
        <a:xfrm>
          <a:off x="3304095" y="897160"/>
          <a:ext cx="1278508" cy="767104"/>
        </a:xfrm>
        <a:prstGeom prst="rect">
          <a:avLst/>
        </a:prstGeom>
        <a:solidFill>
          <a:schemeClr val="accent2">
            <a:hueOff val="1365443"/>
            <a:satOff val="-1703"/>
            <a:lumOff val="40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b) .asciz</a:t>
          </a:r>
        </a:p>
      </dsp:txBody>
      <dsp:txXfrm>
        <a:off x="3304095" y="897160"/>
        <a:ext cx="1278508" cy="767104"/>
      </dsp:txXfrm>
    </dsp:sp>
    <dsp:sp modelId="{E1CB679F-9ABF-432C-8321-F136177B06C5}">
      <dsp:nvSpPr>
        <dsp:cNvPr id="0" name=""/>
        <dsp:cNvSpPr/>
      </dsp:nvSpPr>
      <dsp:spPr>
        <a:xfrm>
          <a:off x="4710454" y="897160"/>
          <a:ext cx="1278508" cy="767104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c) .byte</a:t>
          </a:r>
        </a:p>
      </dsp:txBody>
      <dsp:txXfrm>
        <a:off x="4710454" y="897160"/>
        <a:ext cx="1278508" cy="767104"/>
      </dsp:txXfrm>
    </dsp:sp>
    <dsp:sp modelId="{3A24F222-4841-41FA-9872-FEE2285BC245}">
      <dsp:nvSpPr>
        <dsp:cNvPr id="0" name=""/>
        <dsp:cNvSpPr/>
      </dsp:nvSpPr>
      <dsp:spPr>
        <a:xfrm>
          <a:off x="6116813" y="897160"/>
          <a:ext cx="1278508" cy="767104"/>
        </a:xfrm>
        <a:prstGeom prst="rect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d) .data</a:t>
          </a:r>
        </a:p>
      </dsp:txBody>
      <dsp:txXfrm>
        <a:off x="6116813" y="897160"/>
        <a:ext cx="1278508" cy="767104"/>
      </dsp:txXfrm>
    </dsp:sp>
    <dsp:sp modelId="{3A4607E5-374F-485E-AA25-3ACAB52FDC36}">
      <dsp:nvSpPr>
        <dsp:cNvPr id="0" name=""/>
        <dsp:cNvSpPr/>
      </dsp:nvSpPr>
      <dsp:spPr>
        <a:xfrm>
          <a:off x="491378" y="1792116"/>
          <a:ext cx="1278508" cy="767104"/>
        </a:xfrm>
        <a:prstGeom prst="rect">
          <a:avLst/>
        </a:prstGeom>
        <a:solidFill>
          <a:schemeClr val="accent2">
            <a:hueOff val="1950633"/>
            <a:satOff val="-2433"/>
            <a:lumOff val="572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¿Qué instrucción guarda registros en la pila?</a:t>
          </a:r>
        </a:p>
      </dsp:txBody>
      <dsp:txXfrm>
        <a:off x="491378" y="1792116"/>
        <a:ext cx="1278508" cy="767104"/>
      </dsp:txXfrm>
    </dsp:sp>
    <dsp:sp modelId="{55D40001-4920-46F3-98C3-B6CCFF5AE8F7}">
      <dsp:nvSpPr>
        <dsp:cNvPr id="0" name=""/>
        <dsp:cNvSpPr/>
      </dsp:nvSpPr>
      <dsp:spPr>
        <a:xfrm>
          <a:off x="1897737" y="1792116"/>
          <a:ext cx="1278508" cy="767104"/>
        </a:xfrm>
        <a:prstGeom prst="rect">
          <a:avLst/>
        </a:prstGeom>
        <a:solidFill>
          <a:schemeClr val="accent2">
            <a:hueOff val="2145696"/>
            <a:satOff val="-2676"/>
            <a:lumOff val="62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a) ldp</a:t>
          </a:r>
        </a:p>
      </dsp:txBody>
      <dsp:txXfrm>
        <a:off x="1897737" y="1792116"/>
        <a:ext cx="1278508" cy="767104"/>
      </dsp:txXfrm>
    </dsp:sp>
    <dsp:sp modelId="{96AB3C04-F6A9-48BF-AFC3-61A771FABD3A}">
      <dsp:nvSpPr>
        <dsp:cNvPr id="0" name=""/>
        <dsp:cNvSpPr/>
      </dsp:nvSpPr>
      <dsp:spPr>
        <a:xfrm>
          <a:off x="3304095" y="1792116"/>
          <a:ext cx="1278508" cy="76710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b) stp</a:t>
          </a:r>
        </a:p>
      </dsp:txBody>
      <dsp:txXfrm>
        <a:off x="3304095" y="1792116"/>
        <a:ext cx="1278508" cy="767104"/>
      </dsp:txXfrm>
    </dsp:sp>
    <dsp:sp modelId="{B39CFC9B-D278-4223-B37B-369FD223D29E}">
      <dsp:nvSpPr>
        <dsp:cNvPr id="0" name=""/>
        <dsp:cNvSpPr/>
      </dsp:nvSpPr>
      <dsp:spPr>
        <a:xfrm>
          <a:off x="4710454" y="1792116"/>
          <a:ext cx="1278508" cy="767104"/>
        </a:xfrm>
        <a:prstGeom prst="rect">
          <a:avLst/>
        </a:prstGeom>
        <a:solidFill>
          <a:schemeClr val="accent2">
            <a:hueOff val="2535823"/>
            <a:satOff val="-3163"/>
            <a:lumOff val="74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c) mov</a:t>
          </a:r>
        </a:p>
      </dsp:txBody>
      <dsp:txXfrm>
        <a:off x="4710454" y="1792116"/>
        <a:ext cx="1278508" cy="767104"/>
      </dsp:txXfrm>
    </dsp:sp>
    <dsp:sp modelId="{CDC6959B-A22B-473E-8E78-E9B4B35766AB}">
      <dsp:nvSpPr>
        <dsp:cNvPr id="0" name=""/>
        <dsp:cNvSpPr/>
      </dsp:nvSpPr>
      <dsp:spPr>
        <a:xfrm>
          <a:off x="6116813" y="1792116"/>
          <a:ext cx="1278508" cy="767104"/>
        </a:xfrm>
        <a:prstGeom prst="rect">
          <a:avLst/>
        </a:prstGeom>
        <a:solidFill>
          <a:schemeClr val="accent2">
            <a:hueOff val="2730886"/>
            <a:satOff val="-3406"/>
            <a:lumOff val="80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d) adr</a:t>
          </a:r>
        </a:p>
      </dsp:txBody>
      <dsp:txXfrm>
        <a:off x="6116813" y="1792116"/>
        <a:ext cx="1278508" cy="767104"/>
      </dsp:txXfrm>
    </dsp:sp>
    <dsp:sp modelId="{C34D4F75-070C-4D93-A71F-BA27FDC0142C}">
      <dsp:nvSpPr>
        <dsp:cNvPr id="0" name=""/>
        <dsp:cNvSpPr/>
      </dsp:nvSpPr>
      <dsp:spPr>
        <a:xfrm>
          <a:off x="491378" y="2687072"/>
          <a:ext cx="1278508" cy="767104"/>
        </a:xfrm>
        <a:prstGeom prst="rect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¿Qué herramienta se usa para ensamblar y enlazar programas ARM64?</a:t>
          </a:r>
        </a:p>
      </dsp:txBody>
      <dsp:txXfrm>
        <a:off x="491378" y="2687072"/>
        <a:ext cx="1278508" cy="767104"/>
      </dsp:txXfrm>
    </dsp:sp>
    <dsp:sp modelId="{DABC4FD2-156E-4720-A2C7-C2D58C8DC57A}">
      <dsp:nvSpPr>
        <dsp:cNvPr id="0" name=""/>
        <dsp:cNvSpPr/>
      </dsp:nvSpPr>
      <dsp:spPr>
        <a:xfrm>
          <a:off x="1897737" y="2687072"/>
          <a:ext cx="1278508" cy="767104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a) aarch64-linux-gnu-gcc</a:t>
          </a:r>
        </a:p>
      </dsp:txBody>
      <dsp:txXfrm>
        <a:off x="1897737" y="2687072"/>
        <a:ext cx="1278508" cy="767104"/>
      </dsp:txXfrm>
    </dsp:sp>
    <dsp:sp modelId="{91536508-08C6-43F5-B7E0-F819273D4814}">
      <dsp:nvSpPr>
        <dsp:cNvPr id="0" name=""/>
        <dsp:cNvSpPr/>
      </dsp:nvSpPr>
      <dsp:spPr>
        <a:xfrm>
          <a:off x="3304095" y="2687072"/>
          <a:ext cx="1278508" cy="767104"/>
        </a:xfrm>
        <a:prstGeom prst="rect">
          <a:avLst/>
        </a:prstGeom>
        <a:solidFill>
          <a:schemeClr val="accent2">
            <a:hueOff val="3316076"/>
            <a:satOff val="-4136"/>
            <a:lumOff val="9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b) nasm</a:t>
          </a:r>
        </a:p>
      </dsp:txBody>
      <dsp:txXfrm>
        <a:off x="3304095" y="2687072"/>
        <a:ext cx="1278508" cy="767104"/>
      </dsp:txXfrm>
    </dsp:sp>
    <dsp:sp modelId="{B1D40576-2942-49AF-98C4-E0AD4367C659}">
      <dsp:nvSpPr>
        <dsp:cNvPr id="0" name=""/>
        <dsp:cNvSpPr/>
      </dsp:nvSpPr>
      <dsp:spPr>
        <a:xfrm>
          <a:off x="4710454" y="2687072"/>
          <a:ext cx="1278508" cy="767104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c) g++</a:t>
          </a:r>
        </a:p>
      </dsp:txBody>
      <dsp:txXfrm>
        <a:off x="4710454" y="2687072"/>
        <a:ext cx="1278508" cy="767104"/>
      </dsp:txXfrm>
    </dsp:sp>
    <dsp:sp modelId="{1226B15B-2156-41C6-841D-2EED35244A44}">
      <dsp:nvSpPr>
        <dsp:cNvPr id="0" name=""/>
        <dsp:cNvSpPr/>
      </dsp:nvSpPr>
      <dsp:spPr>
        <a:xfrm>
          <a:off x="6116813" y="2687072"/>
          <a:ext cx="1278508" cy="767104"/>
        </a:xfrm>
        <a:prstGeom prst="rect">
          <a:avLst/>
        </a:prstGeom>
        <a:solidFill>
          <a:schemeClr val="accent2">
            <a:hueOff val="3706203"/>
            <a:satOff val="-4623"/>
            <a:lumOff val="108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d) arm-compiler</a:t>
          </a:r>
        </a:p>
      </dsp:txBody>
      <dsp:txXfrm>
        <a:off x="6116813" y="2687072"/>
        <a:ext cx="1278508" cy="767104"/>
      </dsp:txXfrm>
    </dsp:sp>
    <dsp:sp modelId="{F0EDBF88-9037-43C9-AAA9-7FFF866F9912}">
      <dsp:nvSpPr>
        <dsp:cNvPr id="0" name=""/>
        <dsp:cNvSpPr/>
      </dsp:nvSpPr>
      <dsp:spPr>
        <a:xfrm>
          <a:off x="491378" y="3582027"/>
          <a:ext cx="1278508" cy="767104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5. ¿Qué registro contiene la dirección de retorno de una subrutina?</a:t>
          </a:r>
        </a:p>
      </dsp:txBody>
      <dsp:txXfrm>
        <a:off x="491378" y="3582027"/>
        <a:ext cx="1278508" cy="767104"/>
      </dsp:txXfrm>
    </dsp:sp>
    <dsp:sp modelId="{12906992-1003-4A70-BFCD-BC3151355197}">
      <dsp:nvSpPr>
        <dsp:cNvPr id="0" name=""/>
        <dsp:cNvSpPr/>
      </dsp:nvSpPr>
      <dsp:spPr>
        <a:xfrm>
          <a:off x="1897737" y="3582027"/>
          <a:ext cx="1278508" cy="767104"/>
        </a:xfrm>
        <a:prstGeom prst="rect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a) x0</a:t>
          </a:r>
        </a:p>
      </dsp:txBody>
      <dsp:txXfrm>
        <a:off x="1897737" y="3582027"/>
        <a:ext cx="1278508" cy="767104"/>
      </dsp:txXfrm>
    </dsp:sp>
    <dsp:sp modelId="{487900A8-5C7C-4667-B489-6FE880BF3C30}">
      <dsp:nvSpPr>
        <dsp:cNvPr id="0" name=""/>
        <dsp:cNvSpPr/>
      </dsp:nvSpPr>
      <dsp:spPr>
        <a:xfrm>
          <a:off x="3304095" y="3582027"/>
          <a:ext cx="1278508" cy="767104"/>
        </a:xfrm>
        <a:prstGeom prst="rect">
          <a:avLst/>
        </a:prstGeom>
        <a:solidFill>
          <a:schemeClr val="accent2">
            <a:hueOff val="4291393"/>
            <a:satOff val="-5352"/>
            <a:lumOff val="125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b) x29</a:t>
          </a:r>
        </a:p>
      </dsp:txBody>
      <dsp:txXfrm>
        <a:off x="3304095" y="3582027"/>
        <a:ext cx="1278508" cy="767104"/>
      </dsp:txXfrm>
    </dsp:sp>
    <dsp:sp modelId="{CE52148C-E189-4F4D-BCEC-626BD91FF33C}">
      <dsp:nvSpPr>
        <dsp:cNvPr id="0" name=""/>
        <dsp:cNvSpPr/>
      </dsp:nvSpPr>
      <dsp:spPr>
        <a:xfrm>
          <a:off x="4710454" y="3582027"/>
          <a:ext cx="1278508" cy="767104"/>
        </a:xfrm>
        <a:prstGeom prst="rect">
          <a:avLst/>
        </a:prstGeom>
        <a:solidFill>
          <a:schemeClr val="accent2">
            <a:hueOff val="4486456"/>
            <a:satOff val="-5596"/>
            <a:lumOff val="131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c) x30</a:t>
          </a:r>
        </a:p>
      </dsp:txBody>
      <dsp:txXfrm>
        <a:off x="4710454" y="3582027"/>
        <a:ext cx="1278508" cy="767104"/>
      </dsp:txXfrm>
    </dsp:sp>
    <dsp:sp modelId="{7067763F-8940-434F-BA0A-32D5479D2FDB}">
      <dsp:nvSpPr>
        <dsp:cNvPr id="0" name=""/>
        <dsp:cNvSpPr/>
      </dsp:nvSpPr>
      <dsp:spPr>
        <a:xfrm>
          <a:off x="6116813" y="3582027"/>
          <a:ext cx="1278508" cy="76710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d) sp</a:t>
          </a:r>
        </a:p>
      </dsp:txBody>
      <dsp:txXfrm>
        <a:off x="6116813" y="3582027"/>
        <a:ext cx="1278508" cy="767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 de Computadoras y Ensambladores 1</a:t>
            </a:r>
          </a:p>
          <a:p>
            <a:pPr algn="r" defTabSz="914400">
              <a:lnSpc>
                <a:spcPct val="90000"/>
              </a:lnSpc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Semana 6: Introducción al Lenguaje Ensamblador ARM 64 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7368" y="649480"/>
            <a:ext cx="364683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Escuela de Ingeniería en Ciencias y Sistemas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Facultad de Ingeniería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Universidad de San Carlos de Guatemala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s-ES" sz="3500">
                <a:solidFill>
                  <a:schemeClr val="bg1"/>
                </a:solidFill>
              </a:rPr>
              <a:t>Competencia que desarrollaremos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s-ES" sz="2100"/>
              <a:t>El estudiante analiza el funcionamiento de la arquitectura ARM y sus modos de operación, mediante el estudio de registros, instrucciones y diagramas estructurales, para optimizar el rendimiento de programas en microcontroladores.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Contenido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B04A35-A7B6-DD35-FF72-85013284B2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9483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Aplicaciones por medio de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Ejemplo: Programa 'Hello World' en ensamblador ARM64</a:t>
            </a:r>
          </a:p>
          <a:p>
            <a:endParaRPr lang="es-ES" sz="1700"/>
          </a:p>
          <a:p>
            <a:r>
              <a:rPr lang="es-ES" sz="1700"/>
              <a:t>.section .rodata</a:t>
            </a:r>
          </a:p>
          <a:p>
            <a:r>
              <a:rPr lang="es-ES" sz="1700"/>
              <a:t>msg: .asciz "Hello World\n"</a:t>
            </a:r>
          </a:p>
          <a:p>
            <a:r>
              <a:rPr lang="es-ES" sz="1700"/>
              <a:t>.text</a:t>
            </a:r>
          </a:p>
          <a:p>
            <a:r>
              <a:rPr lang="es-ES" sz="1700"/>
              <a:t>.global main</a:t>
            </a:r>
          </a:p>
          <a:p>
            <a:r>
              <a:rPr lang="es-ES" sz="1700"/>
              <a:t>main:</a:t>
            </a:r>
          </a:p>
          <a:p>
            <a:r>
              <a:rPr lang="es-ES" sz="1700"/>
              <a:t>    stp x29, x30, [sp, #-16]!</a:t>
            </a:r>
          </a:p>
          <a:p>
            <a:r>
              <a:rPr lang="es-ES" sz="1700"/>
              <a:t>    adr x0, msg</a:t>
            </a:r>
          </a:p>
          <a:p>
            <a:r>
              <a:rPr lang="es-ES" sz="1700"/>
              <a:t>    bl printf</a:t>
            </a:r>
          </a:p>
          <a:p>
            <a:r>
              <a:rPr lang="es-ES" sz="1700"/>
              <a:t>    mov w0, #0</a:t>
            </a:r>
          </a:p>
          <a:p>
            <a:r>
              <a:rPr lang="es-ES" sz="1700"/>
              <a:t>    ldp x29, x30, [sp], #16</a:t>
            </a:r>
          </a:p>
          <a:p>
            <a:r>
              <a:rPr lang="es-ES" sz="1700"/>
              <a:t>    ret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Análisis del ejemplo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7A2992-1090-505C-FAB3-AF78626311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328181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Conceptos clave aprendidos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797CF7-52F2-731B-D0B4-F3015C31F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1132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Valor y/o actitud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BD18FB-07AB-1F06-E9EF-D35AFF26D4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47293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AB9DD7-FF7B-CF92-4AD3-6AFA48D5ED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0" r="19218" b="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Referencias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F1D748-E135-A39D-FF4D-56944C9B5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023847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B11B84-761D-D5CD-C2A0-0716C4CB14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890" t="9090" r="15328" b="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Evaluación - Semana 6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B6B8BB-2D88-BE6F-451D-ADFC0AB5B0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27230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559</Words>
  <Application>Microsoft Office PowerPoint</Application>
  <PresentationFormat>Presentación en pantalla (4:3)</PresentationFormat>
  <Paragraphs>73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Arquitectura de Computadoras y Ensambladores 1 Semana 6: Introducción al Lenguaje Ensamblador ARM 64 bits</vt:lpstr>
      <vt:lpstr>Competencia que desarrollaremos</vt:lpstr>
      <vt:lpstr>Contenido</vt:lpstr>
      <vt:lpstr>Aplicaciones por medio de ejemplos</vt:lpstr>
      <vt:lpstr>Análisis del ejemplo</vt:lpstr>
      <vt:lpstr>Conceptos clave aprendidos</vt:lpstr>
      <vt:lpstr>Valor y/o actitud</vt:lpstr>
      <vt:lpstr>Referencias</vt:lpstr>
      <vt:lpstr>Evaluación - Semana 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C IT</cp:lastModifiedBy>
  <cp:revision>15</cp:revision>
  <dcterms:created xsi:type="dcterms:W3CDTF">2013-01-27T09:14:16Z</dcterms:created>
  <dcterms:modified xsi:type="dcterms:W3CDTF">2025-11-05T21:58:53Z</dcterms:modified>
  <cp:category/>
</cp:coreProperties>
</file>