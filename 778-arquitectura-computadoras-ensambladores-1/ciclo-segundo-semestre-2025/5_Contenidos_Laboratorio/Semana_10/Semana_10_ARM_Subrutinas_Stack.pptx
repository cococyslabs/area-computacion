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32BCE-F9B8-260E-54FF-A8F5A1447476}" v="2" dt="2025-10-31T22:17:40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A30BF-995C-400F-833F-BFE906F05D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3FBBBB-570D-4746-9DD8-52BEE1F742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Escuela de Ingeniería en Ciencias y Sistemas</a:t>
          </a:r>
        </a:p>
      </dgm:t>
    </dgm:pt>
    <dgm:pt modelId="{6D3FC3D9-ACBC-4F1E-A4F4-A0A10063AA99}" type="parTrans" cxnId="{0A6C7B57-3177-4BF7-98D4-382E1547C4D0}">
      <dgm:prSet/>
      <dgm:spPr/>
      <dgm:t>
        <a:bodyPr/>
        <a:lstStyle/>
        <a:p>
          <a:endParaRPr lang="en-US"/>
        </a:p>
      </dgm:t>
    </dgm:pt>
    <dgm:pt modelId="{34A4B339-A458-4592-88EC-076C922E425D}" type="sibTrans" cxnId="{0A6C7B57-3177-4BF7-98D4-382E1547C4D0}">
      <dgm:prSet/>
      <dgm:spPr/>
      <dgm:t>
        <a:bodyPr/>
        <a:lstStyle/>
        <a:p>
          <a:endParaRPr lang="en-US"/>
        </a:p>
      </dgm:t>
    </dgm:pt>
    <dgm:pt modelId="{01326352-8F53-479A-A67A-844D88CC9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Facultad de Ingeniería</a:t>
          </a:r>
        </a:p>
      </dgm:t>
    </dgm:pt>
    <dgm:pt modelId="{47BF0267-4913-4ED3-9A51-593862E6094E}" type="parTrans" cxnId="{A49FA4B5-6B24-40F7-A67C-EE6DD930D200}">
      <dgm:prSet/>
      <dgm:spPr/>
      <dgm:t>
        <a:bodyPr/>
        <a:lstStyle/>
        <a:p>
          <a:endParaRPr lang="en-US"/>
        </a:p>
      </dgm:t>
    </dgm:pt>
    <dgm:pt modelId="{496DA25D-05D4-4DDE-938C-6E819A27449D}" type="sibTrans" cxnId="{A49FA4B5-6B24-40F7-A67C-EE6DD930D200}">
      <dgm:prSet/>
      <dgm:spPr/>
      <dgm:t>
        <a:bodyPr/>
        <a:lstStyle/>
        <a:p>
          <a:endParaRPr lang="en-US"/>
        </a:p>
      </dgm:t>
    </dgm:pt>
    <dgm:pt modelId="{0E1652C5-0BCB-4E8F-BCE2-327C102531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Universidad de San Carlos de Guatemala</a:t>
          </a:r>
        </a:p>
      </dgm:t>
    </dgm:pt>
    <dgm:pt modelId="{AFD8CAD3-C5BD-453D-B8BD-34CF3D3CE047}" type="parTrans" cxnId="{FC5B8815-D45C-4715-A383-9E62A494DDFD}">
      <dgm:prSet/>
      <dgm:spPr/>
      <dgm:t>
        <a:bodyPr/>
        <a:lstStyle/>
        <a:p>
          <a:endParaRPr lang="en-US"/>
        </a:p>
      </dgm:t>
    </dgm:pt>
    <dgm:pt modelId="{7945C056-1CB4-4E6E-AC1D-67BB799676AC}" type="sibTrans" cxnId="{FC5B8815-D45C-4715-A383-9E62A494DDFD}">
      <dgm:prSet/>
      <dgm:spPr/>
      <dgm:t>
        <a:bodyPr/>
        <a:lstStyle/>
        <a:p>
          <a:endParaRPr lang="en-US"/>
        </a:p>
      </dgm:t>
    </dgm:pt>
    <dgm:pt modelId="{7BA03C77-6430-47EE-BAF9-C95D3E7B0BC4}" type="pres">
      <dgm:prSet presAssocID="{664A30BF-995C-400F-833F-BFE906F05D56}" presName="root" presStyleCnt="0">
        <dgm:presLayoutVars>
          <dgm:dir/>
          <dgm:resizeHandles val="exact"/>
        </dgm:presLayoutVars>
      </dgm:prSet>
      <dgm:spPr/>
    </dgm:pt>
    <dgm:pt modelId="{A3F6C347-F60A-4FB1-B78C-DB48047B7C32}" type="pres">
      <dgm:prSet presAssocID="{363FBBBB-570D-4746-9DD8-52BEE1F7428D}" presName="compNode" presStyleCnt="0"/>
      <dgm:spPr/>
    </dgm:pt>
    <dgm:pt modelId="{C8950FC7-DD18-4D3F-95BF-F214363C5FCE}" type="pres">
      <dgm:prSet presAssocID="{363FBBBB-570D-4746-9DD8-52BEE1F7428D}" presName="bgRect" presStyleLbl="bgShp" presStyleIdx="0" presStyleCnt="3"/>
      <dgm:spPr/>
    </dgm:pt>
    <dgm:pt modelId="{8B1CACFD-9552-4DE8-9950-0970507393DC}" type="pres">
      <dgm:prSet presAssocID="{363FBBBB-570D-4746-9DD8-52BEE1F742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C455D877-6597-4828-9FD1-29FA0238A422}" type="pres">
      <dgm:prSet presAssocID="{363FBBBB-570D-4746-9DD8-52BEE1F7428D}" presName="spaceRect" presStyleCnt="0"/>
      <dgm:spPr/>
    </dgm:pt>
    <dgm:pt modelId="{A7CCC9D4-AC45-4A08-9BAC-A01B58881B7F}" type="pres">
      <dgm:prSet presAssocID="{363FBBBB-570D-4746-9DD8-52BEE1F7428D}" presName="parTx" presStyleLbl="revTx" presStyleIdx="0" presStyleCnt="3">
        <dgm:presLayoutVars>
          <dgm:chMax val="0"/>
          <dgm:chPref val="0"/>
        </dgm:presLayoutVars>
      </dgm:prSet>
      <dgm:spPr/>
    </dgm:pt>
    <dgm:pt modelId="{2148FE5B-AAB1-43D5-827C-094A00A36C69}" type="pres">
      <dgm:prSet presAssocID="{34A4B339-A458-4592-88EC-076C922E425D}" presName="sibTrans" presStyleCnt="0"/>
      <dgm:spPr/>
    </dgm:pt>
    <dgm:pt modelId="{2A20267D-DDF6-4459-867D-237CE761AE6D}" type="pres">
      <dgm:prSet presAssocID="{01326352-8F53-479A-A67A-844D88CC9DC9}" presName="compNode" presStyleCnt="0"/>
      <dgm:spPr/>
    </dgm:pt>
    <dgm:pt modelId="{0CA70463-F998-4803-99E6-8EEA9FB7EE4A}" type="pres">
      <dgm:prSet presAssocID="{01326352-8F53-479A-A67A-844D88CC9DC9}" presName="bgRect" presStyleLbl="bgShp" presStyleIdx="1" presStyleCnt="3"/>
      <dgm:spPr/>
    </dgm:pt>
    <dgm:pt modelId="{D71558B7-8BE2-4F4F-8671-50D0306A82E5}" type="pres">
      <dgm:prSet presAssocID="{01326352-8F53-479A-A67A-844D88CC9D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2B1426FC-C23E-4058-AA98-B085C6ABB68D}" type="pres">
      <dgm:prSet presAssocID="{01326352-8F53-479A-A67A-844D88CC9DC9}" presName="spaceRect" presStyleCnt="0"/>
      <dgm:spPr/>
    </dgm:pt>
    <dgm:pt modelId="{FA4C287E-9C5A-4D25-8C72-0912C2FE4B3E}" type="pres">
      <dgm:prSet presAssocID="{01326352-8F53-479A-A67A-844D88CC9DC9}" presName="parTx" presStyleLbl="revTx" presStyleIdx="1" presStyleCnt="3">
        <dgm:presLayoutVars>
          <dgm:chMax val="0"/>
          <dgm:chPref val="0"/>
        </dgm:presLayoutVars>
      </dgm:prSet>
      <dgm:spPr/>
    </dgm:pt>
    <dgm:pt modelId="{3849859D-63C9-48DE-8F4D-6453A2D8D5ED}" type="pres">
      <dgm:prSet presAssocID="{496DA25D-05D4-4DDE-938C-6E819A27449D}" presName="sibTrans" presStyleCnt="0"/>
      <dgm:spPr/>
    </dgm:pt>
    <dgm:pt modelId="{6A1669F9-26EF-4762-A402-B04FD161F18B}" type="pres">
      <dgm:prSet presAssocID="{0E1652C5-0BCB-4E8F-BCE2-327C102531B4}" presName="compNode" presStyleCnt="0"/>
      <dgm:spPr/>
    </dgm:pt>
    <dgm:pt modelId="{2ADDE1C3-5228-4C11-8486-730D5EF47443}" type="pres">
      <dgm:prSet presAssocID="{0E1652C5-0BCB-4E8F-BCE2-327C102531B4}" presName="bgRect" presStyleLbl="bgShp" presStyleIdx="2" presStyleCnt="3"/>
      <dgm:spPr/>
    </dgm:pt>
    <dgm:pt modelId="{5AC6C00E-75D6-434F-94FF-D68108E5E1D2}" type="pres">
      <dgm:prSet presAssocID="{0E1652C5-0BCB-4E8F-BCE2-327C102531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5B5B37E6-5358-48C0-B789-D7A5F0CFCE22}" type="pres">
      <dgm:prSet presAssocID="{0E1652C5-0BCB-4E8F-BCE2-327C102531B4}" presName="spaceRect" presStyleCnt="0"/>
      <dgm:spPr/>
    </dgm:pt>
    <dgm:pt modelId="{91D598AF-5BD5-40C6-B1C0-336EB6F89EA6}" type="pres">
      <dgm:prSet presAssocID="{0E1652C5-0BCB-4E8F-BCE2-327C102531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5B8815-D45C-4715-A383-9E62A494DDFD}" srcId="{664A30BF-995C-400F-833F-BFE906F05D56}" destId="{0E1652C5-0BCB-4E8F-BCE2-327C102531B4}" srcOrd="2" destOrd="0" parTransId="{AFD8CAD3-C5BD-453D-B8BD-34CF3D3CE047}" sibTransId="{7945C056-1CB4-4E6E-AC1D-67BB799676AC}"/>
    <dgm:cxn modelId="{C2FFD919-3558-4705-8F0D-F41C9F813140}" type="presOf" srcId="{0E1652C5-0BCB-4E8F-BCE2-327C102531B4}" destId="{91D598AF-5BD5-40C6-B1C0-336EB6F89EA6}" srcOrd="0" destOrd="0" presId="urn:microsoft.com/office/officeart/2018/2/layout/IconVerticalSolidList"/>
    <dgm:cxn modelId="{1DF20F1C-1895-4C0B-8500-B0FA10604D2E}" type="presOf" srcId="{01326352-8F53-479A-A67A-844D88CC9DC9}" destId="{FA4C287E-9C5A-4D25-8C72-0912C2FE4B3E}" srcOrd="0" destOrd="0" presId="urn:microsoft.com/office/officeart/2018/2/layout/IconVerticalSolidList"/>
    <dgm:cxn modelId="{ECEA3F68-4D13-411D-AC10-147F13239964}" type="presOf" srcId="{664A30BF-995C-400F-833F-BFE906F05D56}" destId="{7BA03C77-6430-47EE-BAF9-C95D3E7B0BC4}" srcOrd="0" destOrd="0" presId="urn:microsoft.com/office/officeart/2018/2/layout/IconVerticalSolidList"/>
    <dgm:cxn modelId="{0A6C7B57-3177-4BF7-98D4-382E1547C4D0}" srcId="{664A30BF-995C-400F-833F-BFE906F05D56}" destId="{363FBBBB-570D-4746-9DD8-52BEE1F7428D}" srcOrd="0" destOrd="0" parTransId="{6D3FC3D9-ACBC-4F1E-A4F4-A0A10063AA99}" sibTransId="{34A4B339-A458-4592-88EC-076C922E425D}"/>
    <dgm:cxn modelId="{26EE44B4-1AA9-4B60-A534-4FE8597EA6B9}" type="presOf" srcId="{363FBBBB-570D-4746-9DD8-52BEE1F7428D}" destId="{A7CCC9D4-AC45-4A08-9BAC-A01B58881B7F}" srcOrd="0" destOrd="0" presId="urn:microsoft.com/office/officeart/2018/2/layout/IconVerticalSolidList"/>
    <dgm:cxn modelId="{A49FA4B5-6B24-40F7-A67C-EE6DD930D200}" srcId="{664A30BF-995C-400F-833F-BFE906F05D56}" destId="{01326352-8F53-479A-A67A-844D88CC9DC9}" srcOrd="1" destOrd="0" parTransId="{47BF0267-4913-4ED3-9A51-593862E6094E}" sibTransId="{496DA25D-05D4-4DDE-938C-6E819A27449D}"/>
    <dgm:cxn modelId="{AD8E22B4-73EB-4CBF-B1D0-1656064E013C}" type="presParOf" srcId="{7BA03C77-6430-47EE-BAF9-C95D3E7B0BC4}" destId="{A3F6C347-F60A-4FB1-B78C-DB48047B7C32}" srcOrd="0" destOrd="0" presId="urn:microsoft.com/office/officeart/2018/2/layout/IconVerticalSolidList"/>
    <dgm:cxn modelId="{D9F93016-7CB9-4BE2-B4DB-3F45812051CE}" type="presParOf" srcId="{A3F6C347-F60A-4FB1-B78C-DB48047B7C32}" destId="{C8950FC7-DD18-4D3F-95BF-F214363C5FCE}" srcOrd="0" destOrd="0" presId="urn:microsoft.com/office/officeart/2018/2/layout/IconVerticalSolidList"/>
    <dgm:cxn modelId="{E937817E-15C9-43E0-8D98-CA3578D677ED}" type="presParOf" srcId="{A3F6C347-F60A-4FB1-B78C-DB48047B7C32}" destId="{8B1CACFD-9552-4DE8-9950-0970507393DC}" srcOrd="1" destOrd="0" presId="urn:microsoft.com/office/officeart/2018/2/layout/IconVerticalSolidList"/>
    <dgm:cxn modelId="{17A67205-47AF-476C-8AA7-5C5926645A51}" type="presParOf" srcId="{A3F6C347-F60A-4FB1-B78C-DB48047B7C32}" destId="{C455D877-6597-4828-9FD1-29FA0238A422}" srcOrd="2" destOrd="0" presId="urn:microsoft.com/office/officeart/2018/2/layout/IconVerticalSolidList"/>
    <dgm:cxn modelId="{C8365344-DE4D-471E-BBBF-BF0E03A6E455}" type="presParOf" srcId="{A3F6C347-F60A-4FB1-B78C-DB48047B7C32}" destId="{A7CCC9D4-AC45-4A08-9BAC-A01B58881B7F}" srcOrd="3" destOrd="0" presId="urn:microsoft.com/office/officeart/2018/2/layout/IconVerticalSolidList"/>
    <dgm:cxn modelId="{564B45EB-5151-45EA-AFDB-C4D38EA9158C}" type="presParOf" srcId="{7BA03C77-6430-47EE-BAF9-C95D3E7B0BC4}" destId="{2148FE5B-AAB1-43D5-827C-094A00A36C69}" srcOrd="1" destOrd="0" presId="urn:microsoft.com/office/officeart/2018/2/layout/IconVerticalSolidList"/>
    <dgm:cxn modelId="{9041535E-3616-4E3F-97C0-81818BD6087C}" type="presParOf" srcId="{7BA03C77-6430-47EE-BAF9-C95D3E7B0BC4}" destId="{2A20267D-DDF6-4459-867D-237CE761AE6D}" srcOrd="2" destOrd="0" presId="urn:microsoft.com/office/officeart/2018/2/layout/IconVerticalSolidList"/>
    <dgm:cxn modelId="{513E3F6F-6A5B-42EA-B693-173E8747AA8E}" type="presParOf" srcId="{2A20267D-DDF6-4459-867D-237CE761AE6D}" destId="{0CA70463-F998-4803-99E6-8EEA9FB7EE4A}" srcOrd="0" destOrd="0" presId="urn:microsoft.com/office/officeart/2018/2/layout/IconVerticalSolidList"/>
    <dgm:cxn modelId="{AACC3D9D-1BE7-4ED4-8D9D-7D3A0CB68F17}" type="presParOf" srcId="{2A20267D-DDF6-4459-867D-237CE761AE6D}" destId="{D71558B7-8BE2-4F4F-8671-50D0306A82E5}" srcOrd="1" destOrd="0" presId="urn:microsoft.com/office/officeart/2018/2/layout/IconVerticalSolidList"/>
    <dgm:cxn modelId="{0E74F30B-FF87-4733-9D40-699CFC660924}" type="presParOf" srcId="{2A20267D-DDF6-4459-867D-237CE761AE6D}" destId="{2B1426FC-C23E-4058-AA98-B085C6ABB68D}" srcOrd="2" destOrd="0" presId="urn:microsoft.com/office/officeart/2018/2/layout/IconVerticalSolidList"/>
    <dgm:cxn modelId="{8D9B16C8-2577-4A41-9C1D-982242961C80}" type="presParOf" srcId="{2A20267D-DDF6-4459-867D-237CE761AE6D}" destId="{FA4C287E-9C5A-4D25-8C72-0912C2FE4B3E}" srcOrd="3" destOrd="0" presId="urn:microsoft.com/office/officeart/2018/2/layout/IconVerticalSolidList"/>
    <dgm:cxn modelId="{6E4D6C74-6DC8-417C-AA63-2D4BC1FA2EDF}" type="presParOf" srcId="{7BA03C77-6430-47EE-BAF9-C95D3E7B0BC4}" destId="{3849859D-63C9-48DE-8F4D-6453A2D8D5ED}" srcOrd="3" destOrd="0" presId="urn:microsoft.com/office/officeart/2018/2/layout/IconVerticalSolidList"/>
    <dgm:cxn modelId="{93E6C474-E7F8-417B-BCAF-DDD2BB7E52BE}" type="presParOf" srcId="{7BA03C77-6430-47EE-BAF9-C95D3E7B0BC4}" destId="{6A1669F9-26EF-4762-A402-B04FD161F18B}" srcOrd="4" destOrd="0" presId="urn:microsoft.com/office/officeart/2018/2/layout/IconVerticalSolidList"/>
    <dgm:cxn modelId="{58318631-A90F-4945-AFEE-E59E6096A1C8}" type="presParOf" srcId="{6A1669F9-26EF-4762-A402-B04FD161F18B}" destId="{2ADDE1C3-5228-4C11-8486-730D5EF47443}" srcOrd="0" destOrd="0" presId="urn:microsoft.com/office/officeart/2018/2/layout/IconVerticalSolidList"/>
    <dgm:cxn modelId="{1BC87DBA-C577-4C10-98D3-7C1FF6BDA0D2}" type="presParOf" srcId="{6A1669F9-26EF-4762-A402-B04FD161F18B}" destId="{5AC6C00E-75D6-434F-94FF-D68108E5E1D2}" srcOrd="1" destOrd="0" presId="urn:microsoft.com/office/officeart/2018/2/layout/IconVerticalSolidList"/>
    <dgm:cxn modelId="{88F91DE6-932C-4281-B5A3-CD31EF3C804C}" type="presParOf" srcId="{6A1669F9-26EF-4762-A402-B04FD161F18B}" destId="{5B5B37E6-5358-48C0-B789-D7A5F0CFCE22}" srcOrd="2" destOrd="0" presId="urn:microsoft.com/office/officeart/2018/2/layout/IconVerticalSolidList"/>
    <dgm:cxn modelId="{46FB6D03-ABEC-47BF-B882-F91F460DD517}" type="presParOf" srcId="{6A1669F9-26EF-4762-A402-B04FD161F18B}" destId="{91D598AF-5BD5-40C6-B1C0-336EB6F89E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22E92C-0EEB-45D2-8228-42FB33ACAD6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EBDB24A-9DFE-4E92-928F-E3DDE54C2ADD}">
      <dgm:prSet/>
      <dgm:spPr/>
      <dgm:t>
        <a:bodyPr/>
        <a:lstStyle/>
        <a:p>
          <a:pPr>
            <a:defRPr cap="all"/>
          </a:pPr>
          <a:r>
            <a:rPr lang="en-US"/>
            <a:t>• Concepto de subrutina y llamada a funciones (BL y RET).</a:t>
          </a:r>
        </a:p>
      </dgm:t>
    </dgm:pt>
    <dgm:pt modelId="{18312E57-C50F-43B9-93BA-8CFAF2E55CAB}" type="parTrans" cxnId="{18226040-C954-4D24-AA55-454CB8FA1F49}">
      <dgm:prSet/>
      <dgm:spPr/>
      <dgm:t>
        <a:bodyPr/>
        <a:lstStyle/>
        <a:p>
          <a:endParaRPr lang="en-US"/>
        </a:p>
      </dgm:t>
    </dgm:pt>
    <dgm:pt modelId="{DCE7FF14-4DF5-4D26-84C3-5696DD644F57}" type="sibTrans" cxnId="{18226040-C954-4D24-AA55-454CB8FA1F49}">
      <dgm:prSet/>
      <dgm:spPr/>
      <dgm:t>
        <a:bodyPr/>
        <a:lstStyle/>
        <a:p>
          <a:endParaRPr lang="en-US"/>
        </a:p>
      </dgm:t>
    </dgm:pt>
    <dgm:pt modelId="{9ABE0BA1-3F26-40CA-A0BE-F0771C01030A}">
      <dgm:prSet/>
      <dgm:spPr/>
      <dgm:t>
        <a:bodyPr/>
        <a:lstStyle/>
        <a:p>
          <a:pPr>
            <a:defRPr cap="all"/>
          </a:pPr>
          <a:r>
            <a:rPr lang="en-US"/>
            <a:t>• Uso de la pila para guardar el contexto.</a:t>
          </a:r>
        </a:p>
      </dgm:t>
    </dgm:pt>
    <dgm:pt modelId="{18DC06C6-A5C4-4F26-A01D-01BD3BF2428F}" type="parTrans" cxnId="{AE37AE31-C031-4409-9C0E-2EEA5E14B166}">
      <dgm:prSet/>
      <dgm:spPr/>
      <dgm:t>
        <a:bodyPr/>
        <a:lstStyle/>
        <a:p>
          <a:endParaRPr lang="en-US"/>
        </a:p>
      </dgm:t>
    </dgm:pt>
    <dgm:pt modelId="{92F48B87-5F60-4AD1-857D-22708AFF7AF6}" type="sibTrans" cxnId="{AE37AE31-C031-4409-9C0E-2EEA5E14B166}">
      <dgm:prSet/>
      <dgm:spPr/>
      <dgm:t>
        <a:bodyPr/>
        <a:lstStyle/>
        <a:p>
          <a:endParaRPr lang="en-US"/>
        </a:p>
      </dgm:t>
    </dgm:pt>
    <dgm:pt modelId="{F80B45C8-54E1-49D1-A72D-56D7D958B544}">
      <dgm:prSet/>
      <dgm:spPr/>
      <dgm:t>
        <a:bodyPr/>
        <a:lstStyle/>
        <a:p>
          <a:pPr>
            <a:defRPr cap="all"/>
          </a:pPr>
          <a:r>
            <a:rPr lang="en-US"/>
            <a:t>• Registros x29 (frame pointer) y x30 (link register).</a:t>
          </a:r>
        </a:p>
      </dgm:t>
    </dgm:pt>
    <dgm:pt modelId="{2A40BB6F-625A-4ABB-A5CC-12380FC2E0F2}" type="parTrans" cxnId="{B198067A-3D61-4536-931C-FA3D38091B66}">
      <dgm:prSet/>
      <dgm:spPr/>
      <dgm:t>
        <a:bodyPr/>
        <a:lstStyle/>
        <a:p>
          <a:endParaRPr lang="en-US"/>
        </a:p>
      </dgm:t>
    </dgm:pt>
    <dgm:pt modelId="{7E4B695C-B20F-4AA3-B10C-DBBEA1A133EB}" type="sibTrans" cxnId="{B198067A-3D61-4536-931C-FA3D38091B66}">
      <dgm:prSet/>
      <dgm:spPr/>
      <dgm:t>
        <a:bodyPr/>
        <a:lstStyle/>
        <a:p>
          <a:endParaRPr lang="en-US"/>
        </a:p>
      </dgm:t>
    </dgm:pt>
    <dgm:pt modelId="{422F20DF-02C7-4510-8809-C49C5914E199}">
      <dgm:prSet/>
      <dgm:spPr/>
      <dgm:t>
        <a:bodyPr/>
        <a:lstStyle/>
        <a:p>
          <a:pPr>
            <a:defRPr cap="all"/>
          </a:pPr>
          <a:r>
            <a:rPr lang="en-US"/>
            <a:t>• Convención de llamadas AAPCS.</a:t>
          </a:r>
        </a:p>
      </dgm:t>
    </dgm:pt>
    <dgm:pt modelId="{648D8623-8F11-4CC1-AC8D-390588D03A32}" type="parTrans" cxnId="{E0E77605-D41C-41C2-BE34-207D28FBB0E6}">
      <dgm:prSet/>
      <dgm:spPr/>
      <dgm:t>
        <a:bodyPr/>
        <a:lstStyle/>
        <a:p>
          <a:endParaRPr lang="en-US"/>
        </a:p>
      </dgm:t>
    </dgm:pt>
    <dgm:pt modelId="{0C643174-CCB4-4004-8D65-4EB0B539EC02}" type="sibTrans" cxnId="{E0E77605-D41C-41C2-BE34-207D28FBB0E6}">
      <dgm:prSet/>
      <dgm:spPr/>
      <dgm:t>
        <a:bodyPr/>
        <a:lstStyle/>
        <a:p>
          <a:endParaRPr lang="en-US"/>
        </a:p>
      </dgm:t>
    </dgm:pt>
    <dgm:pt modelId="{CE9A9712-1F3A-452E-8659-EBC062C32C1D}">
      <dgm:prSet/>
      <dgm:spPr/>
      <dgm:t>
        <a:bodyPr/>
        <a:lstStyle/>
        <a:p>
          <a:pPr>
            <a:defRPr cap="all"/>
          </a:pPr>
          <a:r>
            <a:rPr lang="en-US"/>
            <a:t>• Ejecución modular y reutilización de código.</a:t>
          </a:r>
        </a:p>
      </dgm:t>
    </dgm:pt>
    <dgm:pt modelId="{B359C89B-D291-4F02-BDB0-4DCEF779F37D}" type="parTrans" cxnId="{72C97D08-E941-4EC1-8703-427778B9EF4A}">
      <dgm:prSet/>
      <dgm:spPr/>
      <dgm:t>
        <a:bodyPr/>
        <a:lstStyle/>
        <a:p>
          <a:endParaRPr lang="en-US"/>
        </a:p>
      </dgm:t>
    </dgm:pt>
    <dgm:pt modelId="{D738A3B7-4797-4027-B286-AED225D8CD30}" type="sibTrans" cxnId="{72C97D08-E941-4EC1-8703-427778B9EF4A}">
      <dgm:prSet/>
      <dgm:spPr/>
      <dgm:t>
        <a:bodyPr/>
        <a:lstStyle/>
        <a:p>
          <a:endParaRPr lang="en-US"/>
        </a:p>
      </dgm:t>
    </dgm:pt>
    <dgm:pt modelId="{FC50D456-6AF2-4A5C-B9BD-9E56706C5FCC}" type="pres">
      <dgm:prSet presAssocID="{2E22E92C-0EEB-45D2-8228-42FB33ACAD6F}" presName="root" presStyleCnt="0">
        <dgm:presLayoutVars>
          <dgm:dir/>
          <dgm:resizeHandles val="exact"/>
        </dgm:presLayoutVars>
      </dgm:prSet>
      <dgm:spPr/>
    </dgm:pt>
    <dgm:pt modelId="{C92AA761-8337-4EDA-922C-704C13A43CC7}" type="pres">
      <dgm:prSet presAssocID="{0EBDB24A-9DFE-4E92-928F-E3DDE54C2ADD}" presName="compNode" presStyleCnt="0"/>
      <dgm:spPr/>
    </dgm:pt>
    <dgm:pt modelId="{FE1BEBE1-E91B-46CD-B186-6F22EFFEB476}" type="pres">
      <dgm:prSet presAssocID="{0EBDB24A-9DFE-4E92-928F-E3DDE54C2ADD}" presName="iconBgRect" presStyleLbl="bgShp" presStyleIdx="0" presStyleCnt="5"/>
      <dgm:spPr/>
    </dgm:pt>
    <dgm:pt modelId="{6EB02EF0-9238-4819-A646-20A2DB5B6CF8}" type="pres">
      <dgm:prSet presAssocID="{0EBDB24A-9DFE-4E92-928F-E3DDE54C2AD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BCC36275-2812-40E4-BFF6-A5987DDBE857}" type="pres">
      <dgm:prSet presAssocID="{0EBDB24A-9DFE-4E92-928F-E3DDE54C2ADD}" presName="spaceRect" presStyleCnt="0"/>
      <dgm:spPr/>
    </dgm:pt>
    <dgm:pt modelId="{75C63B53-3C38-47BB-B5DF-67746BFB4F8E}" type="pres">
      <dgm:prSet presAssocID="{0EBDB24A-9DFE-4E92-928F-E3DDE54C2ADD}" presName="textRect" presStyleLbl="revTx" presStyleIdx="0" presStyleCnt="5">
        <dgm:presLayoutVars>
          <dgm:chMax val="1"/>
          <dgm:chPref val="1"/>
        </dgm:presLayoutVars>
      </dgm:prSet>
      <dgm:spPr/>
    </dgm:pt>
    <dgm:pt modelId="{BB70E5F3-5D77-4BF6-9B0C-20ECCDF0C515}" type="pres">
      <dgm:prSet presAssocID="{DCE7FF14-4DF5-4D26-84C3-5696DD644F57}" presName="sibTrans" presStyleCnt="0"/>
      <dgm:spPr/>
    </dgm:pt>
    <dgm:pt modelId="{B02B09A2-B217-471E-AC2F-AAB30BEC96D6}" type="pres">
      <dgm:prSet presAssocID="{9ABE0BA1-3F26-40CA-A0BE-F0771C01030A}" presName="compNode" presStyleCnt="0"/>
      <dgm:spPr/>
    </dgm:pt>
    <dgm:pt modelId="{7A5AB371-5616-4088-901D-5896106D2B5D}" type="pres">
      <dgm:prSet presAssocID="{9ABE0BA1-3F26-40CA-A0BE-F0771C01030A}" presName="iconBgRect" presStyleLbl="bgShp" presStyleIdx="1" presStyleCnt="5"/>
      <dgm:spPr/>
    </dgm:pt>
    <dgm:pt modelId="{E5DA1C21-6D50-4423-9E70-1471E98C14E2}" type="pres">
      <dgm:prSet presAssocID="{9ABE0BA1-3F26-40CA-A0BE-F0771C0103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E53C32A2-2244-436A-82F7-E2FB05EC975E}" type="pres">
      <dgm:prSet presAssocID="{9ABE0BA1-3F26-40CA-A0BE-F0771C01030A}" presName="spaceRect" presStyleCnt="0"/>
      <dgm:spPr/>
    </dgm:pt>
    <dgm:pt modelId="{273361DC-32DE-4E43-AD50-9396A6AB5689}" type="pres">
      <dgm:prSet presAssocID="{9ABE0BA1-3F26-40CA-A0BE-F0771C01030A}" presName="textRect" presStyleLbl="revTx" presStyleIdx="1" presStyleCnt="5">
        <dgm:presLayoutVars>
          <dgm:chMax val="1"/>
          <dgm:chPref val="1"/>
        </dgm:presLayoutVars>
      </dgm:prSet>
      <dgm:spPr/>
    </dgm:pt>
    <dgm:pt modelId="{62DCA239-9CC8-482C-9B75-52E1AB48ED86}" type="pres">
      <dgm:prSet presAssocID="{92F48B87-5F60-4AD1-857D-22708AFF7AF6}" presName="sibTrans" presStyleCnt="0"/>
      <dgm:spPr/>
    </dgm:pt>
    <dgm:pt modelId="{0A005BA9-3BCC-4456-83A3-B2CC4E1B0DA9}" type="pres">
      <dgm:prSet presAssocID="{F80B45C8-54E1-49D1-A72D-56D7D958B544}" presName="compNode" presStyleCnt="0"/>
      <dgm:spPr/>
    </dgm:pt>
    <dgm:pt modelId="{8D9BDEDD-A7DF-4B77-A13D-11E9922C1B68}" type="pres">
      <dgm:prSet presAssocID="{F80B45C8-54E1-49D1-A72D-56D7D958B544}" presName="iconBgRect" presStyleLbl="bgShp" presStyleIdx="2" presStyleCnt="5"/>
      <dgm:spPr/>
    </dgm:pt>
    <dgm:pt modelId="{93B9B085-32B9-43E2-B76B-F8B61BAC6A8F}" type="pres">
      <dgm:prSet presAssocID="{F80B45C8-54E1-49D1-A72D-56D7D958B54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D19F4B3C-10FE-489C-8DC2-E8734109B035}" type="pres">
      <dgm:prSet presAssocID="{F80B45C8-54E1-49D1-A72D-56D7D958B544}" presName="spaceRect" presStyleCnt="0"/>
      <dgm:spPr/>
    </dgm:pt>
    <dgm:pt modelId="{C6FBD450-ED07-4828-B58E-B951A8380B8E}" type="pres">
      <dgm:prSet presAssocID="{F80B45C8-54E1-49D1-A72D-56D7D958B544}" presName="textRect" presStyleLbl="revTx" presStyleIdx="2" presStyleCnt="5">
        <dgm:presLayoutVars>
          <dgm:chMax val="1"/>
          <dgm:chPref val="1"/>
        </dgm:presLayoutVars>
      </dgm:prSet>
      <dgm:spPr/>
    </dgm:pt>
    <dgm:pt modelId="{45C4DE15-DD7C-446E-B5F2-0954DAFBEDB6}" type="pres">
      <dgm:prSet presAssocID="{7E4B695C-B20F-4AA3-B10C-DBBEA1A133EB}" presName="sibTrans" presStyleCnt="0"/>
      <dgm:spPr/>
    </dgm:pt>
    <dgm:pt modelId="{FCA234A8-0375-4FDF-9C0F-DBD003AB1B2D}" type="pres">
      <dgm:prSet presAssocID="{422F20DF-02C7-4510-8809-C49C5914E199}" presName="compNode" presStyleCnt="0"/>
      <dgm:spPr/>
    </dgm:pt>
    <dgm:pt modelId="{1CC12C7B-F333-405B-9973-B0D4C15AFC32}" type="pres">
      <dgm:prSet presAssocID="{422F20DF-02C7-4510-8809-C49C5914E199}" presName="iconBgRect" presStyleLbl="bgShp" presStyleIdx="3" presStyleCnt="5"/>
      <dgm:spPr/>
    </dgm:pt>
    <dgm:pt modelId="{68077AFA-9752-4B8C-9AAB-97024E436FC4}" type="pres">
      <dgm:prSet presAssocID="{422F20DF-02C7-4510-8809-C49C5914E1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F0BC131A-5AFA-477B-A82A-E7329F243176}" type="pres">
      <dgm:prSet presAssocID="{422F20DF-02C7-4510-8809-C49C5914E199}" presName="spaceRect" presStyleCnt="0"/>
      <dgm:spPr/>
    </dgm:pt>
    <dgm:pt modelId="{317A51BE-C59A-4341-AC01-3153A73114C1}" type="pres">
      <dgm:prSet presAssocID="{422F20DF-02C7-4510-8809-C49C5914E199}" presName="textRect" presStyleLbl="revTx" presStyleIdx="3" presStyleCnt="5">
        <dgm:presLayoutVars>
          <dgm:chMax val="1"/>
          <dgm:chPref val="1"/>
        </dgm:presLayoutVars>
      </dgm:prSet>
      <dgm:spPr/>
    </dgm:pt>
    <dgm:pt modelId="{B4EFB25C-34AC-45B5-B043-FCA04FA06A01}" type="pres">
      <dgm:prSet presAssocID="{0C643174-CCB4-4004-8D65-4EB0B539EC02}" presName="sibTrans" presStyleCnt="0"/>
      <dgm:spPr/>
    </dgm:pt>
    <dgm:pt modelId="{6929E38D-AF25-4282-B1A0-A8E40ED55915}" type="pres">
      <dgm:prSet presAssocID="{CE9A9712-1F3A-452E-8659-EBC062C32C1D}" presName="compNode" presStyleCnt="0"/>
      <dgm:spPr/>
    </dgm:pt>
    <dgm:pt modelId="{8F4AA168-D7D5-48CF-A3B1-E2DF56C12DD7}" type="pres">
      <dgm:prSet presAssocID="{CE9A9712-1F3A-452E-8659-EBC062C32C1D}" presName="iconBgRect" presStyleLbl="bgShp" presStyleIdx="4" presStyleCnt="5"/>
      <dgm:spPr/>
    </dgm:pt>
    <dgm:pt modelId="{9831A4E2-6021-46ED-B953-82EBB08A970C}" type="pres">
      <dgm:prSet presAssocID="{CE9A9712-1F3A-452E-8659-EBC062C32C1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3022BA7-FC75-49D7-BED1-A820F1253BDC}" type="pres">
      <dgm:prSet presAssocID="{CE9A9712-1F3A-452E-8659-EBC062C32C1D}" presName="spaceRect" presStyleCnt="0"/>
      <dgm:spPr/>
    </dgm:pt>
    <dgm:pt modelId="{BB05FFBF-2EA2-4D9C-A42E-EA5BD13A5533}" type="pres">
      <dgm:prSet presAssocID="{CE9A9712-1F3A-452E-8659-EBC062C32C1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E77605-D41C-41C2-BE34-207D28FBB0E6}" srcId="{2E22E92C-0EEB-45D2-8228-42FB33ACAD6F}" destId="{422F20DF-02C7-4510-8809-C49C5914E199}" srcOrd="3" destOrd="0" parTransId="{648D8623-8F11-4CC1-AC8D-390588D03A32}" sibTransId="{0C643174-CCB4-4004-8D65-4EB0B539EC02}"/>
    <dgm:cxn modelId="{72C97D08-E941-4EC1-8703-427778B9EF4A}" srcId="{2E22E92C-0EEB-45D2-8228-42FB33ACAD6F}" destId="{CE9A9712-1F3A-452E-8659-EBC062C32C1D}" srcOrd="4" destOrd="0" parTransId="{B359C89B-D291-4F02-BDB0-4DCEF779F37D}" sibTransId="{D738A3B7-4797-4027-B286-AED225D8CD30}"/>
    <dgm:cxn modelId="{AE37AE31-C031-4409-9C0E-2EEA5E14B166}" srcId="{2E22E92C-0EEB-45D2-8228-42FB33ACAD6F}" destId="{9ABE0BA1-3F26-40CA-A0BE-F0771C01030A}" srcOrd="1" destOrd="0" parTransId="{18DC06C6-A5C4-4F26-A01D-01BD3BF2428F}" sibTransId="{92F48B87-5F60-4AD1-857D-22708AFF7AF6}"/>
    <dgm:cxn modelId="{18226040-C954-4D24-AA55-454CB8FA1F49}" srcId="{2E22E92C-0EEB-45D2-8228-42FB33ACAD6F}" destId="{0EBDB24A-9DFE-4E92-928F-E3DDE54C2ADD}" srcOrd="0" destOrd="0" parTransId="{18312E57-C50F-43B9-93BA-8CFAF2E55CAB}" sibTransId="{DCE7FF14-4DF5-4D26-84C3-5696DD644F57}"/>
    <dgm:cxn modelId="{B198067A-3D61-4536-931C-FA3D38091B66}" srcId="{2E22E92C-0EEB-45D2-8228-42FB33ACAD6F}" destId="{F80B45C8-54E1-49D1-A72D-56D7D958B544}" srcOrd="2" destOrd="0" parTransId="{2A40BB6F-625A-4ABB-A5CC-12380FC2E0F2}" sibTransId="{7E4B695C-B20F-4AA3-B10C-DBBEA1A133EB}"/>
    <dgm:cxn modelId="{7684609B-2964-450E-9A18-9FE68B7E090B}" type="presOf" srcId="{9ABE0BA1-3F26-40CA-A0BE-F0771C01030A}" destId="{273361DC-32DE-4E43-AD50-9396A6AB5689}" srcOrd="0" destOrd="0" presId="urn:microsoft.com/office/officeart/2018/5/layout/IconCircleLabelList"/>
    <dgm:cxn modelId="{3A81D99F-982F-4B08-B692-D4D69133605B}" type="presOf" srcId="{F80B45C8-54E1-49D1-A72D-56D7D958B544}" destId="{C6FBD450-ED07-4828-B58E-B951A8380B8E}" srcOrd="0" destOrd="0" presId="urn:microsoft.com/office/officeart/2018/5/layout/IconCircleLabelList"/>
    <dgm:cxn modelId="{E7ACE3A4-C6F7-441C-AA85-37AFF39AF074}" type="presOf" srcId="{CE9A9712-1F3A-452E-8659-EBC062C32C1D}" destId="{BB05FFBF-2EA2-4D9C-A42E-EA5BD13A5533}" srcOrd="0" destOrd="0" presId="urn:microsoft.com/office/officeart/2018/5/layout/IconCircleLabelList"/>
    <dgm:cxn modelId="{A27513AE-9809-4E44-84B2-688C7CAE2616}" type="presOf" srcId="{0EBDB24A-9DFE-4E92-928F-E3DDE54C2ADD}" destId="{75C63B53-3C38-47BB-B5DF-67746BFB4F8E}" srcOrd="0" destOrd="0" presId="urn:microsoft.com/office/officeart/2018/5/layout/IconCircleLabelList"/>
    <dgm:cxn modelId="{73A76DAF-D5C8-4063-BBA1-2F59B86900E0}" type="presOf" srcId="{2E22E92C-0EEB-45D2-8228-42FB33ACAD6F}" destId="{FC50D456-6AF2-4A5C-B9BD-9E56706C5FCC}" srcOrd="0" destOrd="0" presId="urn:microsoft.com/office/officeart/2018/5/layout/IconCircleLabelList"/>
    <dgm:cxn modelId="{786561F5-7463-4858-A0C3-B38AA46727FC}" type="presOf" srcId="{422F20DF-02C7-4510-8809-C49C5914E199}" destId="{317A51BE-C59A-4341-AC01-3153A73114C1}" srcOrd="0" destOrd="0" presId="urn:microsoft.com/office/officeart/2018/5/layout/IconCircleLabelList"/>
    <dgm:cxn modelId="{A3E278E6-60BA-4872-9EC6-D879CCFC34B8}" type="presParOf" srcId="{FC50D456-6AF2-4A5C-B9BD-9E56706C5FCC}" destId="{C92AA761-8337-4EDA-922C-704C13A43CC7}" srcOrd="0" destOrd="0" presId="urn:microsoft.com/office/officeart/2018/5/layout/IconCircleLabelList"/>
    <dgm:cxn modelId="{32D7A8F8-1291-432B-8740-44875C66DA51}" type="presParOf" srcId="{C92AA761-8337-4EDA-922C-704C13A43CC7}" destId="{FE1BEBE1-E91B-46CD-B186-6F22EFFEB476}" srcOrd="0" destOrd="0" presId="urn:microsoft.com/office/officeart/2018/5/layout/IconCircleLabelList"/>
    <dgm:cxn modelId="{F94D05E8-D8E3-47E8-B4B0-32F4082D8311}" type="presParOf" srcId="{C92AA761-8337-4EDA-922C-704C13A43CC7}" destId="{6EB02EF0-9238-4819-A646-20A2DB5B6CF8}" srcOrd="1" destOrd="0" presId="urn:microsoft.com/office/officeart/2018/5/layout/IconCircleLabelList"/>
    <dgm:cxn modelId="{64096BAB-129E-4303-99AC-8E413FB062DB}" type="presParOf" srcId="{C92AA761-8337-4EDA-922C-704C13A43CC7}" destId="{BCC36275-2812-40E4-BFF6-A5987DDBE857}" srcOrd="2" destOrd="0" presId="urn:microsoft.com/office/officeart/2018/5/layout/IconCircleLabelList"/>
    <dgm:cxn modelId="{BD1EE1E5-7E7B-4FCF-8935-73528F0304E2}" type="presParOf" srcId="{C92AA761-8337-4EDA-922C-704C13A43CC7}" destId="{75C63B53-3C38-47BB-B5DF-67746BFB4F8E}" srcOrd="3" destOrd="0" presId="urn:microsoft.com/office/officeart/2018/5/layout/IconCircleLabelList"/>
    <dgm:cxn modelId="{FD31632B-AB37-4C06-A595-0E3250C5E172}" type="presParOf" srcId="{FC50D456-6AF2-4A5C-B9BD-9E56706C5FCC}" destId="{BB70E5F3-5D77-4BF6-9B0C-20ECCDF0C515}" srcOrd="1" destOrd="0" presId="urn:microsoft.com/office/officeart/2018/5/layout/IconCircleLabelList"/>
    <dgm:cxn modelId="{D62CD409-DE0F-4E54-8112-7C52F86E2A0E}" type="presParOf" srcId="{FC50D456-6AF2-4A5C-B9BD-9E56706C5FCC}" destId="{B02B09A2-B217-471E-AC2F-AAB30BEC96D6}" srcOrd="2" destOrd="0" presId="urn:microsoft.com/office/officeart/2018/5/layout/IconCircleLabelList"/>
    <dgm:cxn modelId="{E19E5670-34B5-40AD-A3B2-0FF9271CD2F1}" type="presParOf" srcId="{B02B09A2-B217-471E-AC2F-AAB30BEC96D6}" destId="{7A5AB371-5616-4088-901D-5896106D2B5D}" srcOrd="0" destOrd="0" presId="urn:microsoft.com/office/officeart/2018/5/layout/IconCircleLabelList"/>
    <dgm:cxn modelId="{4B8EA79E-65F8-4FE9-9C8B-86B61DB51AB9}" type="presParOf" srcId="{B02B09A2-B217-471E-AC2F-AAB30BEC96D6}" destId="{E5DA1C21-6D50-4423-9E70-1471E98C14E2}" srcOrd="1" destOrd="0" presId="urn:microsoft.com/office/officeart/2018/5/layout/IconCircleLabelList"/>
    <dgm:cxn modelId="{DE91CDC7-67B9-4D68-856F-2045E84E5AD4}" type="presParOf" srcId="{B02B09A2-B217-471E-AC2F-AAB30BEC96D6}" destId="{E53C32A2-2244-436A-82F7-E2FB05EC975E}" srcOrd="2" destOrd="0" presId="urn:microsoft.com/office/officeart/2018/5/layout/IconCircleLabelList"/>
    <dgm:cxn modelId="{6B8278E3-CABE-49D0-8D20-387F504EA06C}" type="presParOf" srcId="{B02B09A2-B217-471E-AC2F-AAB30BEC96D6}" destId="{273361DC-32DE-4E43-AD50-9396A6AB5689}" srcOrd="3" destOrd="0" presId="urn:microsoft.com/office/officeart/2018/5/layout/IconCircleLabelList"/>
    <dgm:cxn modelId="{78C940B0-B480-43AF-9A50-835EDD3FFCD2}" type="presParOf" srcId="{FC50D456-6AF2-4A5C-B9BD-9E56706C5FCC}" destId="{62DCA239-9CC8-482C-9B75-52E1AB48ED86}" srcOrd="3" destOrd="0" presId="urn:microsoft.com/office/officeart/2018/5/layout/IconCircleLabelList"/>
    <dgm:cxn modelId="{6F6CC567-9337-4F7E-B06E-B68C7CBED2C9}" type="presParOf" srcId="{FC50D456-6AF2-4A5C-B9BD-9E56706C5FCC}" destId="{0A005BA9-3BCC-4456-83A3-B2CC4E1B0DA9}" srcOrd="4" destOrd="0" presId="urn:microsoft.com/office/officeart/2018/5/layout/IconCircleLabelList"/>
    <dgm:cxn modelId="{C23B0D8A-B5BE-44DF-A001-0E7BA5FE393D}" type="presParOf" srcId="{0A005BA9-3BCC-4456-83A3-B2CC4E1B0DA9}" destId="{8D9BDEDD-A7DF-4B77-A13D-11E9922C1B68}" srcOrd="0" destOrd="0" presId="urn:microsoft.com/office/officeart/2018/5/layout/IconCircleLabelList"/>
    <dgm:cxn modelId="{4E0BF0A9-B643-45E4-8F2E-C0879D54CFDC}" type="presParOf" srcId="{0A005BA9-3BCC-4456-83A3-B2CC4E1B0DA9}" destId="{93B9B085-32B9-43E2-B76B-F8B61BAC6A8F}" srcOrd="1" destOrd="0" presId="urn:microsoft.com/office/officeart/2018/5/layout/IconCircleLabelList"/>
    <dgm:cxn modelId="{146E4F37-683B-450B-A33E-8FB5AA1788C6}" type="presParOf" srcId="{0A005BA9-3BCC-4456-83A3-B2CC4E1B0DA9}" destId="{D19F4B3C-10FE-489C-8DC2-E8734109B035}" srcOrd="2" destOrd="0" presId="urn:microsoft.com/office/officeart/2018/5/layout/IconCircleLabelList"/>
    <dgm:cxn modelId="{721592F4-1C62-4CC5-8323-29DBA5BADAA8}" type="presParOf" srcId="{0A005BA9-3BCC-4456-83A3-B2CC4E1B0DA9}" destId="{C6FBD450-ED07-4828-B58E-B951A8380B8E}" srcOrd="3" destOrd="0" presId="urn:microsoft.com/office/officeart/2018/5/layout/IconCircleLabelList"/>
    <dgm:cxn modelId="{2251DA23-1DD7-453C-B804-EF4F5E4CAF97}" type="presParOf" srcId="{FC50D456-6AF2-4A5C-B9BD-9E56706C5FCC}" destId="{45C4DE15-DD7C-446E-B5F2-0954DAFBEDB6}" srcOrd="5" destOrd="0" presId="urn:microsoft.com/office/officeart/2018/5/layout/IconCircleLabelList"/>
    <dgm:cxn modelId="{C049403D-EDB7-414B-A770-FE2E6AC96760}" type="presParOf" srcId="{FC50D456-6AF2-4A5C-B9BD-9E56706C5FCC}" destId="{FCA234A8-0375-4FDF-9C0F-DBD003AB1B2D}" srcOrd="6" destOrd="0" presId="urn:microsoft.com/office/officeart/2018/5/layout/IconCircleLabelList"/>
    <dgm:cxn modelId="{2BAA1CD1-3E26-4FA4-A580-39AE46582A16}" type="presParOf" srcId="{FCA234A8-0375-4FDF-9C0F-DBD003AB1B2D}" destId="{1CC12C7B-F333-405B-9973-B0D4C15AFC32}" srcOrd="0" destOrd="0" presId="urn:microsoft.com/office/officeart/2018/5/layout/IconCircleLabelList"/>
    <dgm:cxn modelId="{F8596540-3E3C-4DEF-B180-5BB0DA8FDE38}" type="presParOf" srcId="{FCA234A8-0375-4FDF-9C0F-DBD003AB1B2D}" destId="{68077AFA-9752-4B8C-9AAB-97024E436FC4}" srcOrd="1" destOrd="0" presId="urn:microsoft.com/office/officeart/2018/5/layout/IconCircleLabelList"/>
    <dgm:cxn modelId="{ECBB5C40-05AE-480D-8C53-2EC2EFD5FE47}" type="presParOf" srcId="{FCA234A8-0375-4FDF-9C0F-DBD003AB1B2D}" destId="{F0BC131A-5AFA-477B-A82A-E7329F243176}" srcOrd="2" destOrd="0" presId="urn:microsoft.com/office/officeart/2018/5/layout/IconCircleLabelList"/>
    <dgm:cxn modelId="{519EC210-1C15-4458-930D-8286A35FE26F}" type="presParOf" srcId="{FCA234A8-0375-4FDF-9C0F-DBD003AB1B2D}" destId="{317A51BE-C59A-4341-AC01-3153A73114C1}" srcOrd="3" destOrd="0" presId="urn:microsoft.com/office/officeart/2018/5/layout/IconCircleLabelList"/>
    <dgm:cxn modelId="{E9D8E9CB-E413-4E2B-8853-0C458F03ABD8}" type="presParOf" srcId="{FC50D456-6AF2-4A5C-B9BD-9E56706C5FCC}" destId="{B4EFB25C-34AC-45B5-B043-FCA04FA06A01}" srcOrd="7" destOrd="0" presId="urn:microsoft.com/office/officeart/2018/5/layout/IconCircleLabelList"/>
    <dgm:cxn modelId="{5DC95CB3-4E75-4F4E-9105-DAFE89604211}" type="presParOf" srcId="{FC50D456-6AF2-4A5C-B9BD-9E56706C5FCC}" destId="{6929E38D-AF25-4282-B1A0-A8E40ED55915}" srcOrd="8" destOrd="0" presId="urn:microsoft.com/office/officeart/2018/5/layout/IconCircleLabelList"/>
    <dgm:cxn modelId="{A27709F0-B631-4F3F-B88A-6A662552AD11}" type="presParOf" srcId="{6929E38D-AF25-4282-B1A0-A8E40ED55915}" destId="{8F4AA168-D7D5-48CF-A3B1-E2DF56C12DD7}" srcOrd="0" destOrd="0" presId="urn:microsoft.com/office/officeart/2018/5/layout/IconCircleLabelList"/>
    <dgm:cxn modelId="{46835C87-82D9-4480-8CF3-93BF544E5F81}" type="presParOf" srcId="{6929E38D-AF25-4282-B1A0-A8E40ED55915}" destId="{9831A4E2-6021-46ED-B953-82EBB08A970C}" srcOrd="1" destOrd="0" presId="urn:microsoft.com/office/officeart/2018/5/layout/IconCircleLabelList"/>
    <dgm:cxn modelId="{ED008B6C-4007-4731-85DB-DBC2A6F1EE44}" type="presParOf" srcId="{6929E38D-AF25-4282-B1A0-A8E40ED55915}" destId="{63022BA7-FC75-49D7-BED1-A820F1253BDC}" srcOrd="2" destOrd="0" presId="urn:microsoft.com/office/officeart/2018/5/layout/IconCircleLabelList"/>
    <dgm:cxn modelId="{A830DD2A-CEBA-4BBE-92D9-7BCF2292ADD9}" type="presParOf" srcId="{6929E38D-AF25-4282-B1A0-A8E40ED55915}" destId="{BB05FFBF-2EA2-4D9C-A42E-EA5BD13A55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14B307-37E4-4D96-A544-900611692C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9A61E58-9EFD-49BF-BA1D-0F0728C572D6}">
      <dgm:prSet/>
      <dgm:spPr/>
      <dgm:t>
        <a:bodyPr/>
        <a:lstStyle/>
        <a:p>
          <a:r>
            <a:rPr lang="en-US"/>
            <a:t>• Las subrutinas permiten modularidad y reutilización.</a:t>
          </a:r>
        </a:p>
      </dgm:t>
    </dgm:pt>
    <dgm:pt modelId="{FD9B55BC-4062-42F3-BA43-EC3D96962F91}" type="parTrans" cxnId="{A3AEBB14-74A8-49B0-9837-F5AB61031822}">
      <dgm:prSet/>
      <dgm:spPr/>
      <dgm:t>
        <a:bodyPr/>
        <a:lstStyle/>
        <a:p>
          <a:endParaRPr lang="en-US"/>
        </a:p>
      </dgm:t>
    </dgm:pt>
    <dgm:pt modelId="{255415C6-0373-4948-ADCE-A08B786790EC}" type="sibTrans" cxnId="{A3AEBB14-74A8-49B0-9837-F5AB61031822}">
      <dgm:prSet/>
      <dgm:spPr/>
      <dgm:t>
        <a:bodyPr/>
        <a:lstStyle/>
        <a:p>
          <a:endParaRPr lang="en-US"/>
        </a:p>
      </dgm:t>
    </dgm:pt>
    <dgm:pt modelId="{B1E728CF-DBE2-4C17-A10C-60EC2CA56293}">
      <dgm:prSet/>
      <dgm:spPr/>
      <dgm:t>
        <a:bodyPr/>
        <a:lstStyle/>
        <a:p>
          <a:r>
            <a:rPr lang="en-US"/>
            <a:t>• La pila guarda direcciones de retorno y variables locales.</a:t>
          </a:r>
        </a:p>
      </dgm:t>
    </dgm:pt>
    <dgm:pt modelId="{7EC19805-4FEF-4E6B-B618-54E80BAB52EA}" type="parTrans" cxnId="{8EEBD960-F5F5-401D-8EF5-FAFCB35B69BF}">
      <dgm:prSet/>
      <dgm:spPr/>
      <dgm:t>
        <a:bodyPr/>
        <a:lstStyle/>
        <a:p>
          <a:endParaRPr lang="en-US"/>
        </a:p>
      </dgm:t>
    </dgm:pt>
    <dgm:pt modelId="{AC0171F1-47E4-4822-BF28-4A59487592BB}" type="sibTrans" cxnId="{8EEBD960-F5F5-401D-8EF5-FAFCB35B69BF}">
      <dgm:prSet/>
      <dgm:spPr/>
      <dgm:t>
        <a:bodyPr/>
        <a:lstStyle/>
        <a:p>
          <a:endParaRPr lang="en-US"/>
        </a:p>
      </dgm:t>
    </dgm:pt>
    <dgm:pt modelId="{B29091C9-EF2C-41CE-B9F3-4BB390C2E182}">
      <dgm:prSet/>
      <dgm:spPr/>
      <dgm:t>
        <a:bodyPr/>
        <a:lstStyle/>
        <a:p>
          <a:r>
            <a:rPr lang="en-US"/>
            <a:t>• El registro x30 almacena la dirección de retorno.</a:t>
          </a:r>
        </a:p>
      </dgm:t>
    </dgm:pt>
    <dgm:pt modelId="{AC275E56-5137-42B2-BCD9-37ED1D98E88C}" type="parTrans" cxnId="{FC8536E1-FBD5-4774-B1F9-B1C8EAD62C38}">
      <dgm:prSet/>
      <dgm:spPr/>
      <dgm:t>
        <a:bodyPr/>
        <a:lstStyle/>
        <a:p>
          <a:endParaRPr lang="en-US"/>
        </a:p>
      </dgm:t>
    </dgm:pt>
    <dgm:pt modelId="{EDA3E031-6A35-4EDF-B777-D3C0CC271440}" type="sibTrans" cxnId="{FC8536E1-FBD5-4774-B1F9-B1C8EAD62C38}">
      <dgm:prSet/>
      <dgm:spPr/>
      <dgm:t>
        <a:bodyPr/>
        <a:lstStyle/>
        <a:p>
          <a:endParaRPr lang="en-US"/>
        </a:p>
      </dgm:t>
    </dgm:pt>
    <dgm:pt modelId="{CCB987B2-E5F4-4C2A-9A6C-9C8BEA5A4701}" type="pres">
      <dgm:prSet presAssocID="{2914B307-37E4-4D96-A544-900611692CEC}" presName="root" presStyleCnt="0">
        <dgm:presLayoutVars>
          <dgm:dir/>
          <dgm:resizeHandles val="exact"/>
        </dgm:presLayoutVars>
      </dgm:prSet>
      <dgm:spPr/>
    </dgm:pt>
    <dgm:pt modelId="{F63BE8B8-F7D9-4800-828D-8156D5DE780C}" type="pres">
      <dgm:prSet presAssocID="{09A61E58-9EFD-49BF-BA1D-0F0728C572D6}" presName="compNode" presStyleCnt="0"/>
      <dgm:spPr/>
    </dgm:pt>
    <dgm:pt modelId="{FFEDCAB0-C83D-4818-B861-C3CD0D534ECC}" type="pres">
      <dgm:prSet presAssocID="{09A61E58-9EFD-49BF-BA1D-0F0728C572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ar"/>
        </a:ext>
      </dgm:extLst>
    </dgm:pt>
    <dgm:pt modelId="{04467F26-33A8-4E2A-9BEF-C3148E3259EF}" type="pres">
      <dgm:prSet presAssocID="{09A61E58-9EFD-49BF-BA1D-0F0728C572D6}" presName="spaceRect" presStyleCnt="0"/>
      <dgm:spPr/>
    </dgm:pt>
    <dgm:pt modelId="{9DC4D6B7-F15A-4378-A237-31C42A703725}" type="pres">
      <dgm:prSet presAssocID="{09A61E58-9EFD-49BF-BA1D-0F0728C572D6}" presName="textRect" presStyleLbl="revTx" presStyleIdx="0" presStyleCnt="3">
        <dgm:presLayoutVars>
          <dgm:chMax val="1"/>
          <dgm:chPref val="1"/>
        </dgm:presLayoutVars>
      </dgm:prSet>
      <dgm:spPr/>
    </dgm:pt>
    <dgm:pt modelId="{E11ADA71-C54E-4A49-A528-EDCA4850848C}" type="pres">
      <dgm:prSet presAssocID="{255415C6-0373-4948-ADCE-A08B786790EC}" presName="sibTrans" presStyleCnt="0"/>
      <dgm:spPr/>
    </dgm:pt>
    <dgm:pt modelId="{25F2E441-9BD9-403C-96A1-AD8D2C7FF535}" type="pres">
      <dgm:prSet presAssocID="{B1E728CF-DBE2-4C17-A10C-60EC2CA56293}" presName="compNode" presStyleCnt="0"/>
      <dgm:spPr/>
    </dgm:pt>
    <dgm:pt modelId="{FF33C276-6E9B-477F-921B-F6486BC97095}" type="pres">
      <dgm:prSet presAssocID="{B1E728CF-DBE2-4C17-A10C-60EC2CA562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8958071-34CB-4DFC-A9F2-B085D3FAB03C}" type="pres">
      <dgm:prSet presAssocID="{B1E728CF-DBE2-4C17-A10C-60EC2CA56293}" presName="spaceRect" presStyleCnt="0"/>
      <dgm:spPr/>
    </dgm:pt>
    <dgm:pt modelId="{050FBA4C-6933-4D82-8010-A055E8FEC828}" type="pres">
      <dgm:prSet presAssocID="{B1E728CF-DBE2-4C17-A10C-60EC2CA56293}" presName="textRect" presStyleLbl="revTx" presStyleIdx="1" presStyleCnt="3">
        <dgm:presLayoutVars>
          <dgm:chMax val="1"/>
          <dgm:chPref val="1"/>
        </dgm:presLayoutVars>
      </dgm:prSet>
      <dgm:spPr/>
    </dgm:pt>
    <dgm:pt modelId="{1B4DFC1C-C2E7-4917-88E8-C7F7AB51FDEB}" type="pres">
      <dgm:prSet presAssocID="{AC0171F1-47E4-4822-BF28-4A59487592BB}" presName="sibTrans" presStyleCnt="0"/>
      <dgm:spPr/>
    </dgm:pt>
    <dgm:pt modelId="{52B3DF08-E064-4B81-8A2F-2FB2B09DF640}" type="pres">
      <dgm:prSet presAssocID="{B29091C9-EF2C-41CE-B9F3-4BB390C2E182}" presName="compNode" presStyleCnt="0"/>
      <dgm:spPr/>
    </dgm:pt>
    <dgm:pt modelId="{0C092B49-4C67-4508-9C08-D8089D134800}" type="pres">
      <dgm:prSet presAssocID="{B29091C9-EF2C-41CE-B9F3-4BB390C2E1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FE27C75-6237-4693-BD3C-1D2BB502C265}" type="pres">
      <dgm:prSet presAssocID="{B29091C9-EF2C-41CE-B9F3-4BB390C2E182}" presName="spaceRect" presStyleCnt="0"/>
      <dgm:spPr/>
    </dgm:pt>
    <dgm:pt modelId="{288CE49D-2D9A-412B-A77B-835F2B820409}" type="pres">
      <dgm:prSet presAssocID="{B29091C9-EF2C-41CE-B9F3-4BB390C2E18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AEBB14-74A8-49B0-9837-F5AB61031822}" srcId="{2914B307-37E4-4D96-A544-900611692CEC}" destId="{09A61E58-9EFD-49BF-BA1D-0F0728C572D6}" srcOrd="0" destOrd="0" parTransId="{FD9B55BC-4062-42F3-BA43-EC3D96962F91}" sibTransId="{255415C6-0373-4948-ADCE-A08B786790EC}"/>
    <dgm:cxn modelId="{1ADC7920-607E-4479-9047-6203A04F150E}" type="presOf" srcId="{09A61E58-9EFD-49BF-BA1D-0F0728C572D6}" destId="{9DC4D6B7-F15A-4378-A237-31C42A703725}" srcOrd="0" destOrd="0" presId="urn:microsoft.com/office/officeart/2018/2/layout/IconLabelList"/>
    <dgm:cxn modelId="{8EEBD960-F5F5-401D-8EF5-FAFCB35B69BF}" srcId="{2914B307-37E4-4D96-A544-900611692CEC}" destId="{B1E728CF-DBE2-4C17-A10C-60EC2CA56293}" srcOrd="1" destOrd="0" parTransId="{7EC19805-4FEF-4E6B-B618-54E80BAB52EA}" sibTransId="{AC0171F1-47E4-4822-BF28-4A59487592BB}"/>
    <dgm:cxn modelId="{9BDF8069-C988-4F6C-AC7F-2697C579AD38}" type="presOf" srcId="{B29091C9-EF2C-41CE-B9F3-4BB390C2E182}" destId="{288CE49D-2D9A-412B-A77B-835F2B820409}" srcOrd="0" destOrd="0" presId="urn:microsoft.com/office/officeart/2018/2/layout/IconLabelList"/>
    <dgm:cxn modelId="{8CE1216D-05FB-4EC4-895E-821F31A47452}" type="presOf" srcId="{B1E728CF-DBE2-4C17-A10C-60EC2CA56293}" destId="{050FBA4C-6933-4D82-8010-A055E8FEC828}" srcOrd="0" destOrd="0" presId="urn:microsoft.com/office/officeart/2018/2/layout/IconLabelList"/>
    <dgm:cxn modelId="{52E9FE84-302A-4C12-AAA7-C572050A9D52}" type="presOf" srcId="{2914B307-37E4-4D96-A544-900611692CEC}" destId="{CCB987B2-E5F4-4C2A-9A6C-9C8BEA5A4701}" srcOrd="0" destOrd="0" presId="urn:microsoft.com/office/officeart/2018/2/layout/IconLabelList"/>
    <dgm:cxn modelId="{FC8536E1-FBD5-4774-B1F9-B1C8EAD62C38}" srcId="{2914B307-37E4-4D96-A544-900611692CEC}" destId="{B29091C9-EF2C-41CE-B9F3-4BB390C2E182}" srcOrd="2" destOrd="0" parTransId="{AC275E56-5137-42B2-BCD9-37ED1D98E88C}" sibTransId="{EDA3E031-6A35-4EDF-B777-D3C0CC271440}"/>
    <dgm:cxn modelId="{FBA10F7F-4361-4475-B64A-65E9D206DE07}" type="presParOf" srcId="{CCB987B2-E5F4-4C2A-9A6C-9C8BEA5A4701}" destId="{F63BE8B8-F7D9-4800-828D-8156D5DE780C}" srcOrd="0" destOrd="0" presId="urn:microsoft.com/office/officeart/2018/2/layout/IconLabelList"/>
    <dgm:cxn modelId="{3CD2E810-9E41-44C6-92BA-8144B7AA44C2}" type="presParOf" srcId="{F63BE8B8-F7D9-4800-828D-8156D5DE780C}" destId="{FFEDCAB0-C83D-4818-B861-C3CD0D534ECC}" srcOrd="0" destOrd="0" presId="urn:microsoft.com/office/officeart/2018/2/layout/IconLabelList"/>
    <dgm:cxn modelId="{F1A853E3-153D-41F9-A0D9-018021E20349}" type="presParOf" srcId="{F63BE8B8-F7D9-4800-828D-8156D5DE780C}" destId="{04467F26-33A8-4E2A-9BEF-C3148E3259EF}" srcOrd="1" destOrd="0" presId="urn:microsoft.com/office/officeart/2018/2/layout/IconLabelList"/>
    <dgm:cxn modelId="{61A4C851-3FBB-4AF9-96B6-679FFAB90B8A}" type="presParOf" srcId="{F63BE8B8-F7D9-4800-828D-8156D5DE780C}" destId="{9DC4D6B7-F15A-4378-A237-31C42A703725}" srcOrd="2" destOrd="0" presId="urn:microsoft.com/office/officeart/2018/2/layout/IconLabelList"/>
    <dgm:cxn modelId="{0ED01CD4-1209-49A5-8300-DEDF5F054FF2}" type="presParOf" srcId="{CCB987B2-E5F4-4C2A-9A6C-9C8BEA5A4701}" destId="{E11ADA71-C54E-4A49-A528-EDCA4850848C}" srcOrd="1" destOrd="0" presId="urn:microsoft.com/office/officeart/2018/2/layout/IconLabelList"/>
    <dgm:cxn modelId="{70F4CAB7-C606-477E-8ADD-A066ED98BF82}" type="presParOf" srcId="{CCB987B2-E5F4-4C2A-9A6C-9C8BEA5A4701}" destId="{25F2E441-9BD9-403C-96A1-AD8D2C7FF535}" srcOrd="2" destOrd="0" presId="urn:microsoft.com/office/officeart/2018/2/layout/IconLabelList"/>
    <dgm:cxn modelId="{4DF5EE22-49CF-48D4-8DB6-1B22F5E8F425}" type="presParOf" srcId="{25F2E441-9BD9-403C-96A1-AD8D2C7FF535}" destId="{FF33C276-6E9B-477F-921B-F6486BC97095}" srcOrd="0" destOrd="0" presId="urn:microsoft.com/office/officeart/2018/2/layout/IconLabelList"/>
    <dgm:cxn modelId="{0F25E470-19FC-4D06-8A75-5EA7568D42F1}" type="presParOf" srcId="{25F2E441-9BD9-403C-96A1-AD8D2C7FF535}" destId="{E8958071-34CB-4DFC-A9F2-B085D3FAB03C}" srcOrd="1" destOrd="0" presId="urn:microsoft.com/office/officeart/2018/2/layout/IconLabelList"/>
    <dgm:cxn modelId="{8E509FFB-42C5-4628-BFB2-B843DA8C7866}" type="presParOf" srcId="{25F2E441-9BD9-403C-96A1-AD8D2C7FF535}" destId="{050FBA4C-6933-4D82-8010-A055E8FEC828}" srcOrd="2" destOrd="0" presId="urn:microsoft.com/office/officeart/2018/2/layout/IconLabelList"/>
    <dgm:cxn modelId="{E07F23C8-CDDF-4188-82C5-28049D368FBC}" type="presParOf" srcId="{CCB987B2-E5F4-4C2A-9A6C-9C8BEA5A4701}" destId="{1B4DFC1C-C2E7-4917-88E8-C7F7AB51FDEB}" srcOrd="3" destOrd="0" presId="urn:microsoft.com/office/officeart/2018/2/layout/IconLabelList"/>
    <dgm:cxn modelId="{13F80F21-D970-4D67-B8B4-04B69B30B59E}" type="presParOf" srcId="{CCB987B2-E5F4-4C2A-9A6C-9C8BEA5A4701}" destId="{52B3DF08-E064-4B81-8A2F-2FB2B09DF640}" srcOrd="4" destOrd="0" presId="urn:microsoft.com/office/officeart/2018/2/layout/IconLabelList"/>
    <dgm:cxn modelId="{50327FDE-39C0-4304-A7BA-7F29497E0E7C}" type="presParOf" srcId="{52B3DF08-E064-4B81-8A2F-2FB2B09DF640}" destId="{0C092B49-4C67-4508-9C08-D8089D134800}" srcOrd="0" destOrd="0" presId="urn:microsoft.com/office/officeart/2018/2/layout/IconLabelList"/>
    <dgm:cxn modelId="{5890DACB-18B4-4CCB-9401-6AD8137A7C64}" type="presParOf" srcId="{52B3DF08-E064-4B81-8A2F-2FB2B09DF640}" destId="{CFE27C75-6237-4693-BD3C-1D2BB502C265}" srcOrd="1" destOrd="0" presId="urn:microsoft.com/office/officeart/2018/2/layout/IconLabelList"/>
    <dgm:cxn modelId="{4E9A03EF-CD12-44D1-9BD8-6E72D8CA864C}" type="presParOf" srcId="{52B3DF08-E064-4B81-8A2F-2FB2B09DF640}" destId="{288CE49D-2D9A-412B-A77B-835F2B82040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23FEC9-2D89-4DFC-AB79-AC78682C51B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4A1599-E7D3-4105-B929-927CD1448BDA}">
      <dgm:prSet/>
      <dgm:spPr/>
      <dgm:t>
        <a:bodyPr/>
        <a:lstStyle/>
        <a:p>
          <a:pPr>
            <a:defRPr cap="all"/>
          </a:pPr>
          <a:r>
            <a:rPr lang="en-US"/>
            <a:t>• Responsabilidad: manejo correcto del stack.</a:t>
          </a:r>
        </a:p>
      </dgm:t>
    </dgm:pt>
    <dgm:pt modelId="{D4B75BFC-93A6-402A-B67F-2A200B862520}" type="parTrans" cxnId="{6243E2BD-55EF-4366-86E5-9490DC0C0706}">
      <dgm:prSet/>
      <dgm:spPr/>
      <dgm:t>
        <a:bodyPr/>
        <a:lstStyle/>
        <a:p>
          <a:endParaRPr lang="en-US"/>
        </a:p>
      </dgm:t>
    </dgm:pt>
    <dgm:pt modelId="{86326880-03E9-4239-9376-0DD92BF1E85A}" type="sibTrans" cxnId="{6243E2BD-55EF-4366-86E5-9490DC0C0706}">
      <dgm:prSet/>
      <dgm:spPr/>
      <dgm:t>
        <a:bodyPr/>
        <a:lstStyle/>
        <a:p>
          <a:endParaRPr lang="en-US"/>
        </a:p>
      </dgm:t>
    </dgm:pt>
    <dgm:pt modelId="{BF37CF5B-38EE-44F7-8E14-317D058BCE0B}">
      <dgm:prSet/>
      <dgm:spPr/>
      <dgm:t>
        <a:bodyPr/>
        <a:lstStyle/>
        <a:p>
          <a:pPr>
            <a:defRPr cap="all"/>
          </a:pPr>
          <a:r>
            <a:rPr lang="en-US"/>
            <a:t>• Excelencia: estructurar el código en funciones claras.</a:t>
          </a:r>
        </a:p>
      </dgm:t>
    </dgm:pt>
    <dgm:pt modelId="{F18516AF-286F-40B5-8544-3B1AC241C6A3}" type="parTrans" cxnId="{9AF95212-14BC-4337-8834-58C9E2B559B0}">
      <dgm:prSet/>
      <dgm:spPr/>
      <dgm:t>
        <a:bodyPr/>
        <a:lstStyle/>
        <a:p>
          <a:endParaRPr lang="en-US"/>
        </a:p>
      </dgm:t>
    </dgm:pt>
    <dgm:pt modelId="{563B8800-521E-4028-AA3B-3D65DAF437E0}" type="sibTrans" cxnId="{9AF95212-14BC-4337-8834-58C9E2B559B0}">
      <dgm:prSet/>
      <dgm:spPr/>
      <dgm:t>
        <a:bodyPr/>
        <a:lstStyle/>
        <a:p>
          <a:endParaRPr lang="en-US"/>
        </a:p>
      </dgm:t>
    </dgm:pt>
    <dgm:pt modelId="{453B1DE2-6CAC-4E6F-86F8-10680DEEC786}">
      <dgm:prSet/>
      <dgm:spPr/>
      <dgm:t>
        <a:bodyPr/>
        <a:lstStyle/>
        <a:p>
          <a:pPr>
            <a:defRPr cap="all"/>
          </a:pPr>
          <a:r>
            <a:rPr lang="en-US"/>
            <a:t>• Compromiso: seguir las convenciones de llamadas.</a:t>
          </a:r>
        </a:p>
      </dgm:t>
    </dgm:pt>
    <dgm:pt modelId="{3FCA893B-E7DE-4E32-8958-03DC39A2E664}" type="parTrans" cxnId="{CB7A1979-11A6-4641-ABA2-C617491F9DE2}">
      <dgm:prSet/>
      <dgm:spPr/>
      <dgm:t>
        <a:bodyPr/>
        <a:lstStyle/>
        <a:p>
          <a:endParaRPr lang="en-US"/>
        </a:p>
      </dgm:t>
    </dgm:pt>
    <dgm:pt modelId="{96A87967-7FD7-4077-8C33-7C4BBD65A9B5}" type="sibTrans" cxnId="{CB7A1979-11A6-4641-ABA2-C617491F9DE2}">
      <dgm:prSet/>
      <dgm:spPr/>
      <dgm:t>
        <a:bodyPr/>
        <a:lstStyle/>
        <a:p>
          <a:endParaRPr lang="en-US"/>
        </a:p>
      </dgm:t>
    </dgm:pt>
    <dgm:pt modelId="{10363C30-6746-4FE7-B55C-6725DC8CA7F0}" type="pres">
      <dgm:prSet presAssocID="{BB23FEC9-2D89-4DFC-AB79-AC78682C51B0}" presName="root" presStyleCnt="0">
        <dgm:presLayoutVars>
          <dgm:dir/>
          <dgm:resizeHandles val="exact"/>
        </dgm:presLayoutVars>
      </dgm:prSet>
      <dgm:spPr/>
    </dgm:pt>
    <dgm:pt modelId="{6E103A81-6A28-4EF6-BAB2-FE8D677A028B}" type="pres">
      <dgm:prSet presAssocID="{BF4A1599-E7D3-4105-B929-927CD1448BDA}" presName="compNode" presStyleCnt="0"/>
      <dgm:spPr/>
    </dgm:pt>
    <dgm:pt modelId="{85475B1D-5F42-43DE-8D48-C9C36281B26E}" type="pres">
      <dgm:prSet presAssocID="{BF4A1599-E7D3-4105-B929-927CD1448BDA}" presName="iconBgRect" presStyleLbl="bgShp" presStyleIdx="0" presStyleCnt="3"/>
      <dgm:spPr/>
    </dgm:pt>
    <dgm:pt modelId="{A97FA271-4A5D-4209-849F-7197CDC8B23F}" type="pres">
      <dgm:prSet presAssocID="{BF4A1599-E7D3-4105-B929-927CD1448B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30C8A09-1827-4FAA-A806-2B4A643D0D04}" type="pres">
      <dgm:prSet presAssocID="{BF4A1599-E7D3-4105-B929-927CD1448BDA}" presName="spaceRect" presStyleCnt="0"/>
      <dgm:spPr/>
    </dgm:pt>
    <dgm:pt modelId="{12380D24-D1BF-4C3D-89F0-6555FFD60480}" type="pres">
      <dgm:prSet presAssocID="{BF4A1599-E7D3-4105-B929-927CD1448BDA}" presName="textRect" presStyleLbl="revTx" presStyleIdx="0" presStyleCnt="3">
        <dgm:presLayoutVars>
          <dgm:chMax val="1"/>
          <dgm:chPref val="1"/>
        </dgm:presLayoutVars>
      </dgm:prSet>
      <dgm:spPr/>
    </dgm:pt>
    <dgm:pt modelId="{F2950FBF-3963-47E5-B3A2-B944D1607C64}" type="pres">
      <dgm:prSet presAssocID="{86326880-03E9-4239-9376-0DD92BF1E85A}" presName="sibTrans" presStyleCnt="0"/>
      <dgm:spPr/>
    </dgm:pt>
    <dgm:pt modelId="{A8213D72-E1C6-4CA2-AF4D-EA146D9307E7}" type="pres">
      <dgm:prSet presAssocID="{BF37CF5B-38EE-44F7-8E14-317D058BCE0B}" presName="compNode" presStyleCnt="0"/>
      <dgm:spPr/>
    </dgm:pt>
    <dgm:pt modelId="{05E3C0CA-D718-4093-8B7D-B0BE4929AE61}" type="pres">
      <dgm:prSet presAssocID="{BF37CF5B-38EE-44F7-8E14-317D058BCE0B}" presName="iconBgRect" presStyleLbl="bgShp" presStyleIdx="1" presStyleCnt="3"/>
      <dgm:spPr/>
    </dgm:pt>
    <dgm:pt modelId="{FD3F547E-6426-4006-8C93-6BAECF9F82C6}" type="pres">
      <dgm:prSet presAssocID="{BF37CF5B-38EE-44F7-8E14-317D058BCE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C9A11DB4-8C52-495B-9AB7-7A3C45A6F2FA}" type="pres">
      <dgm:prSet presAssocID="{BF37CF5B-38EE-44F7-8E14-317D058BCE0B}" presName="spaceRect" presStyleCnt="0"/>
      <dgm:spPr/>
    </dgm:pt>
    <dgm:pt modelId="{C84E775B-6A24-411E-A981-BA3D7DEFEFB1}" type="pres">
      <dgm:prSet presAssocID="{BF37CF5B-38EE-44F7-8E14-317D058BCE0B}" presName="textRect" presStyleLbl="revTx" presStyleIdx="1" presStyleCnt="3">
        <dgm:presLayoutVars>
          <dgm:chMax val="1"/>
          <dgm:chPref val="1"/>
        </dgm:presLayoutVars>
      </dgm:prSet>
      <dgm:spPr/>
    </dgm:pt>
    <dgm:pt modelId="{FE5F5D65-7795-4D69-9AF4-4674C08735CD}" type="pres">
      <dgm:prSet presAssocID="{563B8800-521E-4028-AA3B-3D65DAF437E0}" presName="sibTrans" presStyleCnt="0"/>
      <dgm:spPr/>
    </dgm:pt>
    <dgm:pt modelId="{41221FA9-BF66-4139-B6AE-3B9D8773EEEC}" type="pres">
      <dgm:prSet presAssocID="{453B1DE2-6CAC-4E6F-86F8-10680DEEC786}" presName="compNode" presStyleCnt="0"/>
      <dgm:spPr/>
    </dgm:pt>
    <dgm:pt modelId="{BD243E81-3FDC-403D-945E-521A16270757}" type="pres">
      <dgm:prSet presAssocID="{453B1DE2-6CAC-4E6F-86F8-10680DEEC786}" presName="iconBgRect" presStyleLbl="bgShp" presStyleIdx="2" presStyleCnt="3"/>
      <dgm:spPr/>
    </dgm:pt>
    <dgm:pt modelId="{FE83B9EC-06D1-431A-8270-3D5086BA7910}" type="pres">
      <dgm:prSet presAssocID="{453B1DE2-6CAC-4E6F-86F8-10680DEEC7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3DF4270A-C503-488F-9F55-394C0B2EA207}" type="pres">
      <dgm:prSet presAssocID="{453B1DE2-6CAC-4E6F-86F8-10680DEEC786}" presName="spaceRect" presStyleCnt="0"/>
      <dgm:spPr/>
    </dgm:pt>
    <dgm:pt modelId="{7366DC27-9DF2-4F4E-A5A9-F66CDEA68268}" type="pres">
      <dgm:prSet presAssocID="{453B1DE2-6CAC-4E6F-86F8-10680DEEC78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F95212-14BC-4337-8834-58C9E2B559B0}" srcId="{BB23FEC9-2D89-4DFC-AB79-AC78682C51B0}" destId="{BF37CF5B-38EE-44F7-8E14-317D058BCE0B}" srcOrd="1" destOrd="0" parTransId="{F18516AF-286F-40B5-8544-3B1AC241C6A3}" sibTransId="{563B8800-521E-4028-AA3B-3D65DAF437E0}"/>
    <dgm:cxn modelId="{5F2AEC5C-D9EA-4353-AB1C-1E793800A641}" type="presOf" srcId="{BF4A1599-E7D3-4105-B929-927CD1448BDA}" destId="{12380D24-D1BF-4C3D-89F0-6555FFD60480}" srcOrd="0" destOrd="0" presId="urn:microsoft.com/office/officeart/2018/5/layout/IconCircleLabelList"/>
    <dgm:cxn modelId="{2E2DBD68-C09B-4ED8-90CD-0AEF56AA308B}" type="presOf" srcId="{BB23FEC9-2D89-4DFC-AB79-AC78682C51B0}" destId="{10363C30-6746-4FE7-B55C-6725DC8CA7F0}" srcOrd="0" destOrd="0" presId="urn:microsoft.com/office/officeart/2018/5/layout/IconCircleLabelList"/>
    <dgm:cxn modelId="{CB7A1979-11A6-4641-ABA2-C617491F9DE2}" srcId="{BB23FEC9-2D89-4DFC-AB79-AC78682C51B0}" destId="{453B1DE2-6CAC-4E6F-86F8-10680DEEC786}" srcOrd="2" destOrd="0" parTransId="{3FCA893B-E7DE-4E32-8958-03DC39A2E664}" sibTransId="{96A87967-7FD7-4077-8C33-7C4BBD65A9B5}"/>
    <dgm:cxn modelId="{A2399E5A-D254-4D20-A1A8-E88F571975D6}" type="presOf" srcId="{BF37CF5B-38EE-44F7-8E14-317D058BCE0B}" destId="{C84E775B-6A24-411E-A981-BA3D7DEFEFB1}" srcOrd="0" destOrd="0" presId="urn:microsoft.com/office/officeart/2018/5/layout/IconCircleLabelList"/>
    <dgm:cxn modelId="{B0415DBD-B1E7-4300-A992-1670579855AA}" type="presOf" srcId="{453B1DE2-6CAC-4E6F-86F8-10680DEEC786}" destId="{7366DC27-9DF2-4F4E-A5A9-F66CDEA68268}" srcOrd="0" destOrd="0" presId="urn:microsoft.com/office/officeart/2018/5/layout/IconCircleLabelList"/>
    <dgm:cxn modelId="{6243E2BD-55EF-4366-86E5-9490DC0C0706}" srcId="{BB23FEC9-2D89-4DFC-AB79-AC78682C51B0}" destId="{BF4A1599-E7D3-4105-B929-927CD1448BDA}" srcOrd="0" destOrd="0" parTransId="{D4B75BFC-93A6-402A-B67F-2A200B862520}" sibTransId="{86326880-03E9-4239-9376-0DD92BF1E85A}"/>
    <dgm:cxn modelId="{E1101A00-9E75-45B3-8706-3EE50FEB62B7}" type="presParOf" srcId="{10363C30-6746-4FE7-B55C-6725DC8CA7F0}" destId="{6E103A81-6A28-4EF6-BAB2-FE8D677A028B}" srcOrd="0" destOrd="0" presId="urn:microsoft.com/office/officeart/2018/5/layout/IconCircleLabelList"/>
    <dgm:cxn modelId="{D56119E8-E9A6-4E52-9620-E2A9726F8D87}" type="presParOf" srcId="{6E103A81-6A28-4EF6-BAB2-FE8D677A028B}" destId="{85475B1D-5F42-43DE-8D48-C9C36281B26E}" srcOrd="0" destOrd="0" presId="urn:microsoft.com/office/officeart/2018/5/layout/IconCircleLabelList"/>
    <dgm:cxn modelId="{C736BE9A-EBCD-48DB-BC83-36AF64726C47}" type="presParOf" srcId="{6E103A81-6A28-4EF6-BAB2-FE8D677A028B}" destId="{A97FA271-4A5D-4209-849F-7197CDC8B23F}" srcOrd="1" destOrd="0" presId="urn:microsoft.com/office/officeart/2018/5/layout/IconCircleLabelList"/>
    <dgm:cxn modelId="{1DE37A09-D520-4726-8381-41604C0316D8}" type="presParOf" srcId="{6E103A81-6A28-4EF6-BAB2-FE8D677A028B}" destId="{430C8A09-1827-4FAA-A806-2B4A643D0D04}" srcOrd="2" destOrd="0" presId="urn:microsoft.com/office/officeart/2018/5/layout/IconCircleLabelList"/>
    <dgm:cxn modelId="{41B6EE4D-C3F3-4BD3-84D7-0C933A85AEF5}" type="presParOf" srcId="{6E103A81-6A28-4EF6-BAB2-FE8D677A028B}" destId="{12380D24-D1BF-4C3D-89F0-6555FFD60480}" srcOrd="3" destOrd="0" presId="urn:microsoft.com/office/officeart/2018/5/layout/IconCircleLabelList"/>
    <dgm:cxn modelId="{6A2F4840-99F9-46FD-8D53-84F5C6CF296D}" type="presParOf" srcId="{10363C30-6746-4FE7-B55C-6725DC8CA7F0}" destId="{F2950FBF-3963-47E5-B3A2-B944D1607C64}" srcOrd="1" destOrd="0" presId="urn:microsoft.com/office/officeart/2018/5/layout/IconCircleLabelList"/>
    <dgm:cxn modelId="{B0A9BC5E-5976-460D-A72D-47BEC6EA74EE}" type="presParOf" srcId="{10363C30-6746-4FE7-B55C-6725DC8CA7F0}" destId="{A8213D72-E1C6-4CA2-AF4D-EA146D9307E7}" srcOrd="2" destOrd="0" presId="urn:microsoft.com/office/officeart/2018/5/layout/IconCircleLabelList"/>
    <dgm:cxn modelId="{48EEAA60-AB83-4981-9313-EFEE53ADB03A}" type="presParOf" srcId="{A8213D72-E1C6-4CA2-AF4D-EA146D9307E7}" destId="{05E3C0CA-D718-4093-8B7D-B0BE4929AE61}" srcOrd="0" destOrd="0" presId="urn:microsoft.com/office/officeart/2018/5/layout/IconCircleLabelList"/>
    <dgm:cxn modelId="{7D23CA4A-CEB4-459E-A3BE-50506D4D738B}" type="presParOf" srcId="{A8213D72-E1C6-4CA2-AF4D-EA146D9307E7}" destId="{FD3F547E-6426-4006-8C93-6BAECF9F82C6}" srcOrd="1" destOrd="0" presId="urn:microsoft.com/office/officeart/2018/5/layout/IconCircleLabelList"/>
    <dgm:cxn modelId="{A0BBBF1D-2988-432B-87E8-E1055A60B8B6}" type="presParOf" srcId="{A8213D72-E1C6-4CA2-AF4D-EA146D9307E7}" destId="{C9A11DB4-8C52-495B-9AB7-7A3C45A6F2FA}" srcOrd="2" destOrd="0" presId="urn:microsoft.com/office/officeart/2018/5/layout/IconCircleLabelList"/>
    <dgm:cxn modelId="{C5EF3ACF-8662-4B37-98C4-C4DDDCBC08E2}" type="presParOf" srcId="{A8213D72-E1C6-4CA2-AF4D-EA146D9307E7}" destId="{C84E775B-6A24-411E-A981-BA3D7DEFEFB1}" srcOrd="3" destOrd="0" presId="urn:microsoft.com/office/officeart/2018/5/layout/IconCircleLabelList"/>
    <dgm:cxn modelId="{9BC35B0D-2077-4071-A3D0-D32D3F891C8B}" type="presParOf" srcId="{10363C30-6746-4FE7-B55C-6725DC8CA7F0}" destId="{FE5F5D65-7795-4D69-9AF4-4674C08735CD}" srcOrd="3" destOrd="0" presId="urn:microsoft.com/office/officeart/2018/5/layout/IconCircleLabelList"/>
    <dgm:cxn modelId="{DC64E9F9-DCA7-49FF-BC12-E94721849F95}" type="presParOf" srcId="{10363C30-6746-4FE7-B55C-6725DC8CA7F0}" destId="{41221FA9-BF66-4139-B6AE-3B9D8773EEEC}" srcOrd="4" destOrd="0" presId="urn:microsoft.com/office/officeart/2018/5/layout/IconCircleLabelList"/>
    <dgm:cxn modelId="{42DC0D98-1CE8-4836-A285-9674E9E2E487}" type="presParOf" srcId="{41221FA9-BF66-4139-B6AE-3B9D8773EEEC}" destId="{BD243E81-3FDC-403D-945E-521A16270757}" srcOrd="0" destOrd="0" presId="urn:microsoft.com/office/officeart/2018/5/layout/IconCircleLabelList"/>
    <dgm:cxn modelId="{6AB37AD7-3879-48AD-B5FC-DFFF46B6DC9D}" type="presParOf" srcId="{41221FA9-BF66-4139-B6AE-3B9D8773EEEC}" destId="{FE83B9EC-06D1-431A-8270-3D5086BA7910}" srcOrd="1" destOrd="0" presId="urn:microsoft.com/office/officeart/2018/5/layout/IconCircleLabelList"/>
    <dgm:cxn modelId="{23F16923-155C-422F-A711-37358263C1F1}" type="presParOf" srcId="{41221FA9-BF66-4139-B6AE-3B9D8773EEEC}" destId="{3DF4270A-C503-488F-9F55-394C0B2EA207}" srcOrd="2" destOrd="0" presId="urn:microsoft.com/office/officeart/2018/5/layout/IconCircleLabelList"/>
    <dgm:cxn modelId="{40A5B708-33F9-446F-B0C0-B904B3754664}" type="presParOf" srcId="{41221FA9-BF66-4139-B6AE-3B9D8773EEEC}" destId="{7366DC27-9DF2-4F4E-A5A9-F66CDEA682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AEF152-45EF-467A-98C6-ECAE2F5B782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B06B44-7F98-4606-9870-C7AC2D551C1B}">
      <dgm:prSet/>
      <dgm:spPr/>
      <dgm:t>
        <a:bodyPr/>
        <a:lstStyle/>
        <a:p>
          <a:r>
            <a:rPr lang="en-US"/>
            <a:t>1. ¿Qué registro almacena la dirección de retorno?</a:t>
          </a:r>
        </a:p>
      </dgm:t>
    </dgm:pt>
    <dgm:pt modelId="{497AD67E-F8AA-46F7-AEC6-C80DE6116C15}" type="parTrans" cxnId="{1C11EA69-0FBD-4E5A-B1DD-D3044DBC84E4}">
      <dgm:prSet/>
      <dgm:spPr/>
      <dgm:t>
        <a:bodyPr/>
        <a:lstStyle/>
        <a:p>
          <a:endParaRPr lang="en-US"/>
        </a:p>
      </dgm:t>
    </dgm:pt>
    <dgm:pt modelId="{A7C550A7-6F5C-4A6B-9D46-065630EFE46B}" type="sibTrans" cxnId="{1C11EA69-0FBD-4E5A-B1DD-D3044DBC84E4}">
      <dgm:prSet/>
      <dgm:spPr/>
      <dgm:t>
        <a:bodyPr/>
        <a:lstStyle/>
        <a:p>
          <a:endParaRPr lang="en-US"/>
        </a:p>
      </dgm:t>
    </dgm:pt>
    <dgm:pt modelId="{FD8E6462-E9F1-4477-8659-F746EB692CF3}">
      <dgm:prSet/>
      <dgm:spPr/>
      <dgm:t>
        <a:bodyPr/>
        <a:lstStyle/>
        <a:p>
          <a:r>
            <a:rPr lang="en-US"/>
            <a:t>a) x0</a:t>
          </a:r>
        </a:p>
      </dgm:t>
    </dgm:pt>
    <dgm:pt modelId="{2455FD68-0A3B-4734-937E-79A7A13FE518}" type="parTrans" cxnId="{FB46F531-D4A9-4E97-A8F2-0198A8BFAA0B}">
      <dgm:prSet/>
      <dgm:spPr/>
      <dgm:t>
        <a:bodyPr/>
        <a:lstStyle/>
        <a:p>
          <a:endParaRPr lang="en-US"/>
        </a:p>
      </dgm:t>
    </dgm:pt>
    <dgm:pt modelId="{6DD449C8-DBD1-49E7-95A7-522738A13BD1}" type="sibTrans" cxnId="{FB46F531-D4A9-4E97-A8F2-0198A8BFAA0B}">
      <dgm:prSet/>
      <dgm:spPr/>
      <dgm:t>
        <a:bodyPr/>
        <a:lstStyle/>
        <a:p>
          <a:endParaRPr lang="en-US"/>
        </a:p>
      </dgm:t>
    </dgm:pt>
    <dgm:pt modelId="{BA802DAB-46EE-4355-A589-52F88E07024A}">
      <dgm:prSet/>
      <dgm:spPr/>
      <dgm:t>
        <a:bodyPr/>
        <a:lstStyle/>
        <a:p>
          <a:r>
            <a:rPr lang="en-US"/>
            <a:t>b) x29</a:t>
          </a:r>
        </a:p>
      </dgm:t>
    </dgm:pt>
    <dgm:pt modelId="{4870C2FF-2180-4736-93D2-D995413EC9E8}" type="parTrans" cxnId="{96813D77-F8A4-474A-987A-6356823837AA}">
      <dgm:prSet/>
      <dgm:spPr/>
      <dgm:t>
        <a:bodyPr/>
        <a:lstStyle/>
        <a:p>
          <a:endParaRPr lang="en-US"/>
        </a:p>
      </dgm:t>
    </dgm:pt>
    <dgm:pt modelId="{F8C33F03-C67D-4E2B-9FDE-1925626418AD}" type="sibTrans" cxnId="{96813D77-F8A4-474A-987A-6356823837AA}">
      <dgm:prSet/>
      <dgm:spPr/>
      <dgm:t>
        <a:bodyPr/>
        <a:lstStyle/>
        <a:p>
          <a:endParaRPr lang="en-US"/>
        </a:p>
      </dgm:t>
    </dgm:pt>
    <dgm:pt modelId="{03AC02C6-F842-4222-B9E3-3F3B3C8639B2}">
      <dgm:prSet/>
      <dgm:spPr/>
      <dgm:t>
        <a:bodyPr/>
        <a:lstStyle/>
        <a:p>
          <a:r>
            <a:rPr lang="en-US"/>
            <a:t>c) x30</a:t>
          </a:r>
        </a:p>
      </dgm:t>
    </dgm:pt>
    <dgm:pt modelId="{B3DAF10D-87C9-4B90-BBF2-0561A0ADCD91}" type="parTrans" cxnId="{57867051-748E-45B1-8979-3C375F70A48B}">
      <dgm:prSet/>
      <dgm:spPr/>
      <dgm:t>
        <a:bodyPr/>
        <a:lstStyle/>
        <a:p>
          <a:endParaRPr lang="en-US"/>
        </a:p>
      </dgm:t>
    </dgm:pt>
    <dgm:pt modelId="{BBC62819-A36C-475B-9829-CE5FE7EABEA3}" type="sibTrans" cxnId="{57867051-748E-45B1-8979-3C375F70A48B}">
      <dgm:prSet/>
      <dgm:spPr/>
      <dgm:t>
        <a:bodyPr/>
        <a:lstStyle/>
        <a:p>
          <a:endParaRPr lang="en-US"/>
        </a:p>
      </dgm:t>
    </dgm:pt>
    <dgm:pt modelId="{2F9F5EDA-E92F-4DFA-88D9-92A196180F14}">
      <dgm:prSet/>
      <dgm:spPr/>
      <dgm:t>
        <a:bodyPr/>
        <a:lstStyle/>
        <a:p>
          <a:r>
            <a:rPr lang="en-US"/>
            <a:t>d) sp</a:t>
          </a:r>
        </a:p>
      </dgm:t>
    </dgm:pt>
    <dgm:pt modelId="{9CBCAFD0-59D6-462C-844F-72844DAB39B6}" type="parTrans" cxnId="{4E896C0C-2DD1-4CAE-8846-3ABED8B9752A}">
      <dgm:prSet/>
      <dgm:spPr/>
      <dgm:t>
        <a:bodyPr/>
        <a:lstStyle/>
        <a:p>
          <a:endParaRPr lang="en-US"/>
        </a:p>
      </dgm:t>
    </dgm:pt>
    <dgm:pt modelId="{95DBE733-F4D3-4818-87E0-BF622BDF0787}" type="sibTrans" cxnId="{4E896C0C-2DD1-4CAE-8846-3ABED8B9752A}">
      <dgm:prSet/>
      <dgm:spPr/>
      <dgm:t>
        <a:bodyPr/>
        <a:lstStyle/>
        <a:p>
          <a:endParaRPr lang="en-US"/>
        </a:p>
      </dgm:t>
    </dgm:pt>
    <dgm:pt modelId="{9CBED436-059E-40B2-A1B1-BEFAEA3C9D31}">
      <dgm:prSet/>
      <dgm:spPr/>
      <dgm:t>
        <a:bodyPr/>
        <a:lstStyle/>
        <a:p>
          <a:r>
            <a:rPr lang="en-US"/>
            <a:t>2. ¿Qué instrucción apila dos registros?</a:t>
          </a:r>
        </a:p>
      </dgm:t>
    </dgm:pt>
    <dgm:pt modelId="{2521D1C2-BF7C-4B76-AF70-89C32D645157}" type="parTrans" cxnId="{555CF533-F084-468A-B538-739236E56E85}">
      <dgm:prSet/>
      <dgm:spPr/>
      <dgm:t>
        <a:bodyPr/>
        <a:lstStyle/>
        <a:p>
          <a:endParaRPr lang="en-US"/>
        </a:p>
      </dgm:t>
    </dgm:pt>
    <dgm:pt modelId="{E68071B7-EBC7-4F71-A9E8-3D171DB87F50}" type="sibTrans" cxnId="{555CF533-F084-468A-B538-739236E56E85}">
      <dgm:prSet/>
      <dgm:spPr/>
      <dgm:t>
        <a:bodyPr/>
        <a:lstStyle/>
        <a:p>
          <a:endParaRPr lang="en-US"/>
        </a:p>
      </dgm:t>
    </dgm:pt>
    <dgm:pt modelId="{F66517BA-17F4-4F06-9051-16EA15A3A1B6}">
      <dgm:prSet/>
      <dgm:spPr/>
      <dgm:t>
        <a:bodyPr/>
        <a:lstStyle/>
        <a:p>
          <a:r>
            <a:rPr lang="en-US"/>
            <a:t>a) MOV</a:t>
          </a:r>
        </a:p>
      </dgm:t>
    </dgm:pt>
    <dgm:pt modelId="{21D1649B-CB59-4662-AB25-175B68F9B1C3}" type="parTrans" cxnId="{D8A1E4D5-7402-4B5E-B8B3-5196A4A35CBB}">
      <dgm:prSet/>
      <dgm:spPr/>
      <dgm:t>
        <a:bodyPr/>
        <a:lstStyle/>
        <a:p>
          <a:endParaRPr lang="en-US"/>
        </a:p>
      </dgm:t>
    </dgm:pt>
    <dgm:pt modelId="{D457ACE1-C2F2-41AE-88F9-BDE84F7A3D10}" type="sibTrans" cxnId="{D8A1E4D5-7402-4B5E-B8B3-5196A4A35CBB}">
      <dgm:prSet/>
      <dgm:spPr/>
      <dgm:t>
        <a:bodyPr/>
        <a:lstStyle/>
        <a:p>
          <a:endParaRPr lang="en-US"/>
        </a:p>
      </dgm:t>
    </dgm:pt>
    <dgm:pt modelId="{C310F4EA-8F39-4620-B85A-FA8A30FF7D1E}">
      <dgm:prSet/>
      <dgm:spPr/>
      <dgm:t>
        <a:bodyPr/>
        <a:lstStyle/>
        <a:p>
          <a:r>
            <a:rPr lang="en-US"/>
            <a:t>b) STP</a:t>
          </a:r>
        </a:p>
      </dgm:t>
    </dgm:pt>
    <dgm:pt modelId="{2A251053-E9A6-415B-854E-2C65BE2DCCC0}" type="parTrans" cxnId="{9EC5A1B0-9624-4ECB-BE1E-18E4836C9408}">
      <dgm:prSet/>
      <dgm:spPr/>
      <dgm:t>
        <a:bodyPr/>
        <a:lstStyle/>
        <a:p>
          <a:endParaRPr lang="en-US"/>
        </a:p>
      </dgm:t>
    </dgm:pt>
    <dgm:pt modelId="{70314446-83C1-46AB-A4FF-D01CEC4297A1}" type="sibTrans" cxnId="{9EC5A1B0-9624-4ECB-BE1E-18E4836C9408}">
      <dgm:prSet/>
      <dgm:spPr/>
      <dgm:t>
        <a:bodyPr/>
        <a:lstStyle/>
        <a:p>
          <a:endParaRPr lang="en-US"/>
        </a:p>
      </dgm:t>
    </dgm:pt>
    <dgm:pt modelId="{2ABA3B36-31A3-4185-ADB5-D054DB54D1A2}">
      <dgm:prSet/>
      <dgm:spPr/>
      <dgm:t>
        <a:bodyPr/>
        <a:lstStyle/>
        <a:p>
          <a:r>
            <a:rPr lang="en-US"/>
            <a:t>c) LDP</a:t>
          </a:r>
        </a:p>
      </dgm:t>
    </dgm:pt>
    <dgm:pt modelId="{E2688C6D-0EA0-475A-ABD6-16E5F68D6C34}" type="parTrans" cxnId="{C7366643-70B7-47B7-8AE3-C90322A31898}">
      <dgm:prSet/>
      <dgm:spPr/>
      <dgm:t>
        <a:bodyPr/>
        <a:lstStyle/>
        <a:p>
          <a:endParaRPr lang="en-US"/>
        </a:p>
      </dgm:t>
    </dgm:pt>
    <dgm:pt modelId="{03816C3A-55F0-4629-B5E1-200B43BDF454}" type="sibTrans" cxnId="{C7366643-70B7-47B7-8AE3-C90322A31898}">
      <dgm:prSet/>
      <dgm:spPr/>
      <dgm:t>
        <a:bodyPr/>
        <a:lstStyle/>
        <a:p>
          <a:endParaRPr lang="en-US"/>
        </a:p>
      </dgm:t>
    </dgm:pt>
    <dgm:pt modelId="{64E53F25-2A68-45B9-98CE-9C3ED5DEFD37}">
      <dgm:prSet/>
      <dgm:spPr/>
      <dgm:t>
        <a:bodyPr/>
        <a:lstStyle/>
        <a:p>
          <a:r>
            <a:rPr lang="en-US"/>
            <a:t>d) PUSH</a:t>
          </a:r>
        </a:p>
      </dgm:t>
    </dgm:pt>
    <dgm:pt modelId="{DD1A4F21-66F8-49AB-8DE2-7EF092DC6EDB}" type="parTrans" cxnId="{5EA591DC-AEAA-4D96-90F5-262BEBAAB2F7}">
      <dgm:prSet/>
      <dgm:spPr/>
      <dgm:t>
        <a:bodyPr/>
        <a:lstStyle/>
        <a:p>
          <a:endParaRPr lang="en-US"/>
        </a:p>
      </dgm:t>
    </dgm:pt>
    <dgm:pt modelId="{81D0F93B-3DED-455E-BC28-457AB70844CA}" type="sibTrans" cxnId="{5EA591DC-AEAA-4D96-90F5-262BEBAAB2F7}">
      <dgm:prSet/>
      <dgm:spPr/>
      <dgm:t>
        <a:bodyPr/>
        <a:lstStyle/>
        <a:p>
          <a:endParaRPr lang="en-US"/>
        </a:p>
      </dgm:t>
    </dgm:pt>
    <dgm:pt modelId="{0DD4C151-09CE-4791-9510-BC30E57CDD1F}">
      <dgm:prSet/>
      <dgm:spPr/>
      <dgm:t>
        <a:bodyPr/>
        <a:lstStyle/>
        <a:p>
          <a:r>
            <a:rPr lang="en-US"/>
            <a:t>3. ¿Qué instrucción retorna de una subrutina?</a:t>
          </a:r>
        </a:p>
      </dgm:t>
    </dgm:pt>
    <dgm:pt modelId="{CFC92EC2-3D02-4A1F-9B64-B64AF9A28DC2}" type="parTrans" cxnId="{EED172E9-7194-4127-9C3A-0F3045475C1C}">
      <dgm:prSet/>
      <dgm:spPr/>
      <dgm:t>
        <a:bodyPr/>
        <a:lstStyle/>
        <a:p>
          <a:endParaRPr lang="en-US"/>
        </a:p>
      </dgm:t>
    </dgm:pt>
    <dgm:pt modelId="{8FE6E94D-402E-4355-BA54-C7445C6C331D}" type="sibTrans" cxnId="{EED172E9-7194-4127-9C3A-0F3045475C1C}">
      <dgm:prSet/>
      <dgm:spPr/>
      <dgm:t>
        <a:bodyPr/>
        <a:lstStyle/>
        <a:p>
          <a:endParaRPr lang="en-US"/>
        </a:p>
      </dgm:t>
    </dgm:pt>
    <dgm:pt modelId="{092FCF91-398B-412F-A79D-AECD7E40DFEE}">
      <dgm:prSet/>
      <dgm:spPr/>
      <dgm:t>
        <a:bodyPr/>
        <a:lstStyle/>
        <a:p>
          <a:r>
            <a:rPr lang="en-US"/>
            <a:t>a) BL</a:t>
          </a:r>
        </a:p>
      </dgm:t>
    </dgm:pt>
    <dgm:pt modelId="{DC611EAE-90D6-4370-A946-CDA1EFAD9F02}" type="parTrans" cxnId="{B37DFBB2-2FF7-41AA-A028-9D072AD5582B}">
      <dgm:prSet/>
      <dgm:spPr/>
      <dgm:t>
        <a:bodyPr/>
        <a:lstStyle/>
        <a:p>
          <a:endParaRPr lang="en-US"/>
        </a:p>
      </dgm:t>
    </dgm:pt>
    <dgm:pt modelId="{46DCF6CB-5796-40B3-B720-F008D20A6CE8}" type="sibTrans" cxnId="{B37DFBB2-2FF7-41AA-A028-9D072AD5582B}">
      <dgm:prSet/>
      <dgm:spPr/>
      <dgm:t>
        <a:bodyPr/>
        <a:lstStyle/>
        <a:p>
          <a:endParaRPr lang="en-US"/>
        </a:p>
      </dgm:t>
    </dgm:pt>
    <dgm:pt modelId="{2DBC92A5-6FC8-4468-84C4-707286098021}">
      <dgm:prSet/>
      <dgm:spPr/>
      <dgm:t>
        <a:bodyPr/>
        <a:lstStyle/>
        <a:p>
          <a:r>
            <a:rPr lang="en-US"/>
            <a:t>b) B</a:t>
          </a:r>
        </a:p>
      </dgm:t>
    </dgm:pt>
    <dgm:pt modelId="{62931D75-9D22-4186-A41B-E26EAF09A70A}" type="parTrans" cxnId="{96D9E345-3ABD-4444-8821-BCC875534577}">
      <dgm:prSet/>
      <dgm:spPr/>
      <dgm:t>
        <a:bodyPr/>
        <a:lstStyle/>
        <a:p>
          <a:endParaRPr lang="en-US"/>
        </a:p>
      </dgm:t>
    </dgm:pt>
    <dgm:pt modelId="{40617F20-A8CB-4F91-A4B7-3CDF29A4FDD4}" type="sibTrans" cxnId="{96D9E345-3ABD-4444-8821-BCC875534577}">
      <dgm:prSet/>
      <dgm:spPr/>
      <dgm:t>
        <a:bodyPr/>
        <a:lstStyle/>
        <a:p>
          <a:endParaRPr lang="en-US"/>
        </a:p>
      </dgm:t>
    </dgm:pt>
    <dgm:pt modelId="{98637FAB-3F5A-4175-B396-F0C5B92ED961}">
      <dgm:prSet/>
      <dgm:spPr/>
      <dgm:t>
        <a:bodyPr/>
        <a:lstStyle/>
        <a:p>
          <a:r>
            <a:rPr lang="en-US"/>
            <a:t>c) RET</a:t>
          </a:r>
        </a:p>
      </dgm:t>
    </dgm:pt>
    <dgm:pt modelId="{8F32F2CF-DF8B-45B8-BB14-B605A5EF1099}" type="parTrans" cxnId="{3C9EEE99-A467-4F68-98AD-B56B15BCE066}">
      <dgm:prSet/>
      <dgm:spPr/>
      <dgm:t>
        <a:bodyPr/>
        <a:lstStyle/>
        <a:p>
          <a:endParaRPr lang="en-US"/>
        </a:p>
      </dgm:t>
    </dgm:pt>
    <dgm:pt modelId="{731F0D1A-82BD-4C57-8BAC-81FB469865F0}" type="sibTrans" cxnId="{3C9EEE99-A467-4F68-98AD-B56B15BCE066}">
      <dgm:prSet/>
      <dgm:spPr/>
      <dgm:t>
        <a:bodyPr/>
        <a:lstStyle/>
        <a:p>
          <a:endParaRPr lang="en-US"/>
        </a:p>
      </dgm:t>
    </dgm:pt>
    <dgm:pt modelId="{F656559B-43F2-4A84-8D61-69D7C25CC665}">
      <dgm:prSet/>
      <dgm:spPr/>
      <dgm:t>
        <a:bodyPr/>
        <a:lstStyle/>
        <a:p>
          <a:r>
            <a:rPr lang="en-US"/>
            <a:t>d) SVC</a:t>
          </a:r>
        </a:p>
      </dgm:t>
    </dgm:pt>
    <dgm:pt modelId="{9085E0C4-0382-489E-AEDA-7620B6E4C0F0}" type="parTrans" cxnId="{222DA06B-EB2E-4CC2-A170-0C8A40166455}">
      <dgm:prSet/>
      <dgm:spPr/>
      <dgm:t>
        <a:bodyPr/>
        <a:lstStyle/>
        <a:p>
          <a:endParaRPr lang="en-US"/>
        </a:p>
      </dgm:t>
    </dgm:pt>
    <dgm:pt modelId="{868BFBC1-56A3-4193-963A-A09783043683}" type="sibTrans" cxnId="{222DA06B-EB2E-4CC2-A170-0C8A40166455}">
      <dgm:prSet/>
      <dgm:spPr/>
      <dgm:t>
        <a:bodyPr/>
        <a:lstStyle/>
        <a:p>
          <a:endParaRPr lang="en-US"/>
        </a:p>
      </dgm:t>
    </dgm:pt>
    <dgm:pt modelId="{09C2A1AA-E086-42F8-AD21-E50B809ADCDB}">
      <dgm:prSet/>
      <dgm:spPr/>
      <dgm:t>
        <a:bodyPr/>
        <a:lstStyle/>
        <a:p>
          <a:r>
            <a:rPr lang="en-US"/>
            <a:t>4. ¿Qué significa AAPCS?</a:t>
          </a:r>
        </a:p>
      </dgm:t>
    </dgm:pt>
    <dgm:pt modelId="{6C260B01-3C73-4892-B898-5A476CAF66F2}" type="parTrans" cxnId="{073A202D-E1C1-4121-AE52-92BFD575B70C}">
      <dgm:prSet/>
      <dgm:spPr/>
      <dgm:t>
        <a:bodyPr/>
        <a:lstStyle/>
        <a:p>
          <a:endParaRPr lang="en-US"/>
        </a:p>
      </dgm:t>
    </dgm:pt>
    <dgm:pt modelId="{6C759CDC-2913-4C62-BFB5-FE43847E9B43}" type="sibTrans" cxnId="{073A202D-E1C1-4121-AE52-92BFD575B70C}">
      <dgm:prSet/>
      <dgm:spPr/>
      <dgm:t>
        <a:bodyPr/>
        <a:lstStyle/>
        <a:p>
          <a:endParaRPr lang="en-US"/>
        </a:p>
      </dgm:t>
    </dgm:pt>
    <dgm:pt modelId="{151131C6-738E-44A1-96A7-4DFBDA43B6A7}">
      <dgm:prSet/>
      <dgm:spPr/>
      <dgm:t>
        <a:bodyPr/>
        <a:lstStyle/>
        <a:p>
          <a:r>
            <a:rPr lang="en-US"/>
            <a:t>a) ARM Architecture Procedure Call Standard</a:t>
          </a:r>
        </a:p>
      </dgm:t>
    </dgm:pt>
    <dgm:pt modelId="{4B29703C-BD06-4EDF-8691-F93298F134F7}" type="parTrans" cxnId="{6F6A55F1-01CF-4027-941D-CB6A9FEFDE9D}">
      <dgm:prSet/>
      <dgm:spPr/>
      <dgm:t>
        <a:bodyPr/>
        <a:lstStyle/>
        <a:p>
          <a:endParaRPr lang="en-US"/>
        </a:p>
      </dgm:t>
    </dgm:pt>
    <dgm:pt modelId="{07F66AB1-18EC-4638-9BA0-C769501BFE41}" type="sibTrans" cxnId="{6F6A55F1-01CF-4027-941D-CB6A9FEFDE9D}">
      <dgm:prSet/>
      <dgm:spPr/>
      <dgm:t>
        <a:bodyPr/>
        <a:lstStyle/>
        <a:p>
          <a:endParaRPr lang="en-US"/>
        </a:p>
      </dgm:t>
    </dgm:pt>
    <dgm:pt modelId="{44B3FE05-C32D-468F-88AD-E2023F4BF2DF}">
      <dgm:prSet/>
      <dgm:spPr/>
      <dgm:t>
        <a:bodyPr/>
        <a:lstStyle/>
        <a:p>
          <a:r>
            <a:rPr lang="en-US"/>
            <a:t>b) Advanced ARM Process Control System</a:t>
          </a:r>
        </a:p>
      </dgm:t>
    </dgm:pt>
    <dgm:pt modelId="{9B8E54E1-3575-4D54-A8C2-5FC071E530ED}" type="parTrans" cxnId="{F8A40438-1CB1-4770-B63D-6686A7A5D252}">
      <dgm:prSet/>
      <dgm:spPr/>
      <dgm:t>
        <a:bodyPr/>
        <a:lstStyle/>
        <a:p>
          <a:endParaRPr lang="en-US"/>
        </a:p>
      </dgm:t>
    </dgm:pt>
    <dgm:pt modelId="{97DEAAD4-9627-485A-9F4C-D36B644EEBDF}" type="sibTrans" cxnId="{F8A40438-1CB1-4770-B63D-6686A7A5D252}">
      <dgm:prSet/>
      <dgm:spPr/>
      <dgm:t>
        <a:bodyPr/>
        <a:lstStyle/>
        <a:p>
          <a:endParaRPr lang="en-US"/>
        </a:p>
      </dgm:t>
    </dgm:pt>
    <dgm:pt modelId="{595638AE-0129-41C3-9F89-2CC0149CD085}">
      <dgm:prSet/>
      <dgm:spPr/>
      <dgm:t>
        <a:bodyPr/>
        <a:lstStyle/>
        <a:p>
          <a:r>
            <a:rPr lang="en-US"/>
            <a:t>c) No aplica</a:t>
          </a:r>
        </a:p>
      </dgm:t>
    </dgm:pt>
    <dgm:pt modelId="{22122B93-DE7A-4782-ACA8-E827F88BFE6A}" type="parTrans" cxnId="{BB331811-876A-4D72-B6E3-B5D53A7A590A}">
      <dgm:prSet/>
      <dgm:spPr/>
      <dgm:t>
        <a:bodyPr/>
        <a:lstStyle/>
        <a:p>
          <a:endParaRPr lang="en-US"/>
        </a:p>
      </dgm:t>
    </dgm:pt>
    <dgm:pt modelId="{DA063916-ABE9-46DC-8D92-C6930F70AB98}" type="sibTrans" cxnId="{BB331811-876A-4D72-B6E3-B5D53A7A590A}">
      <dgm:prSet/>
      <dgm:spPr/>
      <dgm:t>
        <a:bodyPr/>
        <a:lstStyle/>
        <a:p>
          <a:endParaRPr lang="en-US"/>
        </a:p>
      </dgm:t>
    </dgm:pt>
    <dgm:pt modelId="{A72C4901-904A-4336-B8C1-8307ED5CE5AF}">
      <dgm:prSet/>
      <dgm:spPr/>
      <dgm:t>
        <a:bodyPr/>
        <a:lstStyle/>
        <a:p>
          <a:r>
            <a:rPr lang="en-US"/>
            <a:t>d) ARM API Calling Scheme</a:t>
          </a:r>
        </a:p>
      </dgm:t>
    </dgm:pt>
    <dgm:pt modelId="{3F49CB99-9A3A-4DC7-9722-144399E1E45E}" type="parTrans" cxnId="{12C80D97-538C-4D8C-88C0-1B74E2FB7403}">
      <dgm:prSet/>
      <dgm:spPr/>
      <dgm:t>
        <a:bodyPr/>
        <a:lstStyle/>
        <a:p>
          <a:endParaRPr lang="en-US"/>
        </a:p>
      </dgm:t>
    </dgm:pt>
    <dgm:pt modelId="{963072AD-EF39-4916-A591-C0074D06680B}" type="sibTrans" cxnId="{12C80D97-538C-4D8C-88C0-1B74E2FB7403}">
      <dgm:prSet/>
      <dgm:spPr/>
      <dgm:t>
        <a:bodyPr/>
        <a:lstStyle/>
        <a:p>
          <a:endParaRPr lang="en-US"/>
        </a:p>
      </dgm:t>
    </dgm:pt>
    <dgm:pt modelId="{4406DAF5-8903-446F-8F3E-76D2E810D7EB}">
      <dgm:prSet/>
      <dgm:spPr/>
      <dgm:t>
        <a:bodyPr/>
        <a:lstStyle/>
        <a:p>
          <a:r>
            <a:rPr lang="en-US"/>
            <a:t>5. ¿Qué instrucción guarda el frame pointer?</a:t>
          </a:r>
        </a:p>
      </dgm:t>
    </dgm:pt>
    <dgm:pt modelId="{0C20BECB-BD14-4E69-AF30-01527CE572AB}" type="parTrans" cxnId="{EFA95366-C015-4E0D-A96C-CDD6C4C524A4}">
      <dgm:prSet/>
      <dgm:spPr/>
      <dgm:t>
        <a:bodyPr/>
        <a:lstStyle/>
        <a:p>
          <a:endParaRPr lang="en-US"/>
        </a:p>
      </dgm:t>
    </dgm:pt>
    <dgm:pt modelId="{8DD0F036-5A68-4E60-BAD3-E31D3D024FF2}" type="sibTrans" cxnId="{EFA95366-C015-4E0D-A96C-CDD6C4C524A4}">
      <dgm:prSet/>
      <dgm:spPr/>
      <dgm:t>
        <a:bodyPr/>
        <a:lstStyle/>
        <a:p>
          <a:endParaRPr lang="en-US"/>
        </a:p>
      </dgm:t>
    </dgm:pt>
    <dgm:pt modelId="{F6D2F9D8-E17A-4162-A143-22D4E203A6DC}">
      <dgm:prSet/>
      <dgm:spPr/>
      <dgm:t>
        <a:bodyPr/>
        <a:lstStyle/>
        <a:p>
          <a:r>
            <a:rPr lang="en-US"/>
            <a:t>a) MOV</a:t>
          </a:r>
        </a:p>
      </dgm:t>
    </dgm:pt>
    <dgm:pt modelId="{BCECC3C9-350B-45DC-9C39-EFBAF0386EF6}" type="parTrans" cxnId="{966E66FB-497F-46EA-94EF-8D80BD1FDA1C}">
      <dgm:prSet/>
      <dgm:spPr/>
      <dgm:t>
        <a:bodyPr/>
        <a:lstStyle/>
        <a:p>
          <a:endParaRPr lang="en-US"/>
        </a:p>
      </dgm:t>
    </dgm:pt>
    <dgm:pt modelId="{4841652F-7EE2-4B20-92D3-F0B0E7EE8A3C}" type="sibTrans" cxnId="{966E66FB-497F-46EA-94EF-8D80BD1FDA1C}">
      <dgm:prSet/>
      <dgm:spPr/>
      <dgm:t>
        <a:bodyPr/>
        <a:lstStyle/>
        <a:p>
          <a:endParaRPr lang="en-US"/>
        </a:p>
      </dgm:t>
    </dgm:pt>
    <dgm:pt modelId="{8F1C2778-9940-4526-8CCF-E1F1FA86ED2B}">
      <dgm:prSet/>
      <dgm:spPr/>
      <dgm:t>
        <a:bodyPr/>
        <a:lstStyle/>
        <a:p>
          <a:r>
            <a:rPr lang="en-US"/>
            <a:t>b) STP</a:t>
          </a:r>
        </a:p>
      </dgm:t>
    </dgm:pt>
    <dgm:pt modelId="{687CB59F-873D-4D37-A347-267E527857B2}" type="parTrans" cxnId="{2C36F090-BB32-4809-9877-05E7DC60A9A3}">
      <dgm:prSet/>
      <dgm:spPr/>
      <dgm:t>
        <a:bodyPr/>
        <a:lstStyle/>
        <a:p>
          <a:endParaRPr lang="en-US"/>
        </a:p>
      </dgm:t>
    </dgm:pt>
    <dgm:pt modelId="{C770966B-C7F9-4EB6-AF02-801C4568EBDD}" type="sibTrans" cxnId="{2C36F090-BB32-4809-9877-05E7DC60A9A3}">
      <dgm:prSet/>
      <dgm:spPr/>
      <dgm:t>
        <a:bodyPr/>
        <a:lstStyle/>
        <a:p>
          <a:endParaRPr lang="en-US"/>
        </a:p>
      </dgm:t>
    </dgm:pt>
    <dgm:pt modelId="{5500DEFA-2B5D-4A0C-87EC-5B6F024199C2}">
      <dgm:prSet/>
      <dgm:spPr/>
      <dgm:t>
        <a:bodyPr/>
        <a:lstStyle/>
        <a:p>
          <a:r>
            <a:rPr lang="en-US"/>
            <a:t>c) STR</a:t>
          </a:r>
        </a:p>
      </dgm:t>
    </dgm:pt>
    <dgm:pt modelId="{45AB5B9D-21D0-4AA5-9B57-2CCC3F9EFAF7}" type="parTrans" cxnId="{757CBBAA-4F8C-457E-837F-0A1C9B0DD3FF}">
      <dgm:prSet/>
      <dgm:spPr/>
      <dgm:t>
        <a:bodyPr/>
        <a:lstStyle/>
        <a:p>
          <a:endParaRPr lang="en-US"/>
        </a:p>
      </dgm:t>
    </dgm:pt>
    <dgm:pt modelId="{0270E24C-2A08-4708-882B-71F25462B0B2}" type="sibTrans" cxnId="{757CBBAA-4F8C-457E-837F-0A1C9B0DD3FF}">
      <dgm:prSet/>
      <dgm:spPr/>
      <dgm:t>
        <a:bodyPr/>
        <a:lstStyle/>
        <a:p>
          <a:endParaRPr lang="en-US"/>
        </a:p>
      </dgm:t>
    </dgm:pt>
    <dgm:pt modelId="{4A608343-9127-49B7-9F0F-D9CA02B3F6F8}">
      <dgm:prSet/>
      <dgm:spPr/>
      <dgm:t>
        <a:bodyPr/>
        <a:lstStyle/>
        <a:p>
          <a:r>
            <a:rPr lang="en-US"/>
            <a:t>d) PUSH</a:t>
          </a:r>
        </a:p>
      </dgm:t>
    </dgm:pt>
    <dgm:pt modelId="{66B6BE09-AB80-451D-BC45-89930BED9DFF}" type="parTrans" cxnId="{730CCEA2-9989-45C7-BAD3-108CF9BD8F20}">
      <dgm:prSet/>
      <dgm:spPr/>
      <dgm:t>
        <a:bodyPr/>
        <a:lstStyle/>
        <a:p>
          <a:endParaRPr lang="en-US"/>
        </a:p>
      </dgm:t>
    </dgm:pt>
    <dgm:pt modelId="{93F0CBFE-421D-40B2-82B1-5B55C5150A97}" type="sibTrans" cxnId="{730CCEA2-9989-45C7-BAD3-108CF9BD8F20}">
      <dgm:prSet/>
      <dgm:spPr/>
      <dgm:t>
        <a:bodyPr/>
        <a:lstStyle/>
        <a:p>
          <a:endParaRPr lang="en-US"/>
        </a:p>
      </dgm:t>
    </dgm:pt>
    <dgm:pt modelId="{0363A7DD-B8D7-4643-A1CA-247E4C7A4E71}" type="pres">
      <dgm:prSet presAssocID="{DEAEF152-45EF-467A-98C6-ECAE2F5B7825}" presName="Name0" presStyleCnt="0">
        <dgm:presLayoutVars>
          <dgm:dir/>
          <dgm:resizeHandles val="exact"/>
        </dgm:presLayoutVars>
      </dgm:prSet>
      <dgm:spPr/>
    </dgm:pt>
    <dgm:pt modelId="{330526AA-9526-4BD7-A38C-41FAD7D0955A}" type="pres">
      <dgm:prSet presAssocID="{D0B06B44-7F98-4606-9870-C7AC2D551C1B}" presName="node" presStyleLbl="node1" presStyleIdx="0" presStyleCnt="25">
        <dgm:presLayoutVars>
          <dgm:bulletEnabled val="1"/>
        </dgm:presLayoutVars>
      </dgm:prSet>
      <dgm:spPr/>
    </dgm:pt>
    <dgm:pt modelId="{D1847C97-7C22-4479-989F-C199BD7504D1}" type="pres">
      <dgm:prSet presAssocID="{A7C550A7-6F5C-4A6B-9D46-065630EFE46B}" presName="sibTrans" presStyleLbl="sibTrans1D1" presStyleIdx="0" presStyleCnt="24"/>
      <dgm:spPr/>
    </dgm:pt>
    <dgm:pt modelId="{5137B47F-7971-420F-A5C8-B349C76E4762}" type="pres">
      <dgm:prSet presAssocID="{A7C550A7-6F5C-4A6B-9D46-065630EFE46B}" presName="connectorText" presStyleLbl="sibTrans1D1" presStyleIdx="0" presStyleCnt="24"/>
      <dgm:spPr/>
    </dgm:pt>
    <dgm:pt modelId="{F3D5EA7D-83BF-4F71-A8A2-83494A64F40D}" type="pres">
      <dgm:prSet presAssocID="{FD8E6462-E9F1-4477-8659-F746EB692CF3}" presName="node" presStyleLbl="node1" presStyleIdx="1" presStyleCnt="25">
        <dgm:presLayoutVars>
          <dgm:bulletEnabled val="1"/>
        </dgm:presLayoutVars>
      </dgm:prSet>
      <dgm:spPr/>
    </dgm:pt>
    <dgm:pt modelId="{7F629E24-B928-4018-ABAC-A22DAB90DE4D}" type="pres">
      <dgm:prSet presAssocID="{6DD449C8-DBD1-49E7-95A7-522738A13BD1}" presName="sibTrans" presStyleLbl="sibTrans1D1" presStyleIdx="1" presStyleCnt="24"/>
      <dgm:spPr/>
    </dgm:pt>
    <dgm:pt modelId="{9C172DA3-A4C9-45FF-88C8-73A78E2F2B8C}" type="pres">
      <dgm:prSet presAssocID="{6DD449C8-DBD1-49E7-95A7-522738A13BD1}" presName="connectorText" presStyleLbl="sibTrans1D1" presStyleIdx="1" presStyleCnt="24"/>
      <dgm:spPr/>
    </dgm:pt>
    <dgm:pt modelId="{727FF555-63D7-4A8A-9E31-33B47E3028A9}" type="pres">
      <dgm:prSet presAssocID="{BA802DAB-46EE-4355-A589-52F88E07024A}" presName="node" presStyleLbl="node1" presStyleIdx="2" presStyleCnt="25">
        <dgm:presLayoutVars>
          <dgm:bulletEnabled val="1"/>
        </dgm:presLayoutVars>
      </dgm:prSet>
      <dgm:spPr/>
    </dgm:pt>
    <dgm:pt modelId="{45687AE2-4CF9-42C0-83D5-D9353CAE2871}" type="pres">
      <dgm:prSet presAssocID="{F8C33F03-C67D-4E2B-9FDE-1925626418AD}" presName="sibTrans" presStyleLbl="sibTrans1D1" presStyleIdx="2" presStyleCnt="24"/>
      <dgm:spPr/>
    </dgm:pt>
    <dgm:pt modelId="{3EE22FC1-3B62-45A1-ACF7-6376D96D584D}" type="pres">
      <dgm:prSet presAssocID="{F8C33F03-C67D-4E2B-9FDE-1925626418AD}" presName="connectorText" presStyleLbl="sibTrans1D1" presStyleIdx="2" presStyleCnt="24"/>
      <dgm:spPr/>
    </dgm:pt>
    <dgm:pt modelId="{F996C74D-2941-4D0A-9D4A-51F3088A6B5D}" type="pres">
      <dgm:prSet presAssocID="{03AC02C6-F842-4222-B9E3-3F3B3C8639B2}" presName="node" presStyleLbl="node1" presStyleIdx="3" presStyleCnt="25">
        <dgm:presLayoutVars>
          <dgm:bulletEnabled val="1"/>
        </dgm:presLayoutVars>
      </dgm:prSet>
      <dgm:spPr/>
    </dgm:pt>
    <dgm:pt modelId="{3F352D9B-0A0E-47A1-A1D5-5AC1002EE372}" type="pres">
      <dgm:prSet presAssocID="{BBC62819-A36C-475B-9829-CE5FE7EABEA3}" presName="sibTrans" presStyleLbl="sibTrans1D1" presStyleIdx="3" presStyleCnt="24"/>
      <dgm:spPr/>
    </dgm:pt>
    <dgm:pt modelId="{6D8854F8-8C24-4077-BA19-B7ACE6DB20B6}" type="pres">
      <dgm:prSet presAssocID="{BBC62819-A36C-475B-9829-CE5FE7EABEA3}" presName="connectorText" presStyleLbl="sibTrans1D1" presStyleIdx="3" presStyleCnt="24"/>
      <dgm:spPr/>
    </dgm:pt>
    <dgm:pt modelId="{B8C54496-3A6C-4D6E-8EB1-E5A02005D48F}" type="pres">
      <dgm:prSet presAssocID="{2F9F5EDA-E92F-4DFA-88D9-92A196180F14}" presName="node" presStyleLbl="node1" presStyleIdx="4" presStyleCnt="25">
        <dgm:presLayoutVars>
          <dgm:bulletEnabled val="1"/>
        </dgm:presLayoutVars>
      </dgm:prSet>
      <dgm:spPr/>
    </dgm:pt>
    <dgm:pt modelId="{389CF15C-9A97-404A-AF25-C7A0605D413D}" type="pres">
      <dgm:prSet presAssocID="{95DBE733-F4D3-4818-87E0-BF622BDF0787}" presName="sibTrans" presStyleLbl="sibTrans1D1" presStyleIdx="4" presStyleCnt="24"/>
      <dgm:spPr/>
    </dgm:pt>
    <dgm:pt modelId="{36BC06F9-37EE-478D-8787-1E4DC3AD28DB}" type="pres">
      <dgm:prSet presAssocID="{95DBE733-F4D3-4818-87E0-BF622BDF0787}" presName="connectorText" presStyleLbl="sibTrans1D1" presStyleIdx="4" presStyleCnt="24"/>
      <dgm:spPr/>
    </dgm:pt>
    <dgm:pt modelId="{48B4EF1B-1CE2-4A2D-A420-C7DBAEB683D1}" type="pres">
      <dgm:prSet presAssocID="{9CBED436-059E-40B2-A1B1-BEFAEA3C9D31}" presName="node" presStyleLbl="node1" presStyleIdx="5" presStyleCnt="25">
        <dgm:presLayoutVars>
          <dgm:bulletEnabled val="1"/>
        </dgm:presLayoutVars>
      </dgm:prSet>
      <dgm:spPr/>
    </dgm:pt>
    <dgm:pt modelId="{F5A61D5C-78F2-494A-BBC3-054ADA55305F}" type="pres">
      <dgm:prSet presAssocID="{E68071B7-EBC7-4F71-A9E8-3D171DB87F50}" presName="sibTrans" presStyleLbl="sibTrans1D1" presStyleIdx="5" presStyleCnt="24"/>
      <dgm:spPr/>
    </dgm:pt>
    <dgm:pt modelId="{D99E3D68-A2FE-4B2D-9467-925C638A29CB}" type="pres">
      <dgm:prSet presAssocID="{E68071B7-EBC7-4F71-A9E8-3D171DB87F50}" presName="connectorText" presStyleLbl="sibTrans1D1" presStyleIdx="5" presStyleCnt="24"/>
      <dgm:spPr/>
    </dgm:pt>
    <dgm:pt modelId="{C73BBC85-BA28-4CF1-B3FB-8184AB34C71F}" type="pres">
      <dgm:prSet presAssocID="{F66517BA-17F4-4F06-9051-16EA15A3A1B6}" presName="node" presStyleLbl="node1" presStyleIdx="6" presStyleCnt="25">
        <dgm:presLayoutVars>
          <dgm:bulletEnabled val="1"/>
        </dgm:presLayoutVars>
      </dgm:prSet>
      <dgm:spPr/>
    </dgm:pt>
    <dgm:pt modelId="{054D1A90-C61B-4206-9C0D-6517DB036225}" type="pres">
      <dgm:prSet presAssocID="{D457ACE1-C2F2-41AE-88F9-BDE84F7A3D10}" presName="sibTrans" presStyleLbl="sibTrans1D1" presStyleIdx="6" presStyleCnt="24"/>
      <dgm:spPr/>
    </dgm:pt>
    <dgm:pt modelId="{846BD887-DEB3-4053-A0B2-7F478A286E84}" type="pres">
      <dgm:prSet presAssocID="{D457ACE1-C2F2-41AE-88F9-BDE84F7A3D10}" presName="connectorText" presStyleLbl="sibTrans1D1" presStyleIdx="6" presStyleCnt="24"/>
      <dgm:spPr/>
    </dgm:pt>
    <dgm:pt modelId="{D2E657C7-4265-4A55-88C4-F56420242DA1}" type="pres">
      <dgm:prSet presAssocID="{C310F4EA-8F39-4620-B85A-FA8A30FF7D1E}" presName="node" presStyleLbl="node1" presStyleIdx="7" presStyleCnt="25">
        <dgm:presLayoutVars>
          <dgm:bulletEnabled val="1"/>
        </dgm:presLayoutVars>
      </dgm:prSet>
      <dgm:spPr/>
    </dgm:pt>
    <dgm:pt modelId="{BBF2943B-BF17-423D-9354-C78AFC24B8F0}" type="pres">
      <dgm:prSet presAssocID="{70314446-83C1-46AB-A4FF-D01CEC4297A1}" presName="sibTrans" presStyleLbl="sibTrans1D1" presStyleIdx="7" presStyleCnt="24"/>
      <dgm:spPr/>
    </dgm:pt>
    <dgm:pt modelId="{354B7136-44A7-49C6-A66B-4174F03D9C8F}" type="pres">
      <dgm:prSet presAssocID="{70314446-83C1-46AB-A4FF-D01CEC4297A1}" presName="connectorText" presStyleLbl="sibTrans1D1" presStyleIdx="7" presStyleCnt="24"/>
      <dgm:spPr/>
    </dgm:pt>
    <dgm:pt modelId="{0AB9B679-F474-42E7-85BE-6CB6B7936150}" type="pres">
      <dgm:prSet presAssocID="{2ABA3B36-31A3-4185-ADB5-D054DB54D1A2}" presName="node" presStyleLbl="node1" presStyleIdx="8" presStyleCnt="25">
        <dgm:presLayoutVars>
          <dgm:bulletEnabled val="1"/>
        </dgm:presLayoutVars>
      </dgm:prSet>
      <dgm:spPr/>
    </dgm:pt>
    <dgm:pt modelId="{4519370C-6D6D-4486-B604-F61BD4713C08}" type="pres">
      <dgm:prSet presAssocID="{03816C3A-55F0-4629-B5E1-200B43BDF454}" presName="sibTrans" presStyleLbl="sibTrans1D1" presStyleIdx="8" presStyleCnt="24"/>
      <dgm:spPr/>
    </dgm:pt>
    <dgm:pt modelId="{6314A59D-0FA8-4D2D-92A3-A028A2199E9B}" type="pres">
      <dgm:prSet presAssocID="{03816C3A-55F0-4629-B5E1-200B43BDF454}" presName="connectorText" presStyleLbl="sibTrans1D1" presStyleIdx="8" presStyleCnt="24"/>
      <dgm:spPr/>
    </dgm:pt>
    <dgm:pt modelId="{45F1A3EC-9C91-482E-A579-4973DC34FD91}" type="pres">
      <dgm:prSet presAssocID="{64E53F25-2A68-45B9-98CE-9C3ED5DEFD37}" presName="node" presStyleLbl="node1" presStyleIdx="9" presStyleCnt="25">
        <dgm:presLayoutVars>
          <dgm:bulletEnabled val="1"/>
        </dgm:presLayoutVars>
      </dgm:prSet>
      <dgm:spPr/>
    </dgm:pt>
    <dgm:pt modelId="{239A27DF-1A55-4DEC-B5C0-A6429571B4A2}" type="pres">
      <dgm:prSet presAssocID="{81D0F93B-3DED-455E-BC28-457AB70844CA}" presName="sibTrans" presStyleLbl="sibTrans1D1" presStyleIdx="9" presStyleCnt="24"/>
      <dgm:spPr/>
    </dgm:pt>
    <dgm:pt modelId="{AD05B443-DC47-442D-909E-79621219A09D}" type="pres">
      <dgm:prSet presAssocID="{81D0F93B-3DED-455E-BC28-457AB70844CA}" presName="connectorText" presStyleLbl="sibTrans1D1" presStyleIdx="9" presStyleCnt="24"/>
      <dgm:spPr/>
    </dgm:pt>
    <dgm:pt modelId="{7E0F53ED-410D-4A13-85AE-5E2B073E9385}" type="pres">
      <dgm:prSet presAssocID="{0DD4C151-09CE-4791-9510-BC30E57CDD1F}" presName="node" presStyleLbl="node1" presStyleIdx="10" presStyleCnt="25">
        <dgm:presLayoutVars>
          <dgm:bulletEnabled val="1"/>
        </dgm:presLayoutVars>
      </dgm:prSet>
      <dgm:spPr/>
    </dgm:pt>
    <dgm:pt modelId="{87961A52-AF15-40A4-AB1E-40143027BC9C}" type="pres">
      <dgm:prSet presAssocID="{8FE6E94D-402E-4355-BA54-C7445C6C331D}" presName="sibTrans" presStyleLbl="sibTrans1D1" presStyleIdx="10" presStyleCnt="24"/>
      <dgm:spPr/>
    </dgm:pt>
    <dgm:pt modelId="{13DD03A9-3D26-45E4-A9FC-A0277C764334}" type="pres">
      <dgm:prSet presAssocID="{8FE6E94D-402E-4355-BA54-C7445C6C331D}" presName="connectorText" presStyleLbl="sibTrans1D1" presStyleIdx="10" presStyleCnt="24"/>
      <dgm:spPr/>
    </dgm:pt>
    <dgm:pt modelId="{CC1FD80E-FD2D-4296-A4C7-FEE7B350EF4F}" type="pres">
      <dgm:prSet presAssocID="{092FCF91-398B-412F-A79D-AECD7E40DFEE}" presName="node" presStyleLbl="node1" presStyleIdx="11" presStyleCnt="25">
        <dgm:presLayoutVars>
          <dgm:bulletEnabled val="1"/>
        </dgm:presLayoutVars>
      </dgm:prSet>
      <dgm:spPr/>
    </dgm:pt>
    <dgm:pt modelId="{A52E92DC-284F-4673-A6E0-24609E3FF1D5}" type="pres">
      <dgm:prSet presAssocID="{46DCF6CB-5796-40B3-B720-F008D20A6CE8}" presName="sibTrans" presStyleLbl="sibTrans1D1" presStyleIdx="11" presStyleCnt="24"/>
      <dgm:spPr/>
    </dgm:pt>
    <dgm:pt modelId="{73F8F34D-7BD5-44F6-BE6D-EFC7F3DA4144}" type="pres">
      <dgm:prSet presAssocID="{46DCF6CB-5796-40B3-B720-F008D20A6CE8}" presName="connectorText" presStyleLbl="sibTrans1D1" presStyleIdx="11" presStyleCnt="24"/>
      <dgm:spPr/>
    </dgm:pt>
    <dgm:pt modelId="{863B31D8-57C0-4428-ADBD-0454545DA7D3}" type="pres">
      <dgm:prSet presAssocID="{2DBC92A5-6FC8-4468-84C4-707286098021}" presName="node" presStyleLbl="node1" presStyleIdx="12" presStyleCnt="25">
        <dgm:presLayoutVars>
          <dgm:bulletEnabled val="1"/>
        </dgm:presLayoutVars>
      </dgm:prSet>
      <dgm:spPr/>
    </dgm:pt>
    <dgm:pt modelId="{D5C9F4DF-A499-499B-A6C1-C96838AC86C8}" type="pres">
      <dgm:prSet presAssocID="{40617F20-A8CB-4F91-A4B7-3CDF29A4FDD4}" presName="sibTrans" presStyleLbl="sibTrans1D1" presStyleIdx="12" presStyleCnt="24"/>
      <dgm:spPr/>
    </dgm:pt>
    <dgm:pt modelId="{BE8CE039-A699-4B92-8D6B-0E521D4DB74B}" type="pres">
      <dgm:prSet presAssocID="{40617F20-A8CB-4F91-A4B7-3CDF29A4FDD4}" presName="connectorText" presStyleLbl="sibTrans1D1" presStyleIdx="12" presStyleCnt="24"/>
      <dgm:spPr/>
    </dgm:pt>
    <dgm:pt modelId="{C76D70D1-1B05-4910-8DD9-0DC311C76CAE}" type="pres">
      <dgm:prSet presAssocID="{98637FAB-3F5A-4175-B396-F0C5B92ED961}" presName="node" presStyleLbl="node1" presStyleIdx="13" presStyleCnt="25">
        <dgm:presLayoutVars>
          <dgm:bulletEnabled val="1"/>
        </dgm:presLayoutVars>
      </dgm:prSet>
      <dgm:spPr/>
    </dgm:pt>
    <dgm:pt modelId="{B8EA7A99-8CDD-45BE-A0CE-857400C2B1B1}" type="pres">
      <dgm:prSet presAssocID="{731F0D1A-82BD-4C57-8BAC-81FB469865F0}" presName="sibTrans" presStyleLbl="sibTrans1D1" presStyleIdx="13" presStyleCnt="24"/>
      <dgm:spPr/>
    </dgm:pt>
    <dgm:pt modelId="{7584B4F6-90A2-4888-B1E1-CB8E8E981CEF}" type="pres">
      <dgm:prSet presAssocID="{731F0D1A-82BD-4C57-8BAC-81FB469865F0}" presName="connectorText" presStyleLbl="sibTrans1D1" presStyleIdx="13" presStyleCnt="24"/>
      <dgm:spPr/>
    </dgm:pt>
    <dgm:pt modelId="{D978DE8B-7B5D-4FEB-930B-0C98F7B4175F}" type="pres">
      <dgm:prSet presAssocID="{F656559B-43F2-4A84-8D61-69D7C25CC665}" presName="node" presStyleLbl="node1" presStyleIdx="14" presStyleCnt="25">
        <dgm:presLayoutVars>
          <dgm:bulletEnabled val="1"/>
        </dgm:presLayoutVars>
      </dgm:prSet>
      <dgm:spPr/>
    </dgm:pt>
    <dgm:pt modelId="{85E7E9A8-46ED-4A83-BD15-CED2884E5579}" type="pres">
      <dgm:prSet presAssocID="{868BFBC1-56A3-4193-963A-A09783043683}" presName="sibTrans" presStyleLbl="sibTrans1D1" presStyleIdx="14" presStyleCnt="24"/>
      <dgm:spPr/>
    </dgm:pt>
    <dgm:pt modelId="{31073BDA-825B-492D-818D-BB6212AA7A13}" type="pres">
      <dgm:prSet presAssocID="{868BFBC1-56A3-4193-963A-A09783043683}" presName="connectorText" presStyleLbl="sibTrans1D1" presStyleIdx="14" presStyleCnt="24"/>
      <dgm:spPr/>
    </dgm:pt>
    <dgm:pt modelId="{8F155DEE-1AB0-4423-844F-36B8B6E096A1}" type="pres">
      <dgm:prSet presAssocID="{09C2A1AA-E086-42F8-AD21-E50B809ADCDB}" presName="node" presStyleLbl="node1" presStyleIdx="15" presStyleCnt="25">
        <dgm:presLayoutVars>
          <dgm:bulletEnabled val="1"/>
        </dgm:presLayoutVars>
      </dgm:prSet>
      <dgm:spPr/>
    </dgm:pt>
    <dgm:pt modelId="{075CDBA0-2594-43B1-96A1-60D849C78261}" type="pres">
      <dgm:prSet presAssocID="{6C759CDC-2913-4C62-BFB5-FE43847E9B43}" presName="sibTrans" presStyleLbl="sibTrans1D1" presStyleIdx="15" presStyleCnt="24"/>
      <dgm:spPr/>
    </dgm:pt>
    <dgm:pt modelId="{D01DD2F6-DDC2-4A47-A407-1C5892479F50}" type="pres">
      <dgm:prSet presAssocID="{6C759CDC-2913-4C62-BFB5-FE43847E9B43}" presName="connectorText" presStyleLbl="sibTrans1D1" presStyleIdx="15" presStyleCnt="24"/>
      <dgm:spPr/>
    </dgm:pt>
    <dgm:pt modelId="{81D492F7-A842-44E2-8A9B-A3989AA61783}" type="pres">
      <dgm:prSet presAssocID="{151131C6-738E-44A1-96A7-4DFBDA43B6A7}" presName="node" presStyleLbl="node1" presStyleIdx="16" presStyleCnt="25">
        <dgm:presLayoutVars>
          <dgm:bulletEnabled val="1"/>
        </dgm:presLayoutVars>
      </dgm:prSet>
      <dgm:spPr/>
    </dgm:pt>
    <dgm:pt modelId="{70FBB7B4-DBD4-4C50-893F-305A190BDDD0}" type="pres">
      <dgm:prSet presAssocID="{07F66AB1-18EC-4638-9BA0-C769501BFE41}" presName="sibTrans" presStyleLbl="sibTrans1D1" presStyleIdx="16" presStyleCnt="24"/>
      <dgm:spPr/>
    </dgm:pt>
    <dgm:pt modelId="{615ADF61-9D97-4248-9CBC-B92808276B4F}" type="pres">
      <dgm:prSet presAssocID="{07F66AB1-18EC-4638-9BA0-C769501BFE41}" presName="connectorText" presStyleLbl="sibTrans1D1" presStyleIdx="16" presStyleCnt="24"/>
      <dgm:spPr/>
    </dgm:pt>
    <dgm:pt modelId="{14AD5EF8-29B5-4475-874F-BAD9C9EE982B}" type="pres">
      <dgm:prSet presAssocID="{44B3FE05-C32D-468F-88AD-E2023F4BF2DF}" presName="node" presStyleLbl="node1" presStyleIdx="17" presStyleCnt="25">
        <dgm:presLayoutVars>
          <dgm:bulletEnabled val="1"/>
        </dgm:presLayoutVars>
      </dgm:prSet>
      <dgm:spPr/>
    </dgm:pt>
    <dgm:pt modelId="{229E3D17-B460-41F4-A6F9-EA8A498F2503}" type="pres">
      <dgm:prSet presAssocID="{97DEAAD4-9627-485A-9F4C-D36B644EEBDF}" presName="sibTrans" presStyleLbl="sibTrans1D1" presStyleIdx="17" presStyleCnt="24"/>
      <dgm:spPr/>
    </dgm:pt>
    <dgm:pt modelId="{165C3F5F-41E2-461D-A622-5EFC1DDBAC75}" type="pres">
      <dgm:prSet presAssocID="{97DEAAD4-9627-485A-9F4C-D36B644EEBDF}" presName="connectorText" presStyleLbl="sibTrans1D1" presStyleIdx="17" presStyleCnt="24"/>
      <dgm:spPr/>
    </dgm:pt>
    <dgm:pt modelId="{7175AC57-F95F-4D43-A99C-31B3DD3CB450}" type="pres">
      <dgm:prSet presAssocID="{595638AE-0129-41C3-9F89-2CC0149CD085}" presName="node" presStyleLbl="node1" presStyleIdx="18" presStyleCnt="25">
        <dgm:presLayoutVars>
          <dgm:bulletEnabled val="1"/>
        </dgm:presLayoutVars>
      </dgm:prSet>
      <dgm:spPr/>
    </dgm:pt>
    <dgm:pt modelId="{16A22D42-0175-4EC4-A1DA-A76E93D368A6}" type="pres">
      <dgm:prSet presAssocID="{DA063916-ABE9-46DC-8D92-C6930F70AB98}" presName="sibTrans" presStyleLbl="sibTrans1D1" presStyleIdx="18" presStyleCnt="24"/>
      <dgm:spPr/>
    </dgm:pt>
    <dgm:pt modelId="{D3D7D0A5-543B-467C-8F73-0ECA05905F7E}" type="pres">
      <dgm:prSet presAssocID="{DA063916-ABE9-46DC-8D92-C6930F70AB98}" presName="connectorText" presStyleLbl="sibTrans1D1" presStyleIdx="18" presStyleCnt="24"/>
      <dgm:spPr/>
    </dgm:pt>
    <dgm:pt modelId="{9BBF968F-4B8F-46C2-BABC-1B16125B3B3E}" type="pres">
      <dgm:prSet presAssocID="{A72C4901-904A-4336-B8C1-8307ED5CE5AF}" presName="node" presStyleLbl="node1" presStyleIdx="19" presStyleCnt="25">
        <dgm:presLayoutVars>
          <dgm:bulletEnabled val="1"/>
        </dgm:presLayoutVars>
      </dgm:prSet>
      <dgm:spPr/>
    </dgm:pt>
    <dgm:pt modelId="{43E81CC4-7062-4DF6-B921-CFCBD116AEDF}" type="pres">
      <dgm:prSet presAssocID="{963072AD-EF39-4916-A591-C0074D06680B}" presName="sibTrans" presStyleLbl="sibTrans1D1" presStyleIdx="19" presStyleCnt="24"/>
      <dgm:spPr/>
    </dgm:pt>
    <dgm:pt modelId="{59BB06F8-BB9F-449D-9092-73CC8979D5DF}" type="pres">
      <dgm:prSet presAssocID="{963072AD-EF39-4916-A591-C0074D06680B}" presName="connectorText" presStyleLbl="sibTrans1D1" presStyleIdx="19" presStyleCnt="24"/>
      <dgm:spPr/>
    </dgm:pt>
    <dgm:pt modelId="{04A0C828-9912-467D-9039-D6D3CA0C74F9}" type="pres">
      <dgm:prSet presAssocID="{4406DAF5-8903-446F-8F3E-76D2E810D7EB}" presName="node" presStyleLbl="node1" presStyleIdx="20" presStyleCnt="25">
        <dgm:presLayoutVars>
          <dgm:bulletEnabled val="1"/>
        </dgm:presLayoutVars>
      </dgm:prSet>
      <dgm:spPr/>
    </dgm:pt>
    <dgm:pt modelId="{82DC4D5F-6AF5-4CDA-8D45-CA8B3CF7806D}" type="pres">
      <dgm:prSet presAssocID="{8DD0F036-5A68-4E60-BAD3-E31D3D024FF2}" presName="sibTrans" presStyleLbl="sibTrans1D1" presStyleIdx="20" presStyleCnt="24"/>
      <dgm:spPr/>
    </dgm:pt>
    <dgm:pt modelId="{DDC1181C-2C5C-4181-899A-6647FC4622B9}" type="pres">
      <dgm:prSet presAssocID="{8DD0F036-5A68-4E60-BAD3-E31D3D024FF2}" presName="connectorText" presStyleLbl="sibTrans1D1" presStyleIdx="20" presStyleCnt="24"/>
      <dgm:spPr/>
    </dgm:pt>
    <dgm:pt modelId="{4036CAFC-A0E9-44D0-B6EB-3295A2E22EF5}" type="pres">
      <dgm:prSet presAssocID="{F6D2F9D8-E17A-4162-A143-22D4E203A6DC}" presName="node" presStyleLbl="node1" presStyleIdx="21" presStyleCnt="25">
        <dgm:presLayoutVars>
          <dgm:bulletEnabled val="1"/>
        </dgm:presLayoutVars>
      </dgm:prSet>
      <dgm:spPr/>
    </dgm:pt>
    <dgm:pt modelId="{EB296306-2F8F-4CA3-8F38-14C1D0705DB9}" type="pres">
      <dgm:prSet presAssocID="{4841652F-7EE2-4B20-92D3-F0B0E7EE8A3C}" presName="sibTrans" presStyleLbl="sibTrans1D1" presStyleIdx="21" presStyleCnt="24"/>
      <dgm:spPr/>
    </dgm:pt>
    <dgm:pt modelId="{24E72007-2F11-43EC-B0E4-3515DBD5624E}" type="pres">
      <dgm:prSet presAssocID="{4841652F-7EE2-4B20-92D3-F0B0E7EE8A3C}" presName="connectorText" presStyleLbl="sibTrans1D1" presStyleIdx="21" presStyleCnt="24"/>
      <dgm:spPr/>
    </dgm:pt>
    <dgm:pt modelId="{7E487A8A-90D3-4D0B-AFE2-146B4EACE1CB}" type="pres">
      <dgm:prSet presAssocID="{8F1C2778-9940-4526-8CCF-E1F1FA86ED2B}" presName="node" presStyleLbl="node1" presStyleIdx="22" presStyleCnt="25">
        <dgm:presLayoutVars>
          <dgm:bulletEnabled val="1"/>
        </dgm:presLayoutVars>
      </dgm:prSet>
      <dgm:spPr/>
    </dgm:pt>
    <dgm:pt modelId="{EDEB8BB3-E41B-46C7-B26F-CEA5A78807CE}" type="pres">
      <dgm:prSet presAssocID="{C770966B-C7F9-4EB6-AF02-801C4568EBDD}" presName="sibTrans" presStyleLbl="sibTrans1D1" presStyleIdx="22" presStyleCnt="24"/>
      <dgm:spPr/>
    </dgm:pt>
    <dgm:pt modelId="{707BFB40-CA85-4A71-A9E2-C8943C97DF52}" type="pres">
      <dgm:prSet presAssocID="{C770966B-C7F9-4EB6-AF02-801C4568EBDD}" presName="connectorText" presStyleLbl="sibTrans1D1" presStyleIdx="22" presStyleCnt="24"/>
      <dgm:spPr/>
    </dgm:pt>
    <dgm:pt modelId="{BB67A4F4-12D7-4DE4-91AF-302C355D392F}" type="pres">
      <dgm:prSet presAssocID="{5500DEFA-2B5D-4A0C-87EC-5B6F024199C2}" presName="node" presStyleLbl="node1" presStyleIdx="23" presStyleCnt="25">
        <dgm:presLayoutVars>
          <dgm:bulletEnabled val="1"/>
        </dgm:presLayoutVars>
      </dgm:prSet>
      <dgm:spPr/>
    </dgm:pt>
    <dgm:pt modelId="{A004A60B-F52B-4BE2-AC0A-E08B3A1B0AB0}" type="pres">
      <dgm:prSet presAssocID="{0270E24C-2A08-4708-882B-71F25462B0B2}" presName="sibTrans" presStyleLbl="sibTrans1D1" presStyleIdx="23" presStyleCnt="24"/>
      <dgm:spPr/>
    </dgm:pt>
    <dgm:pt modelId="{463B814D-848D-4998-B1C6-1079F5A37B5E}" type="pres">
      <dgm:prSet presAssocID="{0270E24C-2A08-4708-882B-71F25462B0B2}" presName="connectorText" presStyleLbl="sibTrans1D1" presStyleIdx="23" presStyleCnt="24"/>
      <dgm:spPr/>
    </dgm:pt>
    <dgm:pt modelId="{12510A5D-F7ED-4AD5-B933-B1CD7C61ECA2}" type="pres">
      <dgm:prSet presAssocID="{4A608343-9127-49B7-9F0F-D9CA02B3F6F8}" presName="node" presStyleLbl="node1" presStyleIdx="24" presStyleCnt="25">
        <dgm:presLayoutVars>
          <dgm:bulletEnabled val="1"/>
        </dgm:presLayoutVars>
      </dgm:prSet>
      <dgm:spPr/>
    </dgm:pt>
  </dgm:ptLst>
  <dgm:cxnLst>
    <dgm:cxn modelId="{249F9004-F3F6-4AB6-8D47-A12DA499D19B}" type="presOf" srcId="{6DD449C8-DBD1-49E7-95A7-522738A13BD1}" destId="{9C172DA3-A4C9-45FF-88C8-73A78E2F2B8C}" srcOrd="1" destOrd="0" presId="urn:microsoft.com/office/officeart/2016/7/layout/RepeatingBendingProcessNew"/>
    <dgm:cxn modelId="{4C80E807-214D-4947-BD33-CD1756F0EE95}" type="presOf" srcId="{BBC62819-A36C-475B-9829-CE5FE7EABEA3}" destId="{3F352D9B-0A0E-47A1-A1D5-5AC1002EE372}" srcOrd="0" destOrd="0" presId="urn:microsoft.com/office/officeart/2016/7/layout/RepeatingBendingProcessNew"/>
    <dgm:cxn modelId="{312B3809-7816-4A43-AB64-CF3F4387979C}" type="presOf" srcId="{D457ACE1-C2F2-41AE-88F9-BDE84F7A3D10}" destId="{846BD887-DEB3-4053-A0B2-7F478A286E84}" srcOrd="1" destOrd="0" presId="urn:microsoft.com/office/officeart/2016/7/layout/RepeatingBendingProcessNew"/>
    <dgm:cxn modelId="{4E896C0C-2DD1-4CAE-8846-3ABED8B9752A}" srcId="{DEAEF152-45EF-467A-98C6-ECAE2F5B7825}" destId="{2F9F5EDA-E92F-4DFA-88D9-92A196180F14}" srcOrd="4" destOrd="0" parTransId="{9CBCAFD0-59D6-462C-844F-72844DAB39B6}" sibTransId="{95DBE733-F4D3-4818-87E0-BF622BDF0787}"/>
    <dgm:cxn modelId="{3DDF840C-1282-4B92-BC70-B6558989F02F}" type="presOf" srcId="{BBC62819-A36C-475B-9829-CE5FE7EABEA3}" destId="{6D8854F8-8C24-4077-BA19-B7ACE6DB20B6}" srcOrd="1" destOrd="0" presId="urn:microsoft.com/office/officeart/2016/7/layout/RepeatingBendingProcessNew"/>
    <dgm:cxn modelId="{19FD6F0E-A102-4FD9-ABFC-647121D7C812}" type="presOf" srcId="{151131C6-738E-44A1-96A7-4DFBDA43B6A7}" destId="{81D492F7-A842-44E2-8A9B-A3989AA61783}" srcOrd="0" destOrd="0" presId="urn:microsoft.com/office/officeart/2016/7/layout/RepeatingBendingProcessNew"/>
    <dgm:cxn modelId="{BB331811-876A-4D72-B6E3-B5D53A7A590A}" srcId="{DEAEF152-45EF-467A-98C6-ECAE2F5B7825}" destId="{595638AE-0129-41C3-9F89-2CC0149CD085}" srcOrd="18" destOrd="0" parTransId="{22122B93-DE7A-4782-ACA8-E827F88BFE6A}" sibTransId="{DA063916-ABE9-46DC-8D92-C6930F70AB98}"/>
    <dgm:cxn modelId="{58E50013-3C0A-403E-AFDD-8DCDD293FE38}" type="presOf" srcId="{FD8E6462-E9F1-4477-8659-F746EB692CF3}" destId="{F3D5EA7D-83BF-4F71-A8A2-83494A64F40D}" srcOrd="0" destOrd="0" presId="urn:microsoft.com/office/officeart/2016/7/layout/RepeatingBendingProcessNew"/>
    <dgm:cxn modelId="{3BCDD915-190C-464B-AD91-821902242FAD}" type="presOf" srcId="{4406DAF5-8903-446F-8F3E-76D2E810D7EB}" destId="{04A0C828-9912-467D-9039-D6D3CA0C74F9}" srcOrd="0" destOrd="0" presId="urn:microsoft.com/office/officeart/2016/7/layout/RepeatingBendingProcessNew"/>
    <dgm:cxn modelId="{48AA9B24-F7AA-4600-A43B-EF8228CE55C2}" type="presOf" srcId="{D457ACE1-C2F2-41AE-88F9-BDE84F7A3D10}" destId="{054D1A90-C61B-4206-9C0D-6517DB036225}" srcOrd="0" destOrd="0" presId="urn:microsoft.com/office/officeart/2016/7/layout/RepeatingBendingProcessNew"/>
    <dgm:cxn modelId="{267F0F25-F83E-4409-B0F8-1B6356794E64}" type="presOf" srcId="{BA802DAB-46EE-4355-A589-52F88E07024A}" destId="{727FF555-63D7-4A8A-9E31-33B47E3028A9}" srcOrd="0" destOrd="0" presId="urn:microsoft.com/office/officeart/2016/7/layout/RepeatingBendingProcessNew"/>
    <dgm:cxn modelId="{073A202D-E1C1-4121-AE52-92BFD575B70C}" srcId="{DEAEF152-45EF-467A-98C6-ECAE2F5B7825}" destId="{09C2A1AA-E086-42F8-AD21-E50B809ADCDB}" srcOrd="15" destOrd="0" parTransId="{6C260B01-3C73-4892-B898-5A476CAF66F2}" sibTransId="{6C759CDC-2913-4C62-BFB5-FE43847E9B43}"/>
    <dgm:cxn modelId="{FB46F531-D4A9-4E97-A8F2-0198A8BFAA0B}" srcId="{DEAEF152-45EF-467A-98C6-ECAE2F5B7825}" destId="{FD8E6462-E9F1-4477-8659-F746EB692CF3}" srcOrd="1" destOrd="0" parTransId="{2455FD68-0A3B-4734-937E-79A7A13FE518}" sibTransId="{6DD449C8-DBD1-49E7-95A7-522738A13BD1}"/>
    <dgm:cxn modelId="{555CF533-F084-468A-B538-739236E56E85}" srcId="{DEAEF152-45EF-467A-98C6-ECAE2F5B7825}" destId="{9CBED436-059E-40B2-A1B1-BEFAEA3C9D31}" srcOrd="5" destOrd="0" parTransId="{2521D1C2-BF7C-4B76-AF70-89C32D645157}" sibTransId="{E68071B7-EBC7-4F71-A9E8-3D171DB87F50}"/>
    <dgm:cxn modelId="{F8A40438-1CB1-4770-B63D-6686A7A5D252}" srcId="{DEAEF152-45EF-467A-98C6-ECAE2F5B7825}" destId="{44B3FE05-C32D-468F-88AD-E2023F4BF2DF}" srcOrd="17" destOrd="0" parTransId="{9B8E54E1-3575-4D54-A8C2-5FC071E530ED}" sibTransId="{97DEAAD4-9627-485A-9F4C-D36B644EEBDF}"/>
    <dgm:cxn modelId="{E77FFB3A-477A-4EE4-9D0D-3587A0F4E83C}" type="presOf" srcId="{44B3FE05-C32D-468F-88AD-E2023F4BF2DF}" destId="{14AD5EF8-29B5-4475-874F-BAD9C9EE982B}" srcOrd="0" destOrd="0" presId="urn:microsoft.com/office/officeart/2016/7/layout/RepeatingBendingProcessNew"/>
    <dgm:cxn modelId="{AE13D140-15C0-4B35-AD4E-0C7BAD888B07}" type="presOf" srcId="{2DBC92A5-6FC8-4468-84C4-707286098021}" destId="{863B31D8-57C0-4428-ADBD-0454545DA7D3}" srcOrd="0" destOrd="0" presId="urn:microsoft.com/office/officeart/2016/7/layout/RepeatingBendingProcessNew"/>
    <dgm:cxn modelId="{68D61561-B0BA-437A-B1CB-D7A5ED87DB55}" type="presOf" srcId="{0270E24C-2A08-4708-882B-71F25462B0B2}" destId="{A004A60B-F52B-4BE2-AC0A-E08B3A1B0AB0}" srcOrd="0" destOrd="0" presId="urn:microsoft.com/office/officeart/2016/7/layout/RepeatingBendingProcessNew"/>
    <dgm:cxn modelId="{2A673C61-44D1-47C7-B169-07503B5287D2}" type="presOf" srcId="{95DBE733-F4D3-4818-87E0-BF622BDF0787}" destId="{389CF15C-9A97-404A-AF25-C7A0605D413D}" srcOrd="0" destOrd="0" presId="urn:microsoft.com/office/officeart/2016/7/layout/RepeatingBendingProcessNew"/>
    <dgm:cxn modelId="{F1FC3E42-71AE-4D97-8FDE-14FFE9DF71B3}" type="presOf" srcId="{DEAEF152-45EF-467A-98C6-ECAE2F5B7825}" destId="{0363A7DD-B8D7-4643-A1CA-247E4C7A4E71}" srcOrd="0" destOrd="0" presId="urn:microsoft.com/office/officeart/2016/7/layout/RepeatingBendingProcessNew"/>
    <dgm:cxn modelId="{217AF342-D349-4931-9877-4FC190715255}" type="presOf" srcId="{64E53F25-2A68-45B9-98CE-9C3ED5DEFD37}" destId="{45F1A3EC-9C91-482E-A579-4973DC34FD91}" srcOrd="0" destOrd="0" presId="urn:microsoft.com/office/officeart/2016/7/layout/RepeatingBendingProcessNew"/>
    <dgm:cxn modelId="{C7366643-70B7-47B7-8AE3-C90322A31898}" srcId="{DEAEF152-45EF-467A-98C6-ECAE2F5B7825}" destId="{2ABA3B36-31A3-4185-ADB5-D054DB54D1A2}" srcOrd="8" destOrd="0" parTransId="{E2688C6D-0EA0-475A-ABD6-16E5F68D6C34}" sibTransId="{03816C3A-55F0-4629-B5E1-200B43BDF454}"/>
    <dgm:cxn modelId="{6ADBEA44-0788-403D-A3D4-4907317D9DD8}" type="presOf" srcId="{C770966B-C7F9-4EB6-AF02-801C4568EBDD}" destId="{707BFB40-CA85-4A71-A9E2-C8943C97DF52}" srcOrd="1" destOrd="0" presId="urn:microsoft.com/office/officeart/2016/7/layout/RepeatingBendingProcessNew"/>
    <dgm:cxn modelId="{96D9E345-3ABD-4444-8821-BCC875534577}" srcId="{DEAEF152-45EF-467A-98C6-ECAE2F5B7825}" destId="{2DBC92A5-6FC8-4468-84C4-707286098021}" srcOrd="12" destOrd="0" parTransId="{62931D75-9D22-4186-A41B-E26EAF09A70A}" sibTransId="{40617F20-A8CB-4F91-A4B7-3CDF29A4FDD4}"/>
    <dgm:cxn modelId="{EFA95366-C015-4E0D-A96C-CDD6C4C524A4}" srcId="{DEAEF152-45EF-467A-98C6-ECAE2F5B7825}" destId="{4406DAF5-8903-446F-8F3E-76D2E810D7EB}" srcOrd="20" destOrd="0" parTransId="{0C20BECB-BD14-4E69-AF30-01527CE572AB}" sibTransId="{8DD0F036-5A68-4E60-BAD3-E31D3D024FF2}"/>
    <dgm:cxn modelId="{5C3F5966-E734-4C7C-9794-17572E0749CE}" type="presOf" srcId="{6DD449C8-DBD1-49E7-95A7-522738A13BD1}" destId="{7F629E24-B928-4018-ABAC-A22DAB90DE4D}" srcOrd="0" destOrd="0" presId="urn:microsoft.com/office/officeart/2016/7/layout/RepeatingBendingProcessNew"/>
    <dgm:cxn modelId="{C22DF046-51DD-49FE-99C4-D027CA519FDE}" type="presOf" srcId="{A72C4901-904A-4336-B8C1-8307ED5CE5AF}" destId="{9BBF968F-4B8F-46C2-BABC-1B16125B3B3E}" srcOrd="0" destOrd="0" presId="urn:microsoft.com/office/officeart/2016/7/layout/RepeatingBendingProcessNew"/>
    <dgm:cxn modelId="{37DBA167-FFD7-4928-B9BD-CF8CE18AE1C3}" type="presOf" srcId="{70314446-83C1-46AB-A4FF-D01CEC4297A1}" destId="{354B7136-44A7-49C6-A66B-4174F03D9C8F}" srcOrd="1" destOrd="0" presId="urn:microsoft.com/office/officeart/2016/7/layout/RepeatingBendingProcessNew"/>
    <dgm:cxn modelId="{CBEDFA67-D2EB-497B-86B1-75F551ED6B3C}" type="presOf" srcId="{07F66AB1-18EC-4638-9BA0-C769501BFE41}" destId="{615ADF61-9D97-4248-9CBC-B92808276B4F}" srcOrd="1" destOrd="0" presId="urn:microsoft.com/office/officeart/2016/7/layout/RepeatingBendingProcessNew"/>
    <dgm:cxn modelId="{D2975B68-2AD7-455C-B5C0-F5285ED6E215}" type="presOf" srcId="{868BFBC1-56A3-4193-963A-A09783043683}" destId="{31073BDA-825B-492D-818D-BB6212AA7A13}" srcOrd="1" destOrd="0" presId="urn:microsoft.com/office/officeart/2016/7/layout/RepeatingBendingProcessNew"/>
    <dgm:cxn modelId="{C0C98D48-985C-4128-97D3-9ABA3ACE8215}" type="presOf" srcId="{868BFBC1-56A3-4193-963A-A09783043683}" destId="{85E7E9A8-46ED-4A83-BD15-CED2884E5579}" srcOrd="0" destOrd="0" presId="urn:microsoft.com/office/officeart/2016/7/layout/RepeatingBendingProcessNew"/>
    <dgm:cxn modelId="{1C11EA69-0FBD-4E5A-B1DD-D3044DBC84E4}" srcId="{DEAEF152-45EF-467A-98C6-ECAE2F5B7825}" destId="{D0B06B44-7F98-4606-9870-C7AC2D551C1B}" srcOrd="0" destOrd="0" parTransId="{497AD67E-F8AA-46F7-AEC6-C80DE6116C15}" sibTransId="{A7C550A7-6F5C-4A6B-9D46-065630EFE46B}"/>
    <dgm:cxn modelId="{90ED536A-50D3-4EC5-8FA9-15FFD8BBA67A}" type="presOf" srcId="{D0B06B44-7F98-4606-9870-C7AC2D551C1B}" destId="{330526AA-9526-4BD7-A38C-41FAD7D0955A}" srcOrd="0" destOrd="0" presId="urn:microsoft.com/office/officeart/2016/7/layout/RepeatingBendingProcessNew"/>
    <dgm:cxn modelId="{222DA06B-EB2E-4CC2-A170-0C8A40166455}" srcId="{DEAEF152-45EF-467A-98C6-ECAE2F5B7825}" destId="{F656559B-43F2-4A84-8D61-69D7C25CC665}" srcOrd="14" destOrd="0" parTransId="{9085E0C4-0382-489E-AEDA-7620B6E4C0F0}" sibTransId="{868BFBC1-56A3-4193-963A-A09783043683}"/>
    <dgm:cxn modelId="{CEEAA94D-7737-47A0-8636-D989FDDB05CA}" type="presOf" srcId="{6C759CDC-2913-4C62-BFB5-FE43847E9B43}" destId="{D01DD2F6-DDC2-4A47-A407-1C5892479F50}" srcOrd="1" destOrd="0" presId="urn:microsoft.com/office/officeart/2016/7/layout/RepeatingBendingProcessNew"/>
    <dgm:cxn modelId="{C163C04D-31A6-48B4-896D-4906747C4615}" type="presOf" srcId="{40617F20-A8CB-4F91-A4B7-3CDF29A4FDD4}" destId="{D5C9F4DF-A499-499B-A6C1-C96838AC86C8}" srcOrd="0" destOrd="0" presId="urn:microsoft.com/office/officeart/2016/7/layout/RepeatingBendingProcessNew"/>
    <dgm:cxn modelId="{2FFC104F-E01C-4CF6-866F-605CEAA251BB}" type="presOf" srcId="{4841652F-7EE2-4B20-92D3-F0B0E7EE8A3C}" destId="{EB296306-2F8F-4CA3-8F38-14C1D0705DB9}" srcOrd="0" destOrd="0" presId="urn:microsoft.com/office/officeart/2016/7/layout/RepeatingBendingProcessNew"/>
    <dgm:cxn modelId="{57867051-748E-45B1-8979-3C375F70A48B}" srcId="{DEAEF152-45EF-467A-98C6-ECAE2F5B7825}" destId="{03AC02C6-F842-4222-B9E3-3F3B3C8639B2}" srcOrd="3" destOrd="0" parTransId="{B3DAF10D-87C9-4B90-BBF2-0561A0ADCD91}" sibTransId="{BBC62819-A36C-475B-9829-CE5FE7EABEA3}"/>
    <dgm:cxn modelId="{EC7DF551-B4B9-4A51-BCB9-4242C050D692}" type="presOf" srcId="{9CBED436-059E-40B2-A1B1-BEFAEA3C9D31}" destId="{48B4EF1B-1CE2-4A2D-A420-C7DBAEB683D1}" srcOrd="0" destOrd="0" presId="urn:microsoft.com/office/officeart/2016/7/layout/RepeatingBendingProcessNew"/>
    <dgm:cxn modelId="{6F55AA52-05D3-421E-A1C0-F48DFEA5ADD6}" type="presOf" srcId="{0270E24C-2A08-4708-882B-71F25462B0B2}" destId="{463B814D-848D-4998-B1C6-1079F5A37B5E}" srcOrd="1" destOrd="0" presId="urn:microsoft.com/office/officeart/2016/7/layout/RepeatingBendingProcessNew"/>
    <dgm:cxn modelId="{96813D77-F8A4-474A-987A-6356823837AA}" srcId="{DEAEF152-45EF-467A-98C6-ECAE2F5B7825}" destId="{BA802DAB-46EE-4355-A589-52F88E07024A}" srcOrd="2" destOrd="0" parTransId="{4870C2FF-2180-4736-93D2-D995413EC9E8}" sibTransId="{F8C33F03-C67D-4E2B-9FDE-1925626418AD}"/>
    <dgm:cxn modelId="{73905358-FFAD-4692-99A9-17B991A16A30}" type="presOf" srcId="{98637FAB-3F5A-4175-B396-F0C5B92ED961}" destId="{C76D70D1-1B05-4910-8DD9-0DC311C76CAE}" srcOrd="0" destOrd="0" presId="urn:microsoft.com/office/officeart/2016/7/layout/RepeatingBendingProcessNew"/>
    <dgm:cxn modelId="{5ED2B479-92CD-465F-87CB-E98E614F0B56}" type="presOf" srcId="{DA063916-ABE9-46DC-8D92-C6930F70AB98}" destId="{16A22D42-0175-4EC4-A1DA-A76E93D368A6}" srcOrd="0" destOrd="0" presId="urn:microsoft.com/office/officeart/2016/7/layout/RepeatingBendingProcessNew"/>
    <dgm:cxn modelId="{7FCE5E5A-BE82-40B7-A694-54EC209DB50D}" type="presOf" srcId="{C770966B-C7F9-4EB6-AF02-801C4568EBDD}" destId="{EDEB8BB3-E41B-46C7-B26F-CEA5A78807CE}" srcOrd="0" destOrd="0" presId="urn:microsoft.com/office/officeart/2016/7/layout/RepeatingBendingProcessNew"/>
    <dgm:cxn modelId="{85ABE25A-01FE-4ACB-94F4-5320C143FBD1}" type="presOf" srcId="{F656559B-43F2-4A84-8D61-69D7C25CC665}" destId="{D978DE8B-7B5D-4FEB-930B-0C98F7B4175F}" srcOrd="0" destOrd="0" presId="urn:microsoft.com/office/officeart/2016/7/layout/RepeatingBendingProcessNew"/>
    <dgm:cxn modelId="{D8F1287B-A735-431A-9561-D6314EE605E8}" type="presOf" srcId="{2ABA3B36-31A3-4185-ADB5-D054DB54D1A2}" destId="{0AB9B679-F474-42E7-85BE-6CB6B7936150}" srcOrd="0" destOrd="0" presId="urn:microsoft.com/office/officeart/2016/7/layout/RepeatingBendingProcessNew"/>
    <dgm:cxn modelId="{C060A67E-88D1-4866-82CB-BEBCF3FA2FE1}" type="presOf" srcId="{4A608343-9127-49B7-9F0F-D9CA02B3F6F8}" destId="{12510A5D-F7ED-4AD5-B933-B1CD7C61ECA2}" srcOrd="0" destOrd="0" presId="urn:microsoft.com/office/officeart/2016/7/layout/RepeatingBendingProcessNew"/>
    <dgm:cxn modelId="{194A4C7F-BC6D-4E74-932F-78959900056F}" type="presOf" srcId="{F66517BA-17F4-4F06-9051-16EA15A3A1B6}" destId="{C73BBC85-BA28-4CF1-B3FB-8184AB34C71F}" srcOrd="0" destOrd="0" presId="urn:microsoft.com/office/officeart/2016/7/layout/RepeatingBendingProcessNew"/>
    <dgm:cxn modelId="{D9251D8A-4B87-443C-AD31-0439B99900D1}" type="presOf" srcId="{70314446-83C1-46AB-A4FF-D01CEC4297A1}" destId="{BBF2943B-BF17-423D-9354-C78AFC24B8F0}" srcOrd="0" destOrd="0" presId="urn:microsoft.com/office/officeart/2016/7/layout/RepeatingBendingProcessNew"/>
    <dgm:cxn modelId="{9E8F518C-DF0A-409B-B370-993A5B35B88B}" type="presOf" srcId="{03AC02C6-F842-4222-B9E3-3F3B3C8639B2}" destId="{F996C74D-2941-4D0A-9D4A-51F3088A6B5D}" srcOrd="0" destOrd="0" presId="urn:microsoft.com/office/officeart/2016/7/layout/RepeatingBendingProcessNew"/>
    <dgm:cxn modelId="{C62AA98E-8956-4847-A827-2CE2F2E58FB4}" type="presOf" srcId="{5500DEFA-2B5D-4A0C-87EC-5B6F024199C2}" destId="{BB67A4F4-12D7-4DE4-91AF-302C355D392F}" srcOrd="0" destOrd="0" presId="urn:microsoft.com/office/officeart/2016/7/layout/RepeatingBendingProcessNew"/>
    <dgm:cxn modelId="{2C36F090-BB32-4809-9877-05E7DC60A9A3}" srcId="{DEAEF152-45EF-467A-98C6-ECAE2F5B7825}" destId="{8F1C2778-9940-4526-8CCF-E1F1FA86ED2B}" srcOrd="22" destOrd="0" parTransId="{687CB59F-873D-4D37-A347-267E527857B2}" sibTransId="{C770966B-C7F9-4EB6-AF02-801C4568EBDD}"/>
    <dgm:cxn modelId="{AEB9D592-5EEC-410C-8106-6B1AA29B0562}" type="presOf" srcId="{03816C3A-55F0-4629-B5E1-200B43BDF454}" destId="{4519370C-6D6D-4486-B604-F61BD4713C08}" srcOrd="0" destOrd="0" presId="urn:microsoft.com/office/officeart/2016/7/layout/RepeatingBendingProcessNew"/>
    <dgm:cxn modelId="{1D992C93-8639-4AB9-A4E7-DFE05EE5709F}" type="presOf" srcId="{07F66AB1-18EC-4638-9BA0-C769501BFE41}" destId="{70FBB7B4-DBD4-4C50-893F-305A190BDDD0}" srcOrd="0" destOrd="0" presId="urn:microsoft.com/office/officeart/2016/7/layout/RepeatingBendingProcessNew"/>
    <dgm:cxn modelId="{CF9FE593-FDDB-44FA-8440-527D019DA529}" type="presOf" srcId="{0DD4C151-09CE-4791-9510-BC30E57CDD1F}" destId="{7E0F53ED-410D-4A13-85AE-5E2B073E9385}" srcOrd="0" destOrd="0" presId="urn:microsoft.com/office/officeart/2016/7/layout/RepeatingBendingProcessNew"/>
    <dgm:cxn modelId="{07C19D95-65BB-4CE4-A516-01843A1C0ACD}" type="presOf" srcId="{40617F20-A8CB-4F91-A4B7-3CDF29A4FDD4}" destId="{BE8CE039-A699-4B92-8D6B-0E521D4DB74B}" srcOrd="1" destOrd="0" presId="urn:microsoft.com/office/officeart/2016/7/layout/RepeatingBendingProcessNew"/>
    <dgm:cxn modelId="{B967D395-6757-4A55-A4CC-AB403461887D}" type="presOf" srcId="{F6D2F9D8-E17A-4162-A143-22D4E203A6DC}" destId="{4036CAFC-A0E9-44D0-B6EB-3295A2E22EF5}" srcOrd="0" destOrd="0" presId="urn:microsoft.com/office/officeart/2016/7/layout/RepeatingBendingProcessNew"/>
    <dgm:cxn modelId="{12C80D97-538C-4D8C-88C0-1B74E2FB7403}" srcId="{DEAEF152-45EF-467A-98C6-ECAE2F5B7825}" destId="{A72C4901-904A-4336-B8C1-8307ED5CE5AF}" srcOrd="19" destOrd="0" parTransId="{3F49CB99-9A3A-4DC7-9722-144399E1E45E}" sibTransId="{963072AD-EF39-4916-A591-C0074D06680B}"/>
    <dgm:cxn modelId="{223D5197-7E9C-49C9-8454-19FECBBACC63}" type="presOf" srcId="{963072AD-EF39-4916-A591-C0074D06680B}" destId="{43E81CC4-7062-4DF6-B921-CFCBD116AEDF}" srcOrd="0" destOrd="0" presId="urn:microsoft.com/office/officeart/2016/7/layout/RepeatingBendingProcessNew"/>
    <dgm:cxn modelId="{75F8B798-31CE-4C37-8386-EEF5C4E2BC56}" type="presOf" srcId="{731F0D1A-82BD-4C57-8BAC-81FB469865F0}" destId="{B8EA7A99-8CDD-45BE-A0CE-857400C2B1B1}" srcOrd="0" destOrd="0" presId="urn:microsoft.com/office/officeart/2016/7/layout/RepeatingBendingProcessNew"/>
    <dgm:cxn modelId="{3C9EEE99-A467-4F68-98AD-B56B15BCE066}" srcId="{DEAEF152-45EF-467A-98C6-ECAE2F5B7825}" destId="{98637FAB-3F5A-4175-B396-F0C5B92ED961}" srcOrd="13" destOrd="0" parTransId="{8F32F2CF-DF8B-45B8-BB14-B605A5EF1099}" sibTransId="{731F0D1A-82BD-4C57-8BAC-81FB469865F0}"/>
    <dgm:cxn modelId="{DA8498A1-9BEE-4A16-B1B4-B415423777A7}" type="presOf" srcId="{731F0D1A-82BD-4C57-8BAC-81FB469865F0}" destId="{7584B4F6-90A2-4888-B1E1-CB8E8E981CEF}" srcOrd="1" destOrd="0" presId="urn:microsoft.com/office/officeart/2016/7/layout/RepeatingBendingProcessNew"/>
    <dgm:cxn modelId="{730CCEA2-9989-45C7-BAD3-108CF9BD8F20}" srcId="{DEAEF152-45EF-467A-98C6-ECAE2F5B7825}" destId="{4A608343-9127-49B7-9F0F-D9CA02B3F6F8}" srcOrd="24" destOrd="0" parTransId="{66B6BE09-AB80-451D-BC45-89930BED9DFF}" sibTransId="{93F0CBFE-421D-40B2-82B1-5B55C5150A97}"/>
    <dgm:cxn modelId="{757CBBAA-4F8C-457E-837F-0A1C9B0DD3FF}" srcId="{DEAEF152-45EF-467A-98C6-ECAE2F5B7825}" destId="{5500DEFA-2B5D-4A0C-87EC-5B6F024199C2}" srcOrd="23" destOrd="0" parTransId="{45AB5B9D-21D0-4AA5-9B57-2CCC3F9EFAF7}" sibTransId="{0270E24C-2A08-4708-882B-71F25462B0B2}"/>
    <dgm:cxn modelId="{83EA4EAB-4898-48AD-BDB4-6C13A9DBA2D1}" type="presOf" srcId="{963072AD-EF39-4916-A591-C0074D06680B}" destId="{59BB06F8-BB9F-449D-9092-73CC8979D5DF}" srcOrd="1" destOrd="0" presId="urn:microsoft.com/office/officeart/2016/7/layout/RepeatingBendingProcessNew"/>
    <dgm:cxn modelId="{B409BDAC-885F-4DAA-8E9E-D2E6D351432E}" type="presOf" srcId="{03816C3A-55F0-4629-B5E1-200B43BDF454}" destId="{6314A59D-0FA8-4D2D-92A3-A028A2199E9B}" srcOrd="1" destOrd="0" presId="urn:microsoft.com/office/officeart/2016/7/layout/RepeatingBendingProcessNew"/>
    <dgm:cxn modelId="{5B806FAF-7B23-4D86-A953-CA1B5AD6A97E}" type="presOf" srcId="{A7C550A7-6F5C-4A6B-9D46-065630EFE46B}" destId="{D1847C97-7C22-4479-989F-C199BD7504D1}" srcOrd="0" destOrd="0" presId="urn:microsoft.com/office/officeart/2016/7/layout/RepeatingBendingProcessNew"/>
    <dgm:cxn modelId="{9EC5A1B0-9624-4ECB-BE1E-18E4836C9408}" srcId="{DEAEF152-45EF-467A-98C6-ECAE2F5B7825}" destId="{C310F4EA-8F39-4620-B85A-FA8A30FF7D1E}" srcOrd="7" destOrd="0" parTransId="{2A251053-E9A6-415B-854E-2C65BE2DCCC0}" sibTransId="{70314446-83C1-46AB-A4FF-D01CEC4297A1}"/>
    <dgm:cxn modelId="{E35E9EB1-3B83-4A71-8F40-8FCC6690D195}" type="presOf" srcId="{C310F4EA-8F39-4620-B85A-FA8A30FF7D1E}" destId="{D2E657C7-4265-4A55-88C4-F56420242DA1}" srcOrd="0" destOrd="0" presId="urn:microsoft.com/office/officeart/2016/7/layout/RepeatingBendingProcessNew"/>
    <dgm:cxn modelId="{B37DFBB2-2FF7-41AA-A028-9D072AD5582B}" srcId="{DEAEF152-45EF-467A-98C6-ECAE2F5B7825}" destId="{092FCF91-398B-412F-A79D-AECD7E40DFEE}" srcOrd="11" destOrd="0" parTransId="{DC611EAE-90D6-4370-A946-CDA1EFAD9F02}" sibTransId="{46DCF6CB-5796-40B3-B720-F008D20A6CE8}"/>
    <dgm:cxn modelId="{F2AF8FB4-F61B-48F4-B6D6-C27BAB8C3DD7}" type="presOf" srcId="{4841652F-7EE2-4B20-92D3-F0B0E7EE8A3C}" destId="{24E72007-2F11-43EC-B0E4-3515DBD5624E}" srcOrd="1" destOrd="0" presId="urn:microsoft.com/office/officeart/2016/7/layout/RepeatingBendingProcessNew"/>
    <dgm:cxn modelId="{D26463BA-2171-4CAF-9F21-AD8D3BD222D2}" type="presOf" srcId="{F8C33F03-C67D-4E2B-9FDE-1925626418AD}" destId="{45687AE2-4CF9-42C0-83D5-D9353CAE2871}" srcOrd="0" destOrd="0" presId="urn:microsoft.com/office/officeart/2016/7/layout/RepeatingBendingProcessNew"/>
    <dgm:cxn modelId="{F8CEA0BC-C1A5-4461-90AD-3DA899D64DF6}" type="presOf" srcId="{95DBE733-F4D3-4818-87E0-BF622BDF0787}" destId="{36BC06F9-37EE-478D-8787-1E4DC3AD28DB}" srcOrd="1" destOrd="0" presId="urn:microsoft.com/office/officeart/2016/7/layout/RepeatingBendingProcessNew"/>
    <dgm:cxn modelId="{729895BD-C8EC-4AF2-B996-A4CD90C6D0E5}" type="presOf" srcId="{81D0F93B-3DED-455E-BC28-457AB70844CA}" destId="{239A27DF-1A55-4DEC-B5C0-A6429571B4A2}" srcOrd="0" destOrd="0" presId="urn:microsoft.com/office/officeart/2016/7/layout/RepeatingBendingProcessNew"/>
    <dgm:cxn modelId="{F69E45C0-9DDF-48B9-B17C-37018A880CA6}" type="presOf" srcId="{DA063916-ABE9-46DC-8D92-C6930F70AB98}" destId="{D3D7D0A5-543B-467C-8F73-0ECA05905F7E}" srcOrd="1" destOrd="0" presId="urn:microsoft.com/office/officeart/2016/7/layout/RepeatingBendingProcessNew"/>
    <dgm:cxn modelId="{0464F3C3-DDF0-4D77-9B2E-F066C85A0D12}" type="presOf" srcId="{E68071B7-EBC7-4F71-A9E8-3D171DB87F50}" destId="{F5A61D5C-78F2-494A-BBC3-054ADA55305F}" srcOrd="0" destOrd="0" presId="urn:microsoft.com/office/officeart/2016/7/layout/RepeatingBendingProcessNew"/>
    <dgm:cxn modelId="{35C875C4-187E-461F-8826-8E1322E792B0}" type="presOf" srcId="{09C2A1AA-E086-42F8-AD21-E50B809ADCDB}" destId="{8F155DEE-1AB0-4423-844F-36B8B6E096A1}" srcOrd="0" destOrd="0" presId="urn:microsoft.com/office/officeart/2016/7/layout/RepeatingBendingProcessNew"/>
    <dgm:cxn modelId="{C189C7C7-755A-4B0F-A23F-41DB750726FD}" type="presOf" srcId="{2F9F5EDA-E92F-4DFA-88D9-92A196180F14}" destId="{B8C54496-3A6C-4D6E-8EB1-E5A02005D48F}" srcOrd="0" destOrd="0" presId="urn:microsoft.com/office/officeart/2016/7/layout/RepeatingBendingProcessNew"/>
    <dgm:cxn modelId="{BBB1B7C8-E04C-412C-8C75-298F847351ED}" type="presOf" srcId="{8FE6E94D-402E-4355-BA54-C7445C6C331D}" destId="{13DD03A9-3D26-45E4-A9FC-A0277C764334}" srcOrd="1" destOrd="0" presId="urn:microsoft.com/office/officeart/2016/7/layout/RepeatingBendingProcessNew"/>
    <dgm:cxn modelId="{0D9AD3CA-FE44-4448-A377-FFE3398AA0AA}" type="presOf" srcId="{595638AE-0129-41C3-9F89-2CC0149CD085}" destId="{7175AC57-F95F-4D43-A99C-31B3DD3CB450}" srcOrd="0" destOrd="0" presId="urn:microsoft.com/office/officeart/2016/7/layout/RepeatingBendingProcessNew"/>
    <dgm:cxn modelId="{B76C95D1-4C45-4F73-AD0B-505E3AC45D6F}" type="presOf" srcId="{8DD0F036-5A68-4E60-BAD3-E31D3D024FF2}" destId="{DDC1181C-2C5C-4181-899A-6647FC4622B9}" srcOrd="1" destOrd="0" presId="urn:microsoft.com/office/officeart/2016/7/layout/RepeatingBendingProcessNew"/>
    <dgm:cxn modelId="{E56079D5-0FC6-4F88-B4A6-FD0FEEB2EB42}" type="presOf" srcId="{46DCF6CB-5796-40B3-B720-F008D20A6CE8}" destId="{73F8F34D-7BD5-44F6-BE6D-EFC7F3DA4144}" srcOrd="1" destOrd="0" presId="urn:microsoft.com/office/officeart/2016/7/layout/RepeatingBendingProcessNew"/>
    <dgm:cxn modelId="{D8A1E4D5-7402-4B5E-B8B3-5196A4A35CBB}" srcId="{DEAEF152-45EF-467A-98C6-ECAE2F5B7825}" destId="{F66517BA-17F4-4F06-9051-16EA15A3A1B6}" srcOrd="6" destOrd="0" parTransId="{21D1649B-CB59-4662-AB25-175B68F9B1C3}" sibTransId="{D457ACE1-C2F2-41AE-88F9-BDE84F7A3D10}"/>
    <dgm:cxn modelId="{EC03FAD6-49F3-4046-912F-F2BE7A010A64}" type="presOf" srcId="{E68071B7-EBC7-4F71-A9E8-3D171DB87F50}" destId="{D99E3D68-A2FE-4B2D-9467-925C638A29CB}" srcOrd="1" destOrd="0" presId="urn:microsoft.com/office/officeart/2016/7/layout/RepeatingBendingProcessNew"/>
    <dgm:cxn modelId="{0C0243D8-A287-4730-BCEE-808717E833B0}" type="presOf" srcId="{81D0F93B-3DED-455E-BC28-457AB70844CA}" destId="{AD05B443-DC47-442D-909E-79621219A09D}" srcOrd="1" destOrd="0" presId="urn:microsoft.com/office/officeart/2016/7/layout/RepeatingBendingProcessNew"/>
    <dgm:cxn modelId="{C66FC9DA-9920-48F5-8D10-831D1C983606}" type="presOf" srcId="{8FE6E94D-402E-4355-BA54-C7445C6C331D}" destId="{87961A52-AF15-40A4-AB1E-40143027BC9C}" srcOrd="0" destOrd="0" presId="urn:microsoft.com/office/officeart/2016/7/layout/RepeatingBendingProcessNew"/>
    <dgm:cxn modelId="{CA71AFDB-98F0-484C-89F1-84837B934877}" type="presOf" srcId="{97DEAAD4-9627-485A-9F4C-D36B644EEBDF}" destId="{229E3D17-B460-41F4-A6F9-EA8A498F2503}" srcOrd="0" destOrd="0" presId="urn:microsoft.com/office/officeart/2016/7/layout/RepeatingBendingProcessNew"/>
    <dgm:cxn modelId="{5EA591DC-AEAA-4D96-90F5-262BEBAAB2F7}" srcId="{DEAEF152-45EF-467A-98C6-ECAE2F5B7825}" destId="{64E53F25-2A68-45B9-98CE-9C3ED5DEFD37}" srcOrd="9" destOrd="0" parTransId="{DD1A4F21-66F8-49AB-8DE2-7EF092DC6EDB}" sibTransId="{81D0F93B-3DED-455E-BC28-457AB70844CA}"/>
    <dgm:cxn modelId="{55539CE0-C3F7-470F-BD4E-EA83F5BA4356}" type="presOf" srcId="{97DEAAD4-9627-485A-9F4C-D36B644EEBDF}" destId="{165C3F5F-41E2-461D-A622-5EFC1DDBAC75}" srcOrd="1" destOrd="0" presId="urn:microsoft.com/office/officeart/2016/7/layout/RepeatingBendingProcessNew"/>
    <dgm:cxn modelId="{427B02E3-A34B-4B1C-A5FD-27D86395064E}" type="presOf" srcId="{092FCF91-398B-412F-A79D-AECD7E40DFEE}" destId="{CC1FD80E-FD2D-4296-A4C7-FEE7B350EF4F}" srcOrd="0" destOrd="0" presId="urn:microsoft.com/office/officeart/2016/7/layout/RepeatingBendingProcessNew"/>
    <dgm:cxn modelId="{6FEAA5E5-E930-4F0C-B740-9EECD43DA889}" type="presOf" srcId="{46DCF6CB-5796-40B3-B720-F008D20A6CE8}" destId="{A52E92DC-284F-4673-A6E0-24609E3FF1D5}" srcOrd="0" destOrd="0" presId="urn:microsoft.com/office/officeart/2016/7/layout/RepeatingBendingProcessNew"/>
    <dgm:cxn modelId="{EED172E9-7194-4127-9C3A-0F3045475C1C}" srcId="{DEAEF152-45EF-467A-98C6-ECAE2F5B7825}" destId="{0DD4C151-09CE-4791-9510-BC30E57CDD1F}" srcOrd="10" destOrd="0" parTransId="{CFC92EC2-3D02-4A1F-9B64-B64AF9A28DC2}" sibTransId="{8FE6E94D-402E-4355-BA54-C7445C6C331D}"/>
    <dgm:cxn modelId="{3A5653ED-46D4-48C5-B776-5FA5559D7A5F}" type="presOf" srcId="{8DD0F036-5A68-4E60-BAD3-E31D3D024FF2}" destId="{82DC4D5F-6AF5-4CDA-8D45-CA8B3CF7806D}" srcOrd="0" destOrd="0" presId="urn:microsoft.com/office/officeart/2016/7/layout/RepeatingBendingProcessNew"/>
    <dgm:cxn modelId="{396BE7ED-135A-4C9E-89BA-5BDCADBCB67E}" type="presOf" srcId="{6C759CDC-2913-4C62-BFB5-FE43847E9B43}" destId="{075CDBA0-2594-43B1-96A1-60D849C78261}" srcOrd="0" destOrd="0" presId="urn:microsoft.com/office/officeart/2016/7/layout/RepeatingBendingProcessNew"/>
    <dgm:cxn modelId="{7A4F20EE-98D5-4120-B325-59BFDE92CAF0}" type="presOf" srcId="{F8C33F03-C67D-4E2B-9FDE-1925626418AD}" destId="{3EE22FC1-3B62-45A1-ACF7-6376D96D584D}" srcOrd="1" destOrd="0" presId="urn:microsoft.com/office/officeart/2016/7/layout/RepeatingBendingProcessNew"/>
    <dgm:cxn modelId="{6F6A55F1-01CF-4027-941D-CB6A9FEFDE9D}" srcId="{DEAEF152-45EF-467A-98C6-ECAE2F5B7825}" destId="{151131C6-738E-44A1-96A7-4DFBDA43B6A7}" srcOrd="16" destOrd="0" parTransId="{4B29703C-BD06-4EDF-8691-F93298F134F7}" sibTransId="{07F66AB1-18EC-4638-9BA0-C769501BFE41}"/>
    <dgm:cxn modelId="{EEFD4FF4-CA3E-4D33-AB4E-75AFB45769B8}" type="presOf" srcId="{8F1C2778-9940-4526-8CCF-E1F1FA86ED2B}" destId="{7E487A8A-90D3-4D0B-AFE2-146B4EACE1CB}" srcOrd="0" destOrd="0" presId="urn:microsoft.com/office/officeart/2016/7/layout/RepeatingBendingProcessNew"/>
    <dgm:cxn modelId="{966E66FB-497F-46EA-94EF-8D80BD1FDA1C}" srcId="{DEAEF152-45EF-467A-98C6-ECAE2F5B7825}" destId="{F6D2F9D8-E17A-4162-A143-22D4E203A6DC}" srcOrd="21" destOrd="0" parTransId="{BCECC3C9-350B-45DC-9C39-EFBAF0386EF6}" sibTransId="{4841652F-7EE2-4B20-92D3-F0B0E7EE8A3C}"/>
    <dgm:cxn modelId="{56F0AFFC-86A0-48FF-A4AB-449CEFC23489}" type="presOf" srcId="{A7C550A7-6F5C-4A6B-9D46-065630EFE46B}" destId="{5137B47F-7971-420F-A5C8-B349C76E4762}" srcOrd="1" destOrd="0" presId="urn:microsoft.com/office/officeart/2016/7/layout/RepeatingBendingProcessNew"/>
    <dgm:cxn modelId="{2898B1F2-3C98-4D4D-8215-9BC8ECAF3698}" type="presParOf" srcId="{0363A7DD-B8D7-4643-A1CA-247E4C7A4E71}" destId="{330526AA-9526-4BD7-A38C-41FAD7D0955A}" srcOrd="0" destOrd="0" presId="urn:microsoft.com/office/officeart/2016/7/layout/RepeatingBendingProcessNew"/>
    <dgm:cxn modelId="{3599F4BD-E3FA-47DE-BAAE-352DFBD8C6B9}" type="presParOf" srcId="{0363A7DD-B8D7-4643-A1CA-247E4C7A4E71}" destId="{D1847C97-7C22-4479-989F-C199BD7504D1}" srcOrd="1" destOrd="0" presId="urn:microsoft.com/office/officeart/2016/7/layout/RepeatingBendingProcessNew"/>
    <dgm:cxn modelId="{B5F1FCFB-8077-454C-A8E3-C2BF03285336}" type="presParOf" srcId="{D1847C97-7C22-4479-989F-C199BD7504D1}" destId="{5137B47F-7971-420F-A5C8-B349C76E4762}" srcOrd="0" destOrd="0" presId="urn:microsoft.com/office/officeart/2016/7/layout/RepeatingBendingProcessNew"/>
    <dgm:cxn modelId="{D20E3070-3BAD-40F6-9CE9-95D67FAB09FB}" type="presParOf" srcId="{0363A7DD-B8D7-4643-A1CA-247E4C7A4E71}" destId="{F3D5EA7D-83BF-4F71-A8A2-83494A64F40D}" srcOrd="2" destOrd="0" presId="urn:microsoft.com/office/officeart/2016/7/layout/RepeatingBendingProcessNew"/>
    <dgm:cxn modelId="{585432E8-6E61-4C33-BD05-EE442E55D52E}" type="presParOf" srcId="{0363A7DD-B8D7-4643-A1CA-247E4C7A4E71}" destId="{7F629E24-B928-4018-ABAC-A22DAB90DE4D}" srcOrd="3" destOrd="0" presId="urn:microsoft.com/office/officeart/2016/7/layout/RepeatingBendingProcessNew"/>
    <dgm:cxn modelId="{263BD05D-9262-47D0-AA99-0681C86273B6}" type="presParOf" srcId="{7F629E24-B928-4018-ABAC-A22DAB90DE4D}" destId="{9C172DA3-A4C9-45FF-88C8-73A78E2F2B8C}" srcOrd="0" destOrd="0" presId="urn:microsoft.com/office/officeart/2016/7/layout/RepeatingBendingProcessNew"/>
    <dgm:cxn modelId="{14A3B73E-6D91-4334-8FF2-895D86B8DDA7}" type="presParOf" srcId="{0363A7DD-B8D7-4643-A1CA-247E4C7A4E71}" destId="{727FF555-63D7-4A8A-9E31-33B47E3028A9}" srcOrd="4" destOrd="0" presId="urn:microsoft.com/office/officeart/2016/7/layout/RepeatingBendingProcessNew"/>
    <dgm:cxn modelId="{D8548496-A935-4449-94E3-A2F05E001822}" type="presParOf" srcId="{0363A7DD-B8D7-4643-A1CA-247E4C7A4E71}" destId="{45687AE2-4CF9-42C0-83D5-D9353CAE2871}" srcOrd="5" destOrd="0" presId="urn:microsoft.com/office/officeart/2016/7/layout/RepeatingBendingProcessNew"/>
    <dgm:cxn modelId="{637B3B15-1697-48D3-BEA1-87BD0E588D6C}" type="presParOf" srcId="{45687AE2-4CF9-42C0-83D5-D9353CAE2871}" destId="{3EE22FC1-3B62-45A1-ACF7-6376D96D584D}" srcOrd="0" destOrd="0" presId="urn:microsoft.com/office/officeart/2016/7/layout/RepeatingBendingProcessNew"/>
    <dgm:cxn modelId="{75C765F3-08E9-4B3E-8350-DCB998E77BC8}" type="presParOf" srcId="{0363A7DD-B8D7-4643-A1CA-247E4C7A4E71}" destId="{F996C74D-2941-4D0A-9D4A-51F3088A6B5D}" srcOrd="6" destOrd="0" presId="urn:microsoft.com/office/officeart/2016/7/layout/RepeatingBendingProcessNew"/>
    <dgm:cxn modelId="{EDBB30D8-F17D-4ECE-91DE-43751B815270}" type="presParOf" srcId="{0363A7DD-B8D7-4643-A1CA-247E4C7A4E71}" destId="{3F352D9B-0A0E-47A1-A1D5-5AC1002EE372}" srcOrd="7" destOrd="0" presId="urn:microsoft.com/office/officeart/2016/7/layout/RepeatingBendingProcessNew"/>
    <dgm:cxn modelId="{98B7D3F9-90B4-4307-8031-40DF7765741D}" type="presParOf" srcId="{3F352D9B-0A0E-47A1-A1D5-5AC1002EE372}" destId="{6D8854F8-8C24-4077-BA19-B7ACE6DB20B6}" srcOrd="0" destOrd="0" presId="urn:microsoft.com/office/officeart/2016/7/layout/RepeatingBendingProcessNew"/>
    <dgm:cxn modelId="{23E0D57A-F81A-4266-828A-B47236EB49BB}" type="presParOf" srcId="{0363A7DD-B8D7-4643-A1CA-247E4C7A4E71}" destId="{B8C54496-3A6C-4D6E-8EB1-E5A02005D48F}" srcOrd="8" destOrd="0" presId="urn:microsoft.com/office/officeart/2016/7/layout/RepeatingBendingProcessNew"/>
    <dgm:cxn modelId="{74E94003-FAB3-4EB5-9CE2-5CDC7678B63E}" type="presParOf" srcId="{0363A7DD-B8D7-4643-A1CA-247E4C7A4E71}" destId="{389CF15C-9A97-404A-AF25-C7A0605D413D}" srcOrd="9" destOrd="0" presId="urn:microsoft.com/office/officeart/2016/7/layout/RepeatingBendingProcessNew"/>
    <dgm:cxn modelId="{F14BD0EA-8E27-42ED-8120-788BC9F3476C}" type="presParOf" srcId="{389CF15C-9A97-404A-AF25-C7A0605D413D}" destId="{36BC06F9-37EE-478D-8787-1E4DC3AD28DB}" srcOrd="0" destOrd="0" presId="urn:microsoft.com/office/officeart/2016/7/layout/RepeatingBendingProcessNew"/>
    <dgm:cxn modelId="{43C1EFB6-E67C-4AE5-8125-A3477A459523}" type="presParOf" srcId="{0363A7DD-B8D7-4643-A1CA-247E4C7A4E71}" destId="{48B4EF1B-1CE2-4A2D-A420-C7DBAEB683D1}" srcOrd="10" destOrd="0" presId="urn:microsoft.com/office/officeart/2016/7/layout/RepeatingBendingProcessNew"/>
    <dgm:cxn modelId="{67DE4765-C35A-4508-8873-2F98A27FBBE6}" type="presParOf" srcId="{0363A7DD-B8D7-4643-A1CA-247E4C7A4E71}" destId="{F5A61D5C-78F2-494A-BBC3-054ADA55305F}" srcOrd="11" destOrd="0" presId="urn:microsoft.com/office/officeart/2016/7/layout/RepeatingBendingProcessNew"/>
    <dgm:cxn modelId="{45F72205-7F6F-443B-A94E-8A309DE6D886}" type="presParOf" srcId="{F5A61D5C-78F2-494A-BBC3-054ADA55305F}" destId="{D99E3D68-A2FE-4B2D-9467-925C638A29CB}" srcOrd="0" destOrd="0" presId="urn:microsoft.com/office/officeart/2016/7/layout/RepeatingBendingProcessNew"/>
    <dgm:cxn modelId="{1D8AFD43-14F1-4FA6-9929-AE86002ACFAC}" type="presParOf" srcId="{0363A7DD-B8D7-4643-A1CA-247E4C7A4E71}" destId="{C73BBC85-BA28-4CF1-B3FB-8184AB34C71F}" srcOrd="12" destOrd="0" presId="urn:microsoft.com/office/officeart/2016/7/layout/RepeatingBendingProcessNew"/>
    <dgm:cxn modelId="{B5C3231E-DD13-459B-AA71-8B40A38B0345}" type="presParOf" srcId="{0363A7DD-B8D7-4643-A1CA-247E4C7A4E71}" destId="{054D1A90-C61B-4206-9C0D-6517DB036225}" srcOrd="13" destOrd="0" presId="urn:microsoft.com/office/officeart/2016/7/layout/RepeatingBendingProcessNew"/>
    <dgm:cxn modelId="{82E5EE6D-07F5-4747-942F-0867E5E09786}" type="presParOf" srcId="{054D1A90-C61B-4206-9C0D-6517DB036225}" destId="{846BD887-DEB3-4053-A0B2-7F478A286E84}" srcOrd="0" destOrd="0" presId="urn:microsoft.com/office/officeart/2016/7/layout/RepeatingBendingProcessNew"/>
    <dgm:cxn modelId="{20725D2E-76B7-4244-9497-9FDD3008148B}" type="presParOf" srcId="{0363A7DD-B8D7-4643-A1CA-247E4C7A4E71}" destId="{D2E657C7-4265-4A55-88C4-F56420242DA1}" srcOrd="14" destOrd="0" presId="urn:microsoft.com/office/officeart/2016/7/layout/RepeatingBendingProcessNew"/>
    <dgm:cxn modelId="{67A9B811-02BA-4F6A-8C25-284CEDAE952E}" type="presParOf" srcId="{0363A7DD-B8D7-4643-A1CA-247E4C7A4E71}" destId="{BBF2943B-BF17-423D-9354-C78AFC24B8F0}" srcOrd="15" destOrd="0" presId="urn:microsoft.com/office/officeart/2016/7/layout/RepeatingBendingProcessNew"/>
    <dgm:cxn modelId="{91F8FFE1-CBA4-4CDB-A221-5C5FC5FC41C2}" type="presParOf" srcId="{BBF2943B-BF17-423D-9354-C78AFC24B8F0}" destId="{354B7136-44A7-49C6-A66B-4174F03D9C8F}" srcOrd="0" destOrd="0" presId="urn:microsoft.com/office/officeart/2016/7/layout/RepeatingBendingProcessNew"/>
    <dgm:cxn modelId="{52E9145E-5319-45C8-B093-5A22FEDB106D}" type="presParOf" srcId="{0363A7DD-B8D7-4643-A1CA-247E4C7A4E71}" destId="{0AB9B679-F474-42E7-85BE-6CB6B7936150}" srcOrd="16" destOrd="0" presId="urn:microsoft.com/office/officeart/2016/7/layout/RepeatingBendingProcessNew"/>
    <dgm:cxn modelId="{88586FAC-38B3-4090-9AE8-D52FCE98E715}" type="presParOf" srcId="{0363A7DD-B8D7-4643-A1CA-247E4C7A4E71}" destId="{4519370C-6D6D-4486-B604-F61BD4713C08}" srcOrd="17" destOrd="0" presId="urn:microsoft.com/office/officeart/2016/7/layout/RepeatingBendingProcessNew"/>
    <dgm:cxn modelId="{8D7499D2-9195-48CE-96AC-EB9F3D148AF8}" type="presParOf" srcId="{4519370C-6D6D-4486-B604-F61BD4713C08}" destId="{6314A59D-0FA8-4D2D-92A3-A028A2199E9B}" srcOrd="0" destOrd="0" presId="urn:microsoft.com/office/officeart/2016/7/layout/RepeatingBendingProcessNew"/>
    <dgm:cxn modelId="{87A582DA-BE1E-44A7-A902-360F5D88A4D5}" type="presParOf" srcId="{0363A7DD-B8D7-4643-A1CA-247E4C7A4E71}" destId="{45F1A3EC-9C91-482E-A579-4973DC34FD91}" srcOrd="18" destOrd="0" presId="urn:microsoft.com/office/officeart/2016/7/layout/RepeatingBendingProcessNew"/>
    <dgm:cxn modelId="{9E926950-1C06-48C5-9EA4-3DF318824777}" type="presParOf" srcId="{0363A7DD-B8D7-4643-A1CA-247E4C7A4E71}" destId="{239A27DF-1A55-4DEC-B5C0-A6429571B4A2}" srcOrd="19" destOrd="0" presId="urn:microsoft.com/office/officeart/2016/7/layout/RepeatingBendingProcessNew"/>
    <dgm:cxn modelId="{343F18C9-6A38-4112-AA3A-097FF013EED0}" type="presParOf" srcId="{239A27DF-1A55-4DEC-B5C0-A6429571B4A2}" destId="{AD05B443-DC47-442D-909E-79621219A09D}" srcOrd="0" destOrd="0" presId="urn:microsoft.com/office/officeart/2016/7/layout/RepeatingBendingProcessNew"/>
    <dgm:cxn modelId="{B5215FA7-2CCF-4F24-A18C-507A903A4610}" type="presParOf" srcId="{0363A7DD-B8D7-4643-A1CA-247E4C7A4E71}" destId="{7E0F53ED-410D-4A13-85AE-5E2B073E9385}" srcOrd="20" destOrd="0" presId="urn:microsoft.com/office/officeart/2016/7/layout/RepeatingBendingProcessNew"/>
    <dgm:cxn modelId="{DBB2F8B1-CC10-454B-A7D7-3760A45AC7D0}" type="presParOf" srcId="{0363A7DD-B8D7-4643-A1CA-247E4C7A4E71}" destId="{87961A52-AF15-40A4-AB1E-40143027BC9C}" srcOrd="21" destOrd="0" presId="urn:microsoft.com/office/officeart/2016/7/layout/RepeatingBendingProcessNew"/>
    <dgm:cxn modelId="{8FCC1309-2AA1-4E3D-8B08-21AA4E3433F5}" type="presParOf" srcId="{87961A52-AF15-40A4-AB1E-40143027BC9C}" destId="{13DD03A9-3D26-45E4-A9FC-A0277C764334}" srcOrd="0" destOrd="0" presId="urn:microsoft.com/office/officeart/2016/7/layout/RepeatingBendingProcessNew"/>
    <dgm:cxn modelId="{E7B757A9-080E-4284-B736-AC407A60B2E7}" type="presParOf" srcId="{0363A7DD-B8D7-4643-A1CA-247E4C7A4E71}" destId="{CC1FD80E-FD2D-4296-A4C7-FEE7B350EF4F}" srcOrd="22" destOrd="0" presId="urn:microsoft.com/office/officeart/2016/7/layout/RepeatingBendingProcessNew"/>
    <dgm:cxn modelId="{F58F10AA-CE8F-40BE-8908-410342C2C249}" type="presParOf" srcId="{0363A7DD-B8D7-4643-A1CA-247E4C7A4E71}" destId="{A52E92DC-284F-4673-A6E0-24609E3FF1D5}" srcOrd="23" destOrd="0" presId="urn:microsoft.com/office/officeart/2016/7/layout/RepeatingBendingProcessNew"/>
    <dgm:cxn modelId="{AB53CB9B-FB7E-40F2-A75A-C748ECF984A0}" type="presParOf" srcId="{A52E92DC-284F-4673-A6E0-24609E3FF1D5}" destId="{73F8F34D-7BD5-44F6-BE6D-EFC7F3DA4144}" srcOrd="0" destOrd="0" presId="urn:microsoft.com/office/officeart/2016/7/layout/RepeatingBendingProcessNew"/>
    <dgm:cxn modelId="{FC82FD37-846C-434E-8A40-6101CBBC3800}" type="presParOf" srcId="{0363A7DD-B8D7-4643-A1CA-247E4C7A4E71}" destId="{863B31D8-57C0-4428-ADBD-0454545DA7D3}" srcOrd="24" destOrd="0" presId="urn:microsoft.com/office/officeart/2016/7/layout/RepeatingBendingProcessNew"/>
    <dgm:cxn modelId="{5E4E58F0-8618-4609-8396-45686DBC45C8}" type="presParOf" srcId="{0363A7DD-B8D7-4643-A1CA-247E4C7A4E71}" destId="{D5C9F4DF-A499-499B-A6C1-C96838AC86C8}" srcOrd="25" destOrd="0" presId="urn:microsoft.com/office/officeart/2016/7/layout/RepeatingBendingProcessNew"/>
    <dgm:cxn modelId="{60727B8B-5021-4109-B7C1-D34171A41D97}" type="presParOf" srcId="{D5C9F4DF-A499-499B-A6C1-C96838AC86C8}" destId="{BE8CE039-A699-4B92-8D6B-0E521D4DB74B}" srcOrd="0" destOrd="0" presId="urn:microsoft.com/office/officeart/2016/7/layout/RepeatingBendingProcessNew"/>
    <dgm:cxn modelId="{1E189188-C11C-4040-9E2C-54F570DF6D48}" type="presParOf" srcId="{0363A7DD-B8D7-4643-A1CA-247E4C7A4E71}" destId="{C76D70D1-1B05-4910-8DD9-0DC311C76CAE}" srcOrd="26" destOrd="0" presId="urn:microsoft.com/office/officeart/2016/7/layout/RepeatingBendingProcessNew"/>
    <dgm:cxn modelId="{5EA012F0-0366-4D0C-8082-DCABE06C974C}" type="presParOf" srcId="{0363A7DD-B8D7-4643-A1CA-247E4C7A4E71}" destId="{B8EA7A99-8CDD-45BE-A0CE-857400C2B1B1}" srcOrd="27" destOrd="0" presId="urn:microsoft.com/office/officeart/2016/7/layout/RepeatingBendingProcessNew"/>
    <dgm:cxn modelId="{01D0C1C9-F2A3-4B97-96CE-2C1A121B09EE}" type="presParOf" srcId="{B8EA7A99-8CDD-45BE-A0CE-857400C2B1B1}" destId="{7584B4F6-90A2-4888-B1E1-CB8E8E981CEF}" srcOrd="0" destOrd="0" presId="urn:microsoft.com/office/officeart/2016/7/layout/RepeatingBendingProcessNew"/>
    <dgm:cxn modelId="{0B5DA7B1-0C1C-4F04-B4A6-F4E163D79B55}" type="presParOf" srcId="{0363A7DD-B8D7-4643-A1CA-247E4C7A4E71}" destId="{D978DE8B-7B5D-4FEB-930B-0C98F7B4175F}" srcOrd="28" destOrd="0" presId="urn:microsoft.com/office/officeart/2016/7/layout/RepeatingBendingProcessNew"/>
    <dgm:cxn modelId="{6CFE2599-4EC5-4E29-857D-4DD63235A73D}" type="presParOf" srcId="{0363A7DD-B8D7-4643-A1CA-247E4C7A4E71}" destId="{85E7E9A8-46ED-4A83-BD15-CED2884E5579}" srcOrd="29" destOrd="0" presId="urn:microsoft.com/office/officeart/2016/7/layout/RepeatingBendingProcessNew"/>
    <dgm:cxn modelId="{90C401B6-C19E-4F42-96AE-05150D16B266}" type="presParOf" srcId="{85E7E9A8-46ED-4A83-BD15-CED2884E5579}" destId="{31073BDA-825B-492D-818D-BB6212AA7A13}" srcOrd="0" destOrd="0" presId="urn:microsoft.com/office/officeart/2016/7/layout/RepeatingBendingProcessNew"/>
    <dgm:cxn modelId="{130B00FC-8525-4B4E-98A8-6913129DFA78}" type="presParOf" srcId="{0363A7DD-B8D7-4643-A1CA-247E4C7A4E71}" destId="{8F155DEE-1AB0-4423-844F-36B8B6E096A1}" srcOrd="30" destOrd="0" presId="urn:microsoft.com/office/officeart/2016/7/layout/RepeatingBendingProcessNew"/>
    <dgm:cxn modelId="{C9459C07-9DFC-44C3-BBE6-359DC7098F4F}" type="presParOf" srcId="{0363A7DD-B8D7-4643-A1CA-247E4C7A4E71}" destId="{075CDBA0-2594-43B1-96A1-60D849C78261}" srcOrd="31" destOrd="0" presId="urn:microsoft.com/office/officeart/2016/7/layout/RepeatingBendingProcessNew"/>
    <dgm:cxn modelId="{0B82A36A-77EC-4B17-98F3-F0AB9302B375}" type="presParOf" srcId="{075CDBA0-2594-43B1-96A1-60D849C78261}" destId="{D01DD2F6-DDC2-4A47-A407-1C5892479F50}" srcOrd="0" destOrd="0" presId="urn:microsoft.com/office/officeart/2016/7/layout/RepeatingBendingProcessNew"/>
    <dgm:cxn modelId="{E7638732-4ED7-45AA-BED5-190531461B32}" type="presParOf" srcId="{0363A7DD-B8D7-4643-A1CA-247E4C7A4E71}" destId="{81D492F7-A842-44E2-8A9B-A3989AA61783}" srcOrd="32" destOrd="0" presId="urn:microsoft.com/office/officeart/2016/7/layout/RepeatingBendingProcessNew"/>
    <dgm:cxn modelId="{79FBC64C-18C1-4F8C-82C9-6E6B04F770F1}" type="presParOf" srcId="{0363A7DD-B8D7-4643-A1CA-247E4C7A4E71}" destId="{70FBB7B4-DBD4-4C50-893F-305A190BDDD0}" srcOrd="33" destOrd="0" presId="urn:microsoft.com/office/officeart/2016/7/layout/RepeatingBendingProcessNew"/>
    <dgm:cxn modelId="{037DFE43-535B-4815-BA9E-E491105902A3}" type="presParOf" srcId="{70FBB7B4-DBD4-4C50-893F-305A190BDDD0}" destId="{615ADF61-9D97-4248-9CBC-B92808276B4F}" srcOrd="0" destOrd="0" presId="urn:microsoft.com/office/officeart/2016/7/layout/RepeatingBendingProcessNew"/>
    <dgm:cxn modelId="{F0CCE16E-F9C0-4062-86D7-C46EC2DAFE66}" type="presParOf" srcId="{0363A7DD-B8D7-4643-A1CA-247E4C7A4E71}" destId="{14AD5EF8-29B5-4475-874F-BAD9C9EE982B}" srcOrd="34" destOrd="0" presId="urn:microsoft.com/office/officeart/2016/7/layout/RepeatingBendingProcessNew"/>
    <dgm:cxn modelId="{C9D29E33-983D-4108-9DAF-AB4554391317}" type="presParOf" srcId="{0363A7DD-B8D7-4643-A1CA-247E4C7A4E71}" destId="{229E3D17-B460-41F4-A6F9-EA8A498F2503}" srcOrd="35" destOrd="0" presId="urn:microsoft.com/office/officeart/2016/7/layout/RepeatingBendingProcessNew"/>
    <dgm:cxn modelId="{4F2674AD-A1FD-4914-9B00-CE8183790969}" type="presParOf" srcId="{229E3D17-B460-41F4-A6F9-EA8A498F2503}" destId="{165C3F5F-41E2-461D-A622-5EFC1DDBAC75}" srcOrd="0" destOrd="0" presId="urn:microsoft.com/office/officeart/2016/7/layout/RepeatingBendingProcessNew"/>
    <dgm:cxn modelId="{00E7670D-614D-4DE0-99B5-3DAA20B13CD9}" type="presParOf" srcId="{0363A7DD-B8D7-4643-A1CA-247E4C7A4E71}" destId="{7175AC57-F95F-4D43-A99C-31B3DD3CB450}" srcOrd="36" destOrd="0" presId="urn:microsoft.com/office/officeart/2016/7/layout/RepeatingBendingProcessNew"/>
    <dgm:cxn modelId="{46819C53-43CC-4E94-BEB7-552AEAA65F6D}" type="presParOf" srcId="{0363A7DD-B8D7-4643-A1CA-247E4C7A4E71}" destId="{16A22D42-0175-4EC4-A1DA-A76E93D368A6}" srcOrd="37" destOrd="0" presId="urn:microsoft.com/office/officeart/2016/7/layout/RepeatingBendingProcessNew"/>
    <dgm:cxn modelId="{CB1393E1-37D3-4D64-9E4C-F10D00943B10}" type="presParOf" srcId="{16A22D42-0175-4EC4-A1DA-A76E93D368A6}" destId="{D3D7D0A5-543B-467C-8F73-0ECA05905F7E}" srcOrd="0" destOrd="0" presId="urn:microsoft.com/office/officeart/2016/7/layout/RepeatingBendingProcessNew"/>
    <dgm:cxn modelId="{8D27C3DF-BC48-4855-B2E0-21824E6A0DAB}" type="presParOf" srcId="{0363A7DD-B8D7-4643-A1CA-247E4C7A4E71}" destId="{9BBF968F-4B8F-46C2-BABC-1B16125B3B3E}" srcOrd="38" destOrd="0" presId="urn:microsoft.com/office/officeart/2016/7/layout/RepeatingBendingProcessNew"/>
    <dgm:cxn modelId="{07BE5A30-CC8D-4FCC-A941-A8EE2583A796}" type="presParOf" srcId="{0363A7DD-B8D7-4643-A1CA-247E4C7A4E71}" destId="{43E81CC4-7062-4DF6-B921-CFCBD116AEDF}" srcOrd="39" destOrd="0" presId="urn:microsoft.com/office/officeart/2016/7/layout/RepeatingBendingProcessNew"/>
    <dgm:cxn modelId="{F751689A-000B-4A97-8037-D387F0F78877}" type="presParOf" srcId="{43E81CC4-7062-4DF6-B921-CFCBD116AEDF}" destId="{59BB06F8-BB9F-449D-9092-73CC8979D5DF}" srcOrd="0" destOrd="0" presId="urn:microsoft.com/office/officeart/2016/7/layout/RepeatingBendingProcessNew"/>
    <dgm:cxn modelId="{1CED8913-2F2F-4172-8A3E-0F617B0980C3}" type="presParOf" srcId="{0363A7DD-B8D7-4643-A1CA-247E4C7A4E71}" destId="{04A0C828-9912-467D-9039-D6D3CA0C74F9}" srcOrd="40" destOrd="0" presId="urn:microsoft.com/office/officeart/2016/7/layout/RepeatingBendingProcessNew"/>
    <dgm:cxn modelId="{604222B7-18AA-4BF2-9287-C014C86ACAC2}" type="presParOf" srcId="{0363A7DD-B8D7-4643-A1CA-247E4C7A4E71}" destId="{82DC4D5F-6AF5-4CDA-8D45-CA8B3CF7806D}" srcOrd="41" destOrd="0" presId="urn:microsoft.com/office/officeart/2016/7/layout/RepeatingBendingProcessNew"/>
    <dgm:cxn modelId="{0191D139-2B48-42C4-84FB-F49BD532D3F7}" type="presParOf" srcId="{82DC4D5F-6AF5-4CDA-8D45-CA8B3CF7806D}" destId="{DDC1181C-2C5C-4181-899A-6647FC4622B9}" srcOrd="0" destOrd="0" presId="urn:microsoft.com/office/officeart/2016/7/layout/RepeatingBendingProcessNew"/>
    <dgm:cxn modelId="{BA00BBC9-15D5-44FB-9C30-96C2F3DFECB5}" type="presParOf" srcId="{0363A7DD-B8D7-4643-A1CA-247E4C7A4E71}" destId="{4036CAFC-A0E9-44D0-B6EB-3295A2E22EF5}" srcOrd="42" destOrd="0" presId="urn:microsoft.com/office/officeart/2016/7/layout/RepeatingBendingProcessNew"/>
    <dgm:cxn modelId="{BCB586EF-F8B7-4FAC-8BCF-4A2E04024F05}" type="presParOf" srcId="{0363A7DD-B8D7-4643-A1CA-247E4C7A4E71}" destId="{EB296306-2F8F-4CA3-8F38-14C1D0705DB9}" srcOrd="43" destOrd="0" presId="urn:microsoft.com/office/officeart/2016/7/layout/RepeatingBendingProcessNew"/>
    <dgm:cxn modelId="{D243A260-850C-430F-8E70-449AB38079DF}" type="presParOf" srcId="{EB296306-2F8F-4CA3-8F38-14C1D0705DB9}" destId="{24E72007-2F11-43EC-B0E4-3515DBD5624E}" srcOrd="0" destOrd="0" presId="urn:microsoft.com/office/officeart/2016/7/layout/RepeatingBendingProcessNew"/>
    <dgm:cxn modelId="{7045A048-BC9A-42E3-A914-9DAF0886BEA9}" type="presParOf" srcId="{0363A7DD-B8D7-4643-A1CA-247E4C7A4E71}" destId="{7E487A8A-90D3-4D0B-AFE2-146B4EACE1CB}" srcOrd="44" destOrd="0" presId="urn:microsoft.com/office/officeart/2016/7/layout/RepeatingBendingProcessNew"/>
    <dgm:cxn modelId="{5992CF9E-2B7E-4BE5-BCE5-BEE6A790B917}" type="presParOf" srcId="{0363A7DD-B8D7-4643-A1CA-247E4C7A4E71}" destId="{EDEB8BB3-E41B-46C7-B26F-CEA5A78807CE}" srcOrd="45" destOrd="0" presId="urn:microsoft.com/office/officeart/2016/7/layout/RepeatingBendingProcessNew"/>
    <dgm:cxn modelId="{5ABBD380-DB99-4A39-AE91-1281DC07872C}" type="presParOf" srcId="{EDEB8BB3-E41B-46C7-B26F-CEA5A78807CE}" destId="{707BFB40-CA85-4A71-A9E2-C8943C97DF52}" srcOrd="0" destOrd="0" presId="urn:microsoft.com/office/officeart/2016/7/layout/RepeatingBendingProcessNew"/>
    <dgm:cxn modelId="{8B8AEE4D-C17C-46AA-88CB-70F4686A43B5}" type="presParOf" srcId="{0363A7DD-B8D7-4643-A1CA-247E4C7A4E71}" destId="{BB67A4F4-12D7-4DE4-91AF-302C355D392F}" srcOrd="46" destOrd="0" presId="urn:microsoft.com/office/officeart/2016/7/layout/RepeatingBendingProcessNew"/>
    <dgm:cxn modelId="{8B788EC0-817B-43A9-91A9-450C453CEFDC}" type="presParOf" srcId="{0363A7DD-B8D7-4643-A1CA-247E4C7A4E71}" destId="{A004A60B-F52B-4BE2-AC0A-E08B3A1B0AB0}" srcOrd="47" destOrd="0" presId="urn:microsoft.com/office/officeart/2016/7/layout/RepeatingBendingProcessNew"/>
    <dgm:cxn modelId="{3E663402-4D1D-466B-B5B6-B43616E6CB25}" type="presParOf" srcId="{A004A60B-F52B-4BE2-AC0A-E08B3A1B0AB0}" destId="{463B814D-848D-4998-B1C6-1079F5A37B5E}" srcOrd="0" destOrd="0" presId="urn:microsoft.com/office/officeart/2016/7/layout/RepeatingBendingProcessNew"/>
    <dgm:cxn modelId="{2BA53CF5-AC7C-4FDC-A38A-53610C9ED748}" type="presParOf" srcId="{0363A7DD-B8D7-4643-A1CA-247E4C7A4E71}" destId="{12510A5D-F7ED-4AD5-B933-B1CD7C61ECA2}" srcOrd="4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37B15F-8FDD-4509-B890-4FD9C3DD1B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00FD35-2188-43AF-853F-C789B18ED676}">
      <dgm:prSet/>
      <dgm:spPr/>
      <dgm:t>
        <a:bodyPr/>
        <a:lstStyle/>
        <a:p>
          <a:pPr>
            <a:defRPr cap="all"/>
          </a:pPr>
          <a:r>
            <a:rPr lang="en-US"/>
            <a:t>• ARM64 – Raspberry Pi (material técnico)</a:t>
          </a:r>
        </a:p>
      </dgm:t>
    </dgm:pt>
    <dgm:pt modelId="{D2C70ED5-1771-4A7A-91A3-E4B62C175B21}" type="parTrans" cxnId="{103343C7-FD88-431B-BA7E-65ED5567771A}">
      <dgm:prSet/>
      <dgm:spPr/>
      <dgm:t>
        <a:bodyPr/>
        <a:lstStyle/>
        <a:p>
          <a:endParaRPr lang="en-US"/>
        </a:p>
      </dgm:t>
    </dgm:pt>
    <dgm:pt modelId="{0518B130-633D-4F34-BE4A-C223633A7AD5}" type="sibTrans" cxnId="{103343C7-FD88-431B-BA7E-65ED5567771A}">
      <dgm:prSet/>
      <dgm:spPr/>
      <dgm:t>
        <a:bodyPr/>
        <a:lstStyle/>
        <a:p>
          <a:endParaRPr lang="en-US"/>
        </a:p>
      </dgm:t>
    </dgm:pt>
    <dgm:pt modelId="{7578CDC4-BEC1-451E-9B98-4C6FD26F5EB0}">
      <dgm:prSet/>
      <dgm:spPr/>
      <dgm:t>
        <a:bodyPr/>
        <a:lstStyle/>
        <a:p>
          <a:pPr>
            <a:defRPr cap="all"/>
          </a:pPr>
          <a:r>
            <a:rPr lang="en-US"/>
            <a:t>• ARM Procedure Call Standard (AAPCS64)</a:t>
          </a:r>
        </a:p>
      </dgm:t>
    </dgm:pt>
    <dgm:pt modelId="{2BF2FBB6-643A-4B45-A9C7-9A63C62DEAFE}" type="parTrans" cxnId="{15E7105C-5E85-4494-A4D9-F9C7D975ACA1}">
      <dgm:prSet/>
      <dgm:spPr/>
      <dgm:t>
        <a:bodyPr/>
        <a:lstStyle/>
        <a:p>
          <a:endParaRPr lang="en-US"/>
        </a:p>
      </dgm:t>
    </dgm:pt>
    <dgm:pt modelId="{2970CF73-3274-42CE-83F5-C6A906E099FF}" type="sibTrans" cxnId="{15E7105C-5E85-4494-A4D9-F9C7D975ACA1}">
      <dgm:prSet/>
      <dgm:spPr/>
      <dgm:t>
        <a:bodyPr/>
        <a:lstStyle/>
        <a:p>
          <a:endParaRPr lang="en-US"/>
        </a:p>
      </dgm:t>
    </dgm:pt>
    <dgm:pt modelId="{CC7E0DD3-1767-43FA-A4C5-F4DBD62DA991}">
      <dgm:prSet/>
      <dgm:spPr/>
      <dgm:t>
        <a:bodyPr/>
        <a:lstStyle/>
        <a:p>
          <a:pPr>
            <a:defRPr cap="all"/>
          </a:pPr>
          <a:r>
            <a:rPr lang="en-US"/>
            <a:t>• Patterson &amp; Hennessy (2018)</a:t>
          </a:r>
        </a:p>
      </dgm:t>
    </dgm:pt>
    <dgm:pt modelId="{A44DC3AD-4725-4C6B-9F72-3707E2D546E0}" type="parTrans" cxnId="{3ABF72F5-B744-4F99-835D-AA9B980693A3}">
      <dgm:prSet/>
      <dgm:spPr/>
      <dgm:t>
        <a:bodyPr/>
        <a:lstStyle/>
        <a:p>
          <a:endParaRPr lang="en-US"/>
        </a:p>
      </dgm:t>
    </dgm:pt>
    <dgm:pt modelId="{ABF95482-D856-4AC6-BBC8-EEEF80B7489C}" type="sibTrans" cxnId="{3ABF72F5-B744-4F99-835D-AA9B980693A3}">
      <dgm:prSet/>
      <dgm:spPr/>
      <dgm:t>
        <a:bodyPr/>
        <a:lstStyle/>
        <a:p>
          <a:endParaRPr lang="en-US"/>
        </a:p>
      </dgm:t>
    </dgm:pt>
    <dgm:pt modelId="{05FAB3D5-B320-4B25-A090-E33C65922CE6}" type="pres">
      <dgm:prSet presAssocID="{F937B15F-8FDD-4509-B890-4FD9C3DD1BBD}" presName="root" presStyleCnt="0">
        <dgm:presLayoutVars>
          <dgm:dir/>
          <dgm:resizeHandles val="exact"/>
        </dgm:presLayoutVars>
      </dgm:prSet>
      <dgm:spPr/>
    </dgm:pt>
    <dgm:pt modelId="{8F653EBC-141C-45B6-A397-EE257D9CE4CE}" type="pres">
      <dgm:prSet presAssocID="{B900FD35-2188-43AF-853F-C789B18ED676}" presName="compNode" presStyleCnt="0"/>
      <dgm:spPr/>
    </dgm:pt>
    <dgm:pt modelId="{5ABB2EEF-29EF-4F4A-B8E6-A628A50DFC22}" type="pres">
      <dgm:prSet presAssocID="{B900FD35-2188-43AF-853F-C789B18ED676}" presName="iconBgRect" presStyleLbl="bgShp" presStyleIdx="0" presStyleCnt="3"/>
      <dgm:spPr/>
    </dgm:pt>
    <dgm:pt modelId="{0A84E5D0-D41F-43A2-AE5D-129722DC1645}" type="pres">
      <dgm:prSet presAssocID="{B900FD35-2188-43AF-853F-C789B18ED6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A53AE8DC-29F0-4438-8308-F1775DFB3D4E}" type="pres">
      <dgm:prSet presAssocID="{B900FD35-2188-43AF-853F-C789B18ED676}" presName="spaceRect" presStyleCnt="0"/>
      <dgm:spPr/>
    </dgm:pt>
    <dgm:pt modelId="{09A36A8D-E16E-4205-80E8-190490079906}" type="pres">
      <dgm:prSet presAssocID="{B900FD35-2188-43AF-853F-C789B18ED676}" presName="textRect" presStyleLbl="revTx" presStyleIdx="0" presStyleCnt="3">
        <dgm:presLayoutVars>
          <dgm:chMax val="1"/>
          <dgm:chPref val="1"/>
        </dgm:presLayoutVars>
      </dgm:prSet>
      <dgm:spPr/>
    </dgm:pt>
    <dgm:pt modelId="{5A7D7C6D-469C-4D3A-A3F2-B1EAFD064759}" type="pres">
      <dgm:prSet presAssocID="{0518B130-633D-4F34-BE4A-C223633A7AD5}" presName="sibTrans" presStyleCnt="0"/>
      <dgm:spPr/>
    </dgm:pt>
    <dgm:pt modelId="{C433B674-13C1-4BA0-A380-E7EBAAC798C4}" type="pres">
      <dgm:prSet presAssocID="{7578CDC4-BEC1-451E-9B98-4C6FD26F5EB0}" presName="compNode" presStyleCnt="0"/>
      <dgm:spPr/>
    </dgm:pt>
    <dgm:pt modelId="{FAF989B0-59D3-4023-A90E-955E0F08F9F2}" type="pres">
      <dgm:prSet presAssocID="{7578CDC4-BEC1-451E-9B98-4C6FD26F5EB0}" presName="iconBgRect" presStyleLbl="bgShp" presStyleIdx="1" presStyleCnt="3"/>
      <dgm:spPr/>
    </dgm:pt>
    <dgm:pt modelId="{B65EBC09-4951-4FF4-9016-0CBB3D3263A6}" type="pres">
      <dgm:prSet presAssocID="{7578CDC4-BEC1-451E-9B98-4C6FD26F5E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4E048D1B-1215-432B-A4AF-9447194425BF}" type="pres">
      <dgm:prSet presAssocID="{7578CDC4-BEC1-451E-9B98-4C6FD26F5EB0}" presName="spaceRect" presStyleCnt="0"/>
      <dgm:spPr/>
    </dgm:pt>
    <dgm:pt modelId="{F521ACBD-01C4-4AE9-9DBE-D597189F28C6}" type="pres">
      <dgm:prSet presAssocID="{7578CDC4-BEC1-451E-9B98-4C6FD26F5EB0}" presName="textRect" presStyleLbl="revTx" presStyleIdx="1" presStyleCnt="3">
        <dgm:presLayoutVars>
          <dgm:chMax val="1"/>
          <dgm:chPref val="1"/>
        </dgm:presLayoutVars>
      </dgm:prSet>
      <dgm:spPr/>
    </dgm:pt>
    <dgm:pt modelId="{CE93FF38-D454-4424-A633-AECE4E7E5ACF}" type="pres">
      <dgm:prSet presAssocID="{2970CF73-3274-42CE-83F5-C6A906E099FF}" presName="sibTrans" presStyleCnt="0"/>
      <dgm:spPr/>
    </dgm:pt>
    <dgm:pt modelId="{C0E24FC0-7971-4F06-B9F4-E4E73583CBFC}" type="pres">
      <dgm:prSet presAssocID="{CC7E0DD3-1767-43FA-A4C5-F4DBD62DA991}" presName="compNode" presStyleCnt="0"/>
      <dgm:spPr/>
    </dgm:pt>
    <dgm:pt modelId="{C3070594-5638-48C6-BCAB-85F3C903A67C}" type="pres">
      <dgm:prSet presAssocID="{CC7E0DD3-1767-43FA-A4C5-F4DBD62DA991}" presName="iconBgRect" presStyleLbl="bgShp" presStyleIdx="2" presStyleCnt="3"/>
      <dgm:spPr/>
    </dgm:pt>
    <dgm:pt modelId="{6B1768C3-60F6-45DF-9336-0058C9172F52}" type="pres">
      <dgm:prSet presAssocID="{CC7E0DD3-1767-43FA-A4C5-F4DBD62DA9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áneo"/>
        </a:ext>
      </dgm:extLst>
    </dgm:pt>
    <dgm:pt modelId="{4FA71D23-53AF-49F2-9FB3-741ECC39A169}" type="pres">
      <dgm:prSet presAssocID="{CC7E0DD3-1767-43FA-A4C5-F4DBD62DA991}" presName="spaceRect" presStyleCnt="0"/>
      <dgm:spPr/>
    </dgm:pt>
    <dgm:pt modelId="{6AD03072-60CA-4504-AD55-F2899EF5660B}" type="pres">
      <dgm:prSet presAssocID="{CC7E0DD3-1767-43FA-A4C5-F4DBD62DA9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259E109-932A-4A36-A9B1-9EAD8F7B5516}" type="presOf" srcId="{F937B15F-8FDD-4509-B890-4FD9C3DD1BBD}" destId="{05FAB3D5-B320-4B25-A090-E33C65922CE6}" srcOrd="0" destOrd="0" presId="urn:microsoft.com/office/officeart/2018/5/layout/IconCircleLabelList"/>
    <dgm:cxn modelId="{E32DD336-2E18-4B94-A84F-9CCF19BE5565}" type="presOf" srcId="{CC7E0DD3-1767-43FA-A4C5-F4DBD62DA991}" destId="{6AD03072-60CA-4504-AD55-F2899EF5660B}" srcOrd="0" destOrd="0" presId="urn:microsoft.com/office/officeart/2018/5/layout/IconCircleLabelList"/>
    <dgm:cxn modelId="{15E7105C-5E85-4494-A4D9-F9C7D975ACA1}" srcId="{F937B15F-8FDD-4509-B890-4FD9C3DD1BBD}" destId="{7578CDC4-BEC1-451E-9B98-4C6FD26F5EB0}" srcOrd="1" destOrd="0" parTransId="{2BF2FBB6-643A-4B45-A9C7-9A63C62DEAFE}" sibTransId="{2970CF73-3274-42CE-83F5-C6A906E099FF}"/>
    <dgm:cxn modelId="{5BD2F161-34F4-4F60-8E86-C78D43038FC2}" type="presOf" srcId="{7578CDC4-BEC1-451E-9B98-4C6FD26F5EB0}" destId="{F521ACBD-01C4-4AE9-9DBE-D597189F28C6}" srcOrd="0" destOrd="0" presId="urn:microsoft.com/office/officeart/2018/5/layout/IconCircleLabelList"/>
    <dgm:cxn modelId="{103343C7-FD88-431B-BA7E-65ED5567771A}" srcId="{F937B15F-8FDD-4509-B890-4FD9C3DD1BBD}" destId="{B900FD35-2188-43AF-853F-C789B18ED676}" srcOrd="0" destOrd="0" parTransId="{D2C70ED5-1771-4A7A-91A3-E4B62C175B21}" sibTransId="{0518B130-633D-4F34-BE4A-C223633A7AD5}"/>
    <dgm:cxn modelId="{ACAEBEE8-2604-4A41-BD1A-5D7C64FE932A}" type="presOf" srcId="{B900FD35-2188-43AF-853F-C789B18ED676}" destId="{09A36A8D-E16E-4205-80E8-190490079906}" srcOrd="0" destOrd="0" presId="urn:microsoft.com/office/officeart/2018/5/layout/IconCircleLabelList"/>
    <dgm:cxn modelId="{3ABF72F5-B744-4F99-835D-AA9B980693A3}" srcId="{F937B15F-8FDD-4509-B890-4FD9C3DD1BBD}" destId="{CC7E0DD3-1767-43FA-A4C5-F4DBD62DA991}" srcOrd="2" destOrd="0" parTransId="{A44DC3AD-4725-4C6B-9F72-3707E2D546E0}" sibTransId="{ABF95482-D856-4AC6-BBC8-EEEF80B7489C}"/>
    <dgm:cxn modelId="{6D095EDB-2F3A-446C-8F5A-E545747542FF}" type="presParOf" srcId="{05FAB3D5-B320-4B25-A090-E33C65922CE6}" destId="{8F653EBC-141C-45B6-A397-EE257D9CE4CE}" srcOrd="0" destOrd="0" presId="urn:microsoft.com/office/officeart/2018/5/layout/IconCircleLabelList"/>
    <dgm:cxn modelId="{848C91E0-58CA-4008-BFB4-A1AA664281F1}" type="presParOf" srcId="{8F653EBC-141C-45B6-A397-EE257D9CE4CE}" destId="{5ABB2EEF-29EF-4F4A-B8E6-A628A50DFC22}" srcOrd="0" destOrd="0" presId="urn:microsoft.com/office/officeart/2018/5/layout/IconCircleLabelList"/>
    <dgm:cxn modelId="{A1202839-8E46-4E86-B039-B4F55DB28588}" type="presParOf" srcId="{8F653EBC-141C-45B6-A397-EE257D9CE4CE}" destId="{0A84E5D0-D41F-43A2-AE5D-129722DC1645}" srcOrd="1" destOrd="0" presId="urn:microsoft.com/office/officeart/2018/5/layout/IconCircleLabelList"/>
    <dgm:cxn modelId="{442698CC-2FF7-4F63-A37C-00E3C08B8655}" type="presParOf" srcId="{8F653EBC-141C-45B6-A397-EE257D9CE4CE}" destId="{A53AE8DC-29F0-4438-8308-F1775DFB3D4E}" srcOrd="2" destOrd="0" presId="urn:microsoft.com/office/officeart/2018/5/layout/IconCircleLabelList"/>
    <dgm:cxn modelId="{02ED3581-F53A-4832-8485-0B16B486BBC4}" type="presParOf" srcId="{8F653EBC-141C-45B6-A397-EE257D9CE4CE}" destId="{09A36A8D-E16E-4205-80E8-190490079906}" srcOrd="3" destOrd="0" presId="urn:microsoft.com/office/officeart/2018/5/layout/IconCircleLabelList"/>
    <dgm:cxn modelId="{87436DFC-8425-444C-84BC-A2A7637E7522}" type="presParOf" srcId="{05FAB3D5-B320-4B25-A090-E33C65922CE6}" destId="{5A7D7C6D-469C-4D3A-A3F2-B1EAFD064759}" srcOrd="1" destOrd="0" presId="urn:microsoft.com/office/officeart/2018/5/layout/IconCircleLabelList"/>
    <dgm:cxn modelId="{608364E7-EA25-4C5C-A3CD-6B72C0EB05BF}" type="presParOf" srcId="{05FAB3D5-B320-4B25-A090-E33C65922CE6}" destId="{C433B674-13C1-4BA0-A380-E7EBAAC798C4}" srcOrd="2" destOrd="0" presId="urn:microsoft.com/office/officeart/2018/5/layout/IconCircleLabelList"/>
    <dgm:cxn modelId="{B9381084-418C-410F-B6E3-1A7A77B886F7}" type="presParOf" srcId="{C433B674-13C1-4BA0-A380-E7EBAAC798C4}" destId="{FAF989B0-59D3-4023-A90E-955E0F08F9F2}" srcOrd="0" destOrd="0" presId="urn:microsoft.com/office/officeart/2018/5/layout/IconCircleLabelList"/>
    <dgm:cxn modelId="{85DB7B66-135C-4FE7-9F1B-69B6BA25A143}" type="presParOf" srcId="{C433B674-13C1-4BA0-A380-E7EBAAC798C4}" destId="{B65EBC09-4951-4FF4-9016-0CBB3D3263A6}" srcOrd="1" destOrd="0" presId="urn:microsoft.com/office/officeart/2018/5/layout/IconCircleLabelList"/>
    <dgm:cxn modelId="{552CE03D-7AC1-4E7C-8A92-F671C0CE258F}" type="presParOf" srcId="{C433B674-13C1-4BA0-A380-E7EBAAC798C4}" destId="{4E048D1B-1215-432B-A4AF-9447194425BF}" srcOrd="2" destOrd="0" presId="urn:microsoft.com/office/officeart/2018/5/layout/IconCircleLabelList"/>
    <dgm:cxn modelId="{D1D6C21E-97EF-4C55-98EF-475861BBD448}" type="presParOf" srcId="{C433B674-13C1-4BA0-A380-E7EBAAC798C4}" destId="{F521ACBD-01C4-4AE9-9DBE-D597189F28C6}" srcOrd="3" destOrd="0" presId="urn:microsoft.com/office/officeart/2018/5/layout/IconCircleLabelList"/>
    <dgm:cxn modelId="{33925DB5-B6BD-41D0-888F-48FDA4753E09}" type="presParOf" srcId="{05FAB3D5-B320-4B25-A090-E33C65922CE6}" destId="{CE93FF38-D454-4424-A633-AECE4E7E5ACF}" srcOrd="3" destOrd="0" presId="urn:microsoft.com/office/officeart/2018/5/layout/IconCircleLabelList"/>
    <dgm:cxn modelId="{AB6FBABC-BE3D-45B2-BAFD-A51629DD118C}" type="presParOf" srcId="{05FAB3D5-B320-4B25-A090-E33C65922CE6}" destId="{C0E24FC0-7971-4F06-B9F4-E4E73583CBFC}" srcOrd="4" destOrd="0" presId="urn:microsoft.com/office/officeart/2018/5/layout/IconCircleLabelList"/>
    <dgm:cxn modelId="{FDE335AB-D369-40BE-9264-7E1D2A9BAE6C}" type="presParOf" srcId="{C0E24FC0-7971-4F06-B9F4-E4E73583CBFC}" destId="{C3070594-5638-48C6-BCAB-85F3C903A67C}" srcOrd="0" destOrd="0" presId="urn:microsoft.com/office/officeart/2018/5/layout/IconCircleLabelList"/>
    <dgm:cxn modelId="{E69D1C4E-F840-4F4E-9CCA-D007C04C67BB}" type="presParOf" srcId="{C0E24FC0-7971-4F06-B9F4-E4E73583CBFC}" destId="{6B1768C3-60F6-45DF-9336-0058C9172F52}" srcOrd="1" destOrd="0" presId="urn:microsoft.com/office/officeart/2018/5/layout/IconCircleLabelList"/>
    <dgm:cxn modelId="{D937E774-57D6-4404-8A30-8839147993B9}" type="presParOf" srcId="{C0E24FC0-7971-4F06-B9F4-E4E73583CBFC}" destId="{4FA71D23-53AF-49F2-9FB3-741ECC39A169}" srcOrd="2" destOrd="0" presId="urn:microsoft.com/office/officeart/2018/5/layout/IconCircleLabelList"/>
    <dgm:cxn modelId="{EE08C451-53AD-4C99-9FBF-D3DD6EE48E49}" type="presParOf" srcId="{C0E24FC0-7971-4F06-B9F4-E4E73583CBFC}" destId="{6AD03072-60CA-4504-AD55-F2899EF5660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50FC7-DD18-4D3F-95BF-F214363C5FCE}">
      <dsp:nvSpPr>
        <dsp:cNvPr id="0" name=""/>
        <dsp:cNvSpPr/>
      </dsp:nvSpPr>
      <dsp:spPr>
        <a:xfrm>
          <a:off x="0" y="223"/>
          <a:ext cx="7315200" cy="5223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CACFD-9552-4DE8-9950-0970507393DC}">
      <dsp:nvSpPr>
        <dsp:cNvPr id="0" name=""/>
        <dsp:cNvSpPr/>
      </dsp:nvSpPr>
      <dsp:spPr>
        <a:xfrm>
          <a:off x="158021" y="117760"/>
          <a:ext cx="287312" cy="287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CC9D4-AC45-4A08-9BAC-A01B58881B7F}">
      <dsp:nvSpPr>
        <dsp:cNvPr id="0" name=""/>
        <dsp:cNvSpPr/>
      </dsp:nvSpPr>
      <dsp:spPr>
        <a:xfrm>
          <a:off x="603356" y="223"/>
          <a:ext cx="6711843" cy="5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6" tIns="55286" rIns="55286" bIns="552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Escuela de Ingeniería en Ciencias y Sistemas</a:t>
          </a:r>
        </a:p>
      </dsp:txBody>
      <dsp:txXfrm>
        <a:off x="603356" y="223"/>
        <a:ext cx="6711843" cy="522386"/>
      </dsp:txXfrm>
    </dsp:sp>
    <dsp:sp modelId="{0CA70463-F998-4803-99E6-8EEA9FB7EE4A}">
      <dsp:nvSpPr>
        <dsp:cNvPr id="0" name=""/>
        <dsp:cNvSpPr/>
      </dsp:nvSpPr>
      <dsp:spPr>
        <a:xfrm>
          <a:off x="0" y="653206"/>
          <a:ext cx="7315200" cy="5223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558B7-8BE2-4F4F-8671-50D0306A82E5}">
      <dsp:nvSpPr>
        <dsp:cNvPr id="0" name=""/>
        <dsp:cNvSpPr/>
      </dsp:nvSpPr>
      <dsp:spPr>
        <a:xfrm>
          <a:off x="158021" y="770743"/>
          <a:ext cx="287312" cy="287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C287E-9C5A-4D25-8C72-0912C2FE4B3E}">
      <dsp:nvSpPr>
        <dsp:cNvPr id="0" name=""/>
        <dsp:cNvSpPr/>
      </dsp:nvSpPr>
      <dsp:spPr>
        <a:xfrm>
          <a:off x="603356" y="653206"/>
          <a:ext cx="6711843" cy="5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6" tIns="55286" rIns="55286" bIns="552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Facultad de Ingeniería</a:t>
          </a:r>
        </a:p>
      </dsp:txBody>
      <dsp:txXfrm>
        <a:off x="603356" y="653206"/>
        <a:ext cx="6711843" cy="522386"/>
      </dsp:txXfrm>
    </dsp:sp>
    <dsp:sp modelId="{2ADDE1C3-5228-4C11-8486-730D5EF47443}">
      <dsp:nvSpPr>
        <dsp:cNvPr id="0" name=""/>
        <dsp:cNvSpPr/>
      </dsp:nvSpPr>
      <dsp:spPr>
        <a:xfrm>
          <a:off x="0" y="1306190"/>
          <a:ext cx="7315200" cy="5223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6C00E-75D6-434F-94FF-D68108E5E1D2}">
      <dsp:nvSpPr>
        <dsp:cNvPr id="0" name=""/>
        <dsp:cNvSpPr/>
      </dsp:nvSpPr>
      <dsp:spPr>
        <a:xfrm>
          <a:off x="158021" y="1423727"/>
          <a:ext cx="287312" cy="287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598AF-5BD5-40C6-B1C0-336EB6F89EA6}">
      <dsp:nvSpPr>
        <dsp:cNvPr id="0" name=""/>
        <dsp:cNvSpPr/>
      </dsp:nvSpPr>
      <dsp:spPr>
        <a:xfrm>
          <a:off x="603356" y="1306190"/>
          <a:ext cx="6711843" cy="5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6" tIns="55286" rIns="55286" bIns="552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Universidad de San Carlos de Guatemala</a:t>
          </a:r>
        </a:p>
      </dsp:txBody>
      <dsp:txXfrm>
        <a:off x="603356" y="1306190"/>
        <a:ext cx="6711843" cy="5223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BEBE1-E91B-46CD-B186-6F22EFFEB476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02EF0-9238-4819-A646-20A2DB5B6CF8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63B53-3C38-47BB-B5DF-67746BFB4F8E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Concepto de subrutina y llamada a funciones (BL y RET).</a:t>
          </a:r>
        </a:p>
      </dsp:txBody>
      <dsp:txXfrm>
        <a:off x="518589" y="1265836"/>
        <a:ext cx="1582031" cy="632812"/>
      </dsp:txXfrm>
    </dsp:sp>
    <dsp:sp modelId="{7A5AB371-5616-4088-901D-5896106D2B5D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A1C21-6D50-4423-9E70-1471E98C14E2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361DC-32DE-4E43-AD50-9396A6AB5689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Uso de la pila para guardar el contexto.</a:t>
          </a:r>
        </a:p>
      </dsp:txBody>
      <dsp:txXfrm>
        <a:off x="2377476" y="1265836"/>
        <a:ext cx="1582031" cy="632812"/>
      </dsp:txXfrm>
    </dsp:sp>
    <dsp:sp modelId="{8D9BDEDD-A7DF-4B77-A13D-11E9922C1B68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9B085-32B9-43E2-B76B-F8B61BAC6A8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BD450-ED07-4828-B58E-B951A8380B8E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Registros x29 (frame pointer) y x30 (link register).</a:t>
          </a:r>
        </a:p>
      </dsp:txBody>
      <dsp:txXfrm>
        <a:off x="4236363" y="1265836"/>
        <a:ext cx="1582031" cy="632812"/>
      </dsp:txXfrm>
    </dsp:sp>
    <dsp:sp modelId="{1CC12C7B-F333-405B-9973-B0D4C15AFC32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77AFA-9752-4B8C-9AAB-97024E436FC4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A51BE-C59A-4341-AC01-3153A73114C1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Convención de llamadas AAPCS.</a:t>
          </a:r>
        </a:p>
      </dsp:txBody>
      <dsp:txXfrm>
        <a:off x="6095249" y="1265836"/>
        <a:ext cx="1582031" cy="632812"/>
      </dsp:txXfrm>
    </dsp:sp>
    <dsp:sp modelId="{8F4AA168-D7D5-48CF-A3B1-E2DF56C12DD7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1A4E2-6021-46ED-B953-82EBB08A970C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5FFBF-2EA2-4D9C-A42E-EA5BD13A5533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Ejecución modular y reutilización de código.</a:t>
          </a:r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DCAB0-C83D-4818-B861-C3CD0D534ECC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4D6B7-F15A-4378-A237-31C42A70372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Las subrutinas permiten modularidad y reutilización.</a:t>
          </a:r>
        </a:p>
      </dsp:txBody>
      <dsp:txXfrm>
        <a:off x="78583" y="2435142"/>
        <a:ext cx="2399612" cy="720000"/>
      </dsp:txXfrm>
    </dsp:sp>
    <dsp:sp modelId="{FF33C276-6E9B-477F-921B-F6486BC9709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FBA4C-6933-4D82-8010-A055E8FEC828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La pila guarda direcciones de retorno y variables locales.</a:t>
          </a:r>
        </a:p>
      </dsp:txBody>
      <dsp:txXfrm>
        <a:off x="2898129" y="2435142"/>
        <a:ext cx="2399612" cy="720000"/>
      </dsp:txXfrm>
    </dsp:sp>
    <dsp:sp modelId="{0C092B49-4C67-4508-9C08-D8089D134800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CE49D-2D9A-412B-A77B-835F2B820409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El registro x30 almacena la dirección de retorno.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75B1D-5F42-43DE-8D48-C9C36281B26E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FA271-4A5D-4209-849F-7197CDC8B23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80D24-D1BF-4C3D-89F0-6555FFD6048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Responsabilidad: manejo correcto del stack.</a:t>
          </a:r>
        </a:p>
      </dsp:txBody>
      <dsp:txXfrm>
        <a:off x="46529" y="2703902"/>
        <a:ext cx="2418750" cy="720000"/>
      </dsp:txXfrm>
    </dsp:sp>
    <dsp:sp modelId="{05E3C0CA-D718-4093-8B7D-B0BE4929AE61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F547E-6426-4006-8C93-6BAECF9F82C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E775B-6A24-411E-A981-BA3D7DEFEFB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Excelencia: estructurar el código en funciones claras.</a:t>
          </a:r>
        </a:p>
      </dsp:txBody>
      <dsp:txXfrm>
        <a:off x="2888560" y="2703902"/>
        <a:ext cx="2418750" cy="720000"/>
      </dsp:txXfrm>
    </dsp:sp>
    <dsp:sp modelId="{BD243E81-3FDC-403D-945E-521A1627075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3B9EC-06D1-431A-8270-3D5086BA791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6DC27-9DF2-4F4E-A5A9-F66CDEA6826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Compromiso: seguir las convenciones de llamadas.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47C97-7C22-4479-989F-C199BD7504D1}">
      <dsp:nvSpPr>
        <dsp:cNvPr id="0" name=""/>
        <dsp:cNvSpPr/>
      </dsp:nvSpPr>
      <dsp:spPr>
        <a:xfrm>
          <a:off x="176990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35139"/>
        <a:ext cx="12741" cy="2550"/>
      </dsp:txXfrm>
    </dsp:sp>
    <dsp:sp modelId="{330526AA-9526-4BD7-A38C-41FAD7D0955A}">
      <dsp:nvSpPr>
        <dsp:cNvPr id="0" name=""/>
        <dsp:cNvSpPr/>
      </dsp:nvSpPr>
      <dsp:spPr>
        <a:xfrm>
          <a:off x="66371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¿Qué registro almacena la dirección de retorno?</a:t>
          </a:r>
        </a:p>
      </dsp:txBody>
      <dsp:txXfrm>
        <a:off x="663717" y="4020"/>
        <a:ext cx="1107984" cy="664790"/>
      </dsp:txXfrm>
    </dsp:sp>
    <dsp:sp modelId="{7F629E24-B928-4018-ABAC-A22DAB90DE4D}">
      <dsp:nvSpPr>
        <dsp:cNvPr id="0" name=""/>
        <dsp:cNvSpPr/>
      </dsp:nvSpPr>
      <dsp:spPr>
        <a:xfrm>
          <a:off x="313272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"/>
              <a:satOff val="-254"/>
              <a:lumOff val="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35139"/>
        <a:ext cx="12741" cy="2550"/>
      </dsp:txXfrm>
    </dsp:sp>
    <dsp:sp modelId="{F3D5EA7D-83BF-4F71-A8A2-83494A64F40D}">
      <dsp:nvSpPr>
        <dsp:cNvPr id="0" name=""/>
        <dsp:cNvSpPr/>
      </dsp:nvSpPr>
      <dsp:spPr>
        <a:xfrm>
          <a:off x="202653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"/>
                <a:satOff val="-243"/>
                <a:lumOff val="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"/>
                <a:satOff val="-243"/>
                <a:lumOff val="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x0</a:t>
          </a:r>
        </a:p>
      </dsp:txBody>
      <dsp:txXfrm>
        <a:off x="2026537" y="4020"/>
        <a:ext cx="1107984" cy="664790"/>
      </dsp:txXfrm>
    </dsp:sp>
    <dsp:sp modelId="{45687AE2-4CF9-42C0-83D5-D9353CAE2871}">
      <dsp:nvSpPr>
        <dsp:cNvPr id="0" name=""/>
        <dsp:cNvSpPr/>
      </dsp:nvSpPr>
      <dsp:spPr>
        <a:xfrm>
          <a:off x="449554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9"/>
              <a:satOff val="-508"/>
              <a:lumOff val="11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35139"/>
        <a:ext cx="12741" cy="2550"/>
      </dsp:txXfrm>
    </dsp:sp>
    <dsp:sp modelId="{727FF555-63D7-4A8A-9E31-33B47E3028A9}">
      <dsp:nvSpPr>
        <dsp:cNvPr id="0" name=""/>
        <dsp:cNvSpPr/>
      </dsp:nvSpPr>
      <dsp:spPr>
        <a:xfrm>
          <a:off x="338935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7"/>
                <a:satOff val="-487"/>
                <a:lumOff val="1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7"/>
                <a:satOff val="-487"/>
                <a:lumOff val="1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x29</a:t>
          </a:r>
        </a:p>
      </dsp:txBody>
      <dsp:txXfrm>
        <a:off x="3389357" y="4020"/>
        <a:ext cx="1107984" cy="664790"/>
      </dsp:txXfrm>
    </dsp:sp>
    <dsp:sp modelId="{3F352D9B-0A0E-47A1-A1D5-5AC1002EE372}">
      <dsp:nvSpPr>
        <dsp:cNvPr id="0" name=""/>
        <dsp:cNvSpPr/>
      </dsp:nvSpPr>
      <dsp:spPr>
        <a:xfrm>
          <a:off x="585836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610633"/>
              <a:satOff val="-762"/>
              <a:lumOff val="17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35139"/>
        <a:ext cx="12741" cy="2550"/>
      </dsp:txXfrm>
    </dsp:sp>
    <dsp:sp modelId="{F996C74D-2941-4D0A-9D4A-51F3088A6B5D}">
      <dsp:nvSpPr>
        <dsp:cNvPr id="0" name=""/>
        <dsp:cNvSpPr/>
      </dsp:nvSpPr>
      <dsp:spPr>
        <a:xfrm>
          <a:off x="475217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x30</a:t>
          </a:r>
        </a:p>
      </dsp:txBody>
      <dsp:txXfrm>
        <a:off x="4752178" y="4020"/>
        <a:ext cx="1107984" cy="664790"/>
      </dsp:txXfrm>
    </dsp:sp>
    <dsp:sp modelId="{389CF15C-9A97-404A-AF25-C7A0605D413D}">
      <dsp:nvSpPr>
        <dsp:cNvPr id="0" name=""/>
        <dsp:cNvSpPr/>
      </dsp:nvSpPr>
      <dsp:spPr>
        <a:xfrm>
          <a:off x="1217709" y="667010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814177"/>
              <a:satOff val="-1015"/>
              <a:lumOff val="2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777853"/>
        <a:ext cx="272861" cy="2550"/>
      </dsp:txXfrm>
    </dsp:sp>
    <dsp:sp modelId="{B8C54496-3A6C-4D6E-8EB1-E5A02005D48F}">
      <dsp:nvSpPr>
        <dsp:cNvPr id="0" name=""/>
        <dsp:cNvSpPr/>
      </dsp:nvSpPr>
      <dsp:spPr>
        <a:xfrm>
          <a:off x="611499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sp</a:t>
          </a:r>
        </a:p>
      </dsp:txBody>
      <dsp:txXfrm>
        <a:off x="6114998" y="4020"/>
        <a:ext cx="1107984" cy="664790"/>
      </dsp:txXfrm>
    </dsp:sp>
    <dsp:sp modelId="{F5A61D5C-78F2-494A-BBC3-054ADA55305F}">
      <dsp:nvSpPr>
        <dsp:cNvPr id="0" name=""/>
        <dsp:cNvSpPr/>
      </dsp:nvSpPr>
      <dsp:spPr>
        <a:xfrm>
          <a:off x="176990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017721"/>
              <a:satOff val="-1269"/>
              <a:lumOff val="2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1254766"/>
        <a:ext cx="12741" cy="2550"/>
      </dsp:txXfrm>
    </dsp:sp>
    <dsp:sp modelId="{48B4EF1B-1CE2-4A2D-A420-C7DBAEB683D1}">
      <dsp:nvSpPr>
        <dsp:cNvPr id="0" name=""/>
        <dsp:cNvSpPr/>
      </dsp:nvSpPr>
      <dsp:spPr>
        <a:xfrm>
          <a:off x="66371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975316"/>
                <a:satOff val="-1216"/>
                <a:lumOff val="2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75316"/>
                <a:satOff val="-1216"/>
                <a:lumOff val="2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¿Qué instrucción apila dos registros?</a:t>
          </a:r>
        </a:p>
      </dsp:txBody>
      <dsp:txXfrm>
        <a:off x="663717" y="923646"/>
        <a:ext cx="1107984" cy="664790"/>
      </dsp:txXfrm>
    </dsp:sp>
    <dsp:sp modelId="{054D1A90-C61B-4206-9C0D-6517DB036225}">
      <dsp:nvSpPr>
        <dsp:cNvPr id="0" name=""/>
        <dsp:cNvSpPr/>
      </dsp:nvSpPr>
      <dsp:spPr>
        <a:xfrm>
          <a:off x="313272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221266"/>
              <a:satOff val="-1523"/>
              <a:lumOff val="3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1254766"/>
        <a:ext cx="12741" cy="2550"/>
      </dsp:txXfrm>
    </dsp:sp>
    <dsp:sp modelId="{C73BBC85-BA28-4CF1-B3FB-8184AB34C71F}">
      <dsp:nvSpPr>
        <dsp:cNvPr id="0" name=""/>
        <dsp:cNvSpPr/>
      </dsp:nvSpPr>
      <dsp:spPr>
        <a:xfrm>
          <a:off x="202653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MOV</a:t>
          </a:r>
        </a:p>
      </dsp:txBody>
      <dsp:txXfrm>
        <a:off x="2026537" y="923646"/>
        <a:ext cx="1107984" cy="664790"/>
      </dsp:txXfrm>
    </dsp:sp>
    <dsp:sp modelId="{BBF2943B-BF17-423D-9354-C78AFC24B8F0}">
      <dsp:nvSpPr>
        <dsp:cNvPr id="0" name=""/>
        <dsp:cNvSpPr/>
      </dsp:nvSpPr>
      <dsp:spPr>
        <a:xfrm>
          <a:off x="449554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424810"/>
              <a:satOff val="-1777"/>
              <a:lumOff val="4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1254766"/>
        <a:ext cx="12741" cy="2550"/>
      </dsp:txXfrm>
    </dsp:sp>
    <dsp:sp modelId="{D2E657C7-4265-4A55-88C4-F56420242DA1}">
      <dsp:nvSpPr>
        <dsp:cNvPr id="0" name=""/>
        <dsp:cNvSpPr/>
      </dsp:nvSpPr>
      <dsp:spPr>
        <a:xfrm>
          <a:off x="338935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365443"/>
                <a:satOff val="-1703"/>
                <a:lumOff val="40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65443"/>
                <a:satOff val="-1703"/>
                <a:lumOff val="40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STP</a:t>
          </a:r>
        </a:p>
      </dsp:txBody>
      <dsp:txXfrm>
        <a:off x="3389357" y="923646"/>
        <a:ext cx="1107984" cy="664790"/>
      </dsp:txXfrm>
    </dsp:sp>
    <dsp:sp modelId="{4519370C-6D6D-4486-B604-F61BD4713C08}">
      <dsp:nvSpPr>
        <dsp:cNvPr id="0" name=""/>
        <dsp:cNvSpPr/>
      </dsp:nvSpPr>
      <dsp:spPr>
        <a:xfrm>
          <a:off x="585836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628354"/>
              <a:satOff val="-2031"/>
              <a:lumOff val="4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1254766"/>
        <a:ext cx="12741" cy="2550"/>
      </dsp:txXfrm>
    </dsp:sp>
    <dsp:sp modelId="{0AB9B679-F474-42E7-85BE-6CB6B7936150}">
      <dsp:nvSpPr>
        <dsp:cNvPr id="0" name=""/>
        <dsp:cNvSpPr/>
      </dsp:nvSpPr>
      <dsp:spPr>
        <a:xfrm>
          <a:off x="475217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LDP</a:t>
          </a:r>
        </a:p>
      </dsp:txBody>
      <dsp:txXfrm>
        <a:off x="4752178" y="923646"/>
        <a:ext cx="1107984" cy="664790"/>
      </dsp:txXfrm>
    </dsp:sp>
    <dsp:sp modelId="{239A27DF-1A55-4DEC-B5C0-A6429571B4A2}">
      <dsp:nvSpPr>
        <dsp:cNvPr id="0" name=""/>
        <dsp:cNvSpPr/>
      </dsp:nvSpPr>
      <dsp:spPr>
        <a:xfrm>
          <a:off x="1217709" y="1586637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1831899"/>
              <a:satOff val="-2285"/>
              <a:lumOff val="5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1697480"/>
        <a:ext cx="272861" cy="2550"/>
      </dsp:txXfrm>
    </dsp:sp>
    <dsp:sp modelId="{45F1A3EC-9C91-482E-A579-4973DC34FD91}">
      <dsp:nvSpPr>
        <dsp:cNvPr id="0" name=""/>
        <dsp:cNvSpPr/>
      </dsp:nvSpPr>
      <dsp:spPr>
        <a:xfrm>
          <a:off x="611499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PUSH</a:t>
          </a:r>
        </a:p>
      </dsp:txBody>
      <dsp:txXfrm>
        <a:off x="6114998" y="923646"/>
        <a:ext cx="1107984" cy="664790"/>
      </dsp:txXfrm>
    </dsp:sp>
    <dsp:sp modelId="{87961A52-AF15-40A4-AB1E-40143027BC9C}">
      <dsp:nvSpPr>
        <dsp:cNvPr id="0" name=""/>
        <dsp:cNvSpPr/>
      </dsp:nvSpPr>
      <dsp:spPr>
        <a:xfrm>
          <a:off x="176990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3"/>
              <a:satOff val="-2539"/>
              <a:lumOff val="5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2174393"/>
        <a:ext cx="12741" cy="2550"/>
      </dsp:txXfrm>
    </dsp:sp>
    <dsp:sp modelId="{7E0F53ED-410D-4A13-85AE-5E2B073E9385}">
      <dsp:nvSpPr>
        <dsp:cNvPr id="0" name=""/>
        <dsp:cNvSpPr/>
      </dsp:nvSpPr>
      <dsp:spPr>
        <a:xfrm>
          <a:off x="66371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3"/>
                <a:satOff val="-2433"/>
                <a:lumOff val="5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3"/>
                <a:satOff val="-2433"/>
                <a:lumOff val="5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¿Qué instrucción retorna de una subrutina?</a:t>
          </a:r>
        </a:p>
      </dsp:txBody>
      <dsp:txXfrm>
        <a:off x="663717" y="1843273"/>
        <a:ext cx="1107984" cy="664790"/>
      </dsp:txXfrm>
    </dsp:sp>
    <dsp:sp modelId="{A52E92DC-284F-4673-A6E0-24609E3FF1D5}">
      <dsp:nvSpPr>
        <dsp:cNvPr id="0" name=""/>
        <dsp:cNvSpPr/>
      </dsp:nvSpPr>
      <dsp:spPr>
        <a:xfrm>
          <a:off x="313272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238987"/>
              <a:satOff val="-2793"/>
              <a:lumOff val="6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2174393"/>
        <a:ext cx="12741" cy="2550"/>
      </dsp:txXfrm>
    </dsp:sp>
    <dsp:sp modelId="{CC1FD80E-FD2D-4296-A4C7-FEE7B350EF4F}">
      <dsp:nvSpPr>
        <dsp:cNvPr id="0" name=""/>
        <dsp:cNvSpPr/>
      </dsp:nvSpPr>
      <dsp:spPr>
        <a:xfrm>
          <a:off x="202653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145696"/>
                <a:satOff val="-2676"/>
                <a:lumOff val="6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45696"/>
                <a:satOff val="-2676"/>
                <a:lumOff val="6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BL</a:t>
          </a:r>
        </a:p>
      </dsp:txBody>
      <dsp:txXfrm>
        <a:off x="2026537" y="1843273"/>
        <a:ext cx="1107984" cy="664790"/>
      </dsp:txXfrm>
    </dsp:sp>
    <dsp:sp modelId="{D5C9F4DF-A499-499B-A6C1-C96838AC86C8}">
      <dsp:nvSpPr>
        <dsp:cNvPr id="0" name=""/>
        <dsp:cNvSpPr/>
      </dsp:nvSpPr>
      <dsp:spPr>
        <a:xfrm>
          <a:off x="449554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442532"/>
              <a:satOff val="-3046"/>
              <a:lumOff val="7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2174393"/>
        <a:ext cx="12741" cy="2550"/>
      </dsp:txXfrm>
    </dsp:sp>
    <dsp:sp modelId="{863B31D8-57C0-4428-ADBD-0454545DA7D3}">
      <dsp:nvSpPr>
        <dsp:cNvPr id="0" name=""/>
        <dsp:cNvSpPr/>
      </dsp:nvSpPr>
      <dsp:spPr>
        <a:xfrm>
          <a:off x="338935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B</a:t>
          </a:r>
        </a:p>
      </dsp:txBody>
      <dsp:txXfrm>
        <a:off x="3389357" y="1843273"/>
        <a:ext cx="1107984" cy="664790"/>
      </dsp:txXfrm>
    </dsp:sp>
    <dsp:sp modelId="{B8EA7A99-8CDD-45BE-A0CE-857400C2B1B1}">
      <dsp:nvSpPr>
        <dsp:cNvPr id="0" name=""/>
        <dsp:cNvSpPr/>
      </dsp:nvSpPr>
      <dsp:spPr>
        <a:xfrm>
          <a:off x="585836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646076"/>
              <a:satOff val="-3300"/>
              <a:lumOff val="7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2174393"/>
        <a:ext cx="12741" cy="2550"/>
      </dsp:txXfrm>
    </dsp:sp>
    <dsp:sp modelId="{C76D70D1-1B05-4910-8DD9-0DC311C76CAE}">
      <dsp:nvSpPr>
        <dsp:cNvPr id="0" name=""/>
        <dsp:cNvSpPr/>
      </dsp:nvSpPr>
      <dsp:spPr>
        <a:xfrm>
          <a:off x="475217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535823"/>
                <a:satOff val="-3163"/>
                <a:lumOff val="7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35823"/>
                <a:satOff val="-3163"/>
                <a:lumOff val="7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RET</a:t>
          </a:r>
        </a:p>
      </dsp:txBody>
      <dsp:txXfrm>
        <a:off x="4752178" y="1843273"/>
        <a:ext cx="1107984" cy="664790"/>
      </dsp:txXfrm>
    </dsp:sp>
    <dsp:sp modelId="{85E7E9A8-46ED-4A83-BD15-CED2884E5579}">
      <dsp:nvSpPr>
        <dsp:cNvPr id="0" name=""/>
        <dsp:cNvSpPr/>
      </dsp:nvSpPr>
      <dsp:spPr>
        <a:xfrm>
          <a:off x="1217709" y="2506264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2849620"/>
              <a:satOff val="-3554"/>
              <a:lumOff val="8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2617106"/>
        <a:ext cx="272861" cy="2550"/>
      </dsp:txXfrm>
    </dsp:sp>
    <dsp:sp modelId="{D978DE8B-7B5D-4FEB-930B-0C98F7B4175F}">
      <dsp:nvSpPr>
        <dsp:cNvPr id="0" name=""/>
        <dsp:cNvSpPr/>
      </dsp:nvSpPr>
      <dsp:spPr>
        <a:xfrm>
          <a:off x="611499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730886"/>
                <a:satOff val="-3406"/>
                <a:lumOff val="8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30886"/>
                <a:satOff val="-3406"/>
                <a:lumOff val="8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SVC</a:t>
          </a:r>
        </a:p>
      </dsp:txBody>
      <dsp:txXfrm>
        <a:off x="6114998" y="1843273"/>
        <a:ext cx="1107984" cy="664790"/>
      </dsp:txXfrm>
    </dsp:sp>
    <dsp:sp modelId="{075CDBA0-2594-43B1-96A1-60D849C78261}">
      <dsp:nvSpPr>
        <dsp:cNvPr id="0" name=""/>
        <dsp:cNvSpPr/>
      </dsp:nvSpPr>
      <dsp:spPr>
        <a:xfrm>
          <a:off x="176990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053165"/>
              <a:satOff val="-3808"/>
              <a:lumOff val="89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094020"/>
        <a:ext cx="12741" cy="2550"/>
      </dsp:txXfrm>
    </dsp:sp>
    <dsp:sp modelId="{8F155DEE-1AB0-4423-844F-36B8B6E096A1}">
      <dsp:nvSpPr>
        <dsp:cNvPr id="0" name=""/>
        <dsp:cNvSpPr/>
      </dsp:nvSpPr>
      <dsp:spPr>
        <a:xfrm>
          <a:off x="66371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¿Qué significa AAPCS?</a:t>
          </a:r>
        </a:p>
      </dsp:txBody>
      <dsp:txXfrm>
        <a:off x="663717" y="2762900"/>
        <a:ext cx="1107984" cy="664790"/>
      </dsp:txXfrm>
    </dsp:sp>
    <dsp:sp modelId="{70FBB7B4-DBD4-4C50-893F-305A190BDDD0}">
      <dsp:nvSpPr>
        <dsp:cNvPr id="0" name=""/>
        <dsp:cNvSpPr/>
      </dsp:nvSpPr>
      <dsp:spPr>
        <a:xfrm>
          <a:off x="313272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256709"/>
              <a:satOff val="-4062"/>
              <a:lumOff val="95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094020"/>
        <a:ext cx="12741" cy="2550"/>
      </dsp:txXfrm>
    </dsp:sp>
    <dsp:sp modelId="{81D492F7-A842-44E2-8A9B-A3989AA61783}">
      <dsp:nvSpPr>
        <dsp:cNvPr id="0" name=""/>
        <dsp:cNvSpPr/>
      </dsp:nvSpPr>
      <dsp:spPr>
        <a:xfrm>
          <a:off x="202653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ARM Architecture Procedure Call Standard</a:t>
          </a:r>
        </a:p>
      </dsp:txBody>
      <dsp:txXfrm>
        <a:off x="2026537" y="2762900"/>
        <a:ext cx="1107984" cy="664790"/>
      </dsp:txXfrm>
    </dsp:sp>
    <dsp:sp modelId="{229E3D17-B460-41F4-A6F9-EA8A498F2503}">
      <dsp:nvSpPr>
        <dsp:cNvPr id="0" name=""/>
        <dsp:cNvSpPr/>
      </dsp:nvSpPr>
      <dsp:spPr>
        <a:xfrm>
          <a:off x="449554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460253"/>
              <a:satOff val="-4316"/>
              <a:lumOff val="10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094020"/>
        <a:ext cx="12741" cy="2550"/>
      </dsp:txXfrm>
    </dsp:sp>
    <dsp:sp modelId="{14AD5EF8-29B5-4475-874F-BAD9C9EE982B}">
      <dsp:nvSpPr>
        <dsp:cNvPr id="0" name=""/>
        <dsp:cNvSpPr/>
      </dsp:nvSpPr>
      <dsp:spPr>
        <a:xfrm>
          <a:off x="338935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316076"/>
                <a:satOff val="-4136"/>
                <a:lumOff val="9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16076"/>
                <a:satOff val="-4136"/>
                <a:lumOff val="9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Advanced ARM Process Control System</a:t>
          </a:r>
        </a:p>
      </dsp:txBody>
      <dsp:txXfrm>
        <a:off x="3389357" y="2762900"/>
        <a:ext cx="1107984" cy="664790"/>
      </dsp:txXfrm>
    </dsp:sp>
    <dsp:sp modelId="{16A22D42-0175-4EC4-A1DA-A76E93D368A6}">
      <dsp:nvSpPr>
        <dsp:cNvPr id="0" name=""/>
        <dsp:cNvSpPr/>
      </dsp:nvSpPr>
      <dsp:spPr>
        <a:xfrm>
          <a:off x="585836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663797"/>
              <a:satOff val="-4570"/>
              <a:lumOff val="10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094020"/>
        <a:ext cx="12741" cy="2550"/>
      </dsp:txXfrm>
    </dsp:sp>
    <dsp:sp modelId="{7175AC57-F95F-4D43-A99C-31B3DD3CB450}">
      <dsp:nvSpPr>
        <dsp:cNvPr id="0" name=""/>
        <dsp:cNvSpPr/>
      </dsp:nvSpPr>
      <dsp:spPr>
        <a:xfrm>
          <a:off x="475217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No aplica</a:t>
          </a:r>
        </a:p>
      </dsp:txBody>
      <dsp:txXfrm>
        <a:off x="4752178" y="2762900"/>
        <a:ext cx="1107984" cy="664790"/>
      </dsp:txXfrm>
    </dsp:sp>
    <dsp:sp modelId="{43E81CC4-7062-4DF6-B921-CFCBD116AEDF}">
      <dsp:nvSpPr>
        <dsp:cNvPr id="0" name=""/>
        <dsp:cNvSpPr/>
      </dsp:nvSpPr>
      <dsp:spPr>
        <a:xfrm>
          <a:off x="1217709" y="3425891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3867342"/>
              <a:satOff val="-4824"/>
              <a:lumOff val="113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3536733"/>
        <a:ext cx="272861" cy="2550"/>
      </dsp:txXfrm>
    </dsp:sp>
    <dsp:sp modelId="{9BBF968F-4B8F-46C2-BABC-1B16125B3B3E}">
      <dsp:nvSpPr>
        <dsp:cNvPr id="0" name=""/>
        <dsp:cNvSpPr/>
      </dsp:nvSpPr>
      <dsp:spPr>
        <a:xfrm>
          <a:off x="611499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706203"/>
                <a:satOff val="-4623"/>
                <a:lumOff val="108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06203"/>
                <a:satOff val="-4623"/>
                <a:lumOff val="108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ARM API Calling Scheme</a:t>
          </a:r>
        </a:p>
      </dsp:txBody>
      <dsp:txXfrm>
        <a:off x="6114998" y="2762900"/>
        <a:ext cx="1107984" cy="664790"/>
      </dsp:txXfrm>
    </dsp:sp>
    <dsp:sp modelId="{82DC4D5F-6AF5-4CDA-8D45-CA8B3CF7806D}">
      <dsp:nvSpPr>
        <dsp:cNvPr id="0" name=""/>
        <dsp:cNvSpPr/>
      </dsp:nvSpPr>
      <dsp:spPr>
        <a:xfrm>
          <a:off x="176990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86"/>
              <a:satOff val="-5077"/>
              <a:lumOff val="11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4013647"/>
        <a:ext cx="12741" cy="2550"/>
      </dsp:txXfrm>
    </dsp:sp>
    <dsp:sp modelId="{04A0C828-9912-467D-9039-D6D3CA0C74F9}">
      <dsp:nvSpPr>
        <dsp:cNvPr id="0" name=""/>
        <dsp:cNvSpPr/>
      </dsp:nvSpPr>
      <dsp:spPr>
        <a:xfrm>
          <a:off x="66371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¿Qué instrucción guarda el frame pointer?</a:t>
          </a:r>
        </a:p>
      </dsp:txBody>
      <dsp:txXfrm>
        <a:off x="663717" y="3682527"/>
        <a:ext cx="1107984" cy="664790"/>
      </dsp:txXfrm>
    </dsp:sp>
    <dsp:sp modelId="{EB296306-2F8F-4CA3-8F38-14C1D0705DB9}">
      <dsp:nvSpPr>
        <dsp:cNvPr id="0" name=""/>
        <dsp:cNvSpPr/>
      </dsp:nvSpPr>
      <dsp:spPr>
        <a:xfrm>
          <a:off x="313272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274431"/>
              <a:satOff val="-5331"/>
              <a:lumOff val="125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4013647"/>
        <a:ext cx="12741" cy="2550"/>
      </dsp:txXfrm>
    </dsp:sp>
    <dsp:sp modelId="{4036CAFC-A0E9-44D0-B6EB-3295A2E22EF5}">
      <dsp:nvSpPr>
        <dsp:cNvPr id="0" name=""/>
        <dsp:cNvSpPr/>
      </dsp:nvSpPr>
      <dsp:spPr>
        <a:xfrm>
          <a:off x="202653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MOV</a:t>
          </a:r>
        </a:p>
      </dsp:txBody>
      <dsp:txXfrm>
        <a:off x="2026537" y="3682527"/>
        <a:ext cx="1107984" cy="664790"/>
      </dsp:txXfrm>
    </dsp:sp>
    <dsp:sp modelId="{EDEB8BB3-E41B-46C7-B26F-CEA5A78807CE}">
      <dsp:nvSpPr>
        <dsp:cNvPr id="0" name=""/>
        <dsp:cNvSpPr/>
      </dsp:nvSpPr>
      <dsp:spPr>
        <a:xfrm>
          <a:off x="449554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477975"/>
              <a:satOff val="-5585"/>
              <a:lumOff val="131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4013647"/>
        <a:ext cx="12741" cy="2550"/>
      </dsp:txXfrm>
    </dsp:sp>
    <dsp:sp modelId="{7E487A8A-90D3-4D0B-AFE2-146B4EACE1CB}">
      <dsp:nvSpPr>
        <dsp:cNvPr id="0" name=""/>
        <dsp:cNvSpPr/>
      </dsp:nvSpPr>
      <dsp:spPr>
        <a:xfrm>
          <a:off x="338935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291393"/>
                <a:satOff val="-5352"/>
                <a:lumOff val="12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91393"/>
                <a:satOff val="-5352"/>
                <a:lumOff val="12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STP</a:t>
          </a:r>
        </a:p>
      </dsp:txBody>
      <dsp:txXfrm>
        <a:off x="3389357" y="3682527"/>
        <a:ext cx="1107984" cy="664790"/>
      </dsp:txXfrm>
    </dsp:sp>
    <dsp:sp modelId="{A004A60B-F52B-4BE2-AC0A-E08B3A1B0AB0}">
      <dsp:nvSpPr>
        <dsp:cNvPr id="0" name=""/>
        <dsp:cNvSpPr/>
      </dsp:nvSpPr>
      <dsp:spPr>
        <a:xfrm>
          <a:off x="585836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4013647"/>
        <a:ext cx="12741" cy="2550"/>
      </dsp:txXfrm>
    </dsp:sp>
    <dsp:sp modelId="{BB67A4F4-12D7-4DE4-91AF-302C355D392F}">
      <dsp:nvSpPr>
        <dsp:cNvPr id="0" name=""/>
        <dsp:cNvSpPr/>
      </dsp:nvSpPr>
      <dsp:spPr>
        <a:xfrm>
          <a:off x="475217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486456"/>
                <a:satOff val="-5596"/>
                <a:lumOff val="131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86456"/>
                <a:satOff val="-5596"/>
                <a:lumOff val="131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STR</a:t>
          </a:r>
        </a:p>
      </dsp:txBody>
      <dsp:txXfrm>
        <a:off x="4752178" y="3682527"/>
        <a:ext cx="1107984" cy="664790"/>
      </dsp:txXfrm>
    </dsp:sp>
    <dsp:sp modelId="{12510A5D-F7ED-4AD5-B933-B1CD7C61ECA2}">
      <dsp:nvSpPr>
        <dsp:cNvPr id="0" name=""/>
        <dsp:cNvSpPr/>
      </dsp:nvSpPr>
      <dsp:spPr>
        <a:xfrm>
          <a:off x="611499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PUSH</a:t>
          </a:r>
        </a:p>
      </dsp:txBody>
      <dsp:txXfrm>
        <a:off x="6114998" y="3682527"/>
        <a:ext cx="1107984" cy="6647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B2EEF-29EF-4F4A-B8E6-A628A50DFC2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4E5D0-D41F-43A2-AE5D-129722DC164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36A8D-E16E-4205-80E8-19049007990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ARM64 – Raspberry Pi (material técnico)</a:t>
          </a:r>
        </a:p>
      </dsp:txBody>
      <dsp:txXfrm>
        <a:off x="46529" y="2703902"/>
        <a:ext cx="2418750" cy="720000"/>
      </dsp:txXfrm>
    </dsp:sp>
    <dsp:sp modelId="{FAF989B0-59D3-4023-A90E-955E0F08F9F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EBC09-4951-4FF4-9016-0CBB3D3263A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1ACBD-01C4-4AE9-9DBE-D597189F28C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ARM Procedure Call Standard (AAPCS64)</a:t>
          </a:r>
        </a:p>
      </dsp:txBody>
      <dsp:txXfrm>
        <a:off x="2888560" y="2703902"/>
        <a:ext cx="2418750" cy="720000"/>
      </dsp:txXfrm>
    </dsp:sp>
    <dsp:sp modelId="{C3070594-5638-48C6-BCAB-85F3C903A67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768C3-60F6-45DF-9336-0058C9172F5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03072-60CA-4504-AD55-F2899EF5660B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Patterson &amp; Hennessy (2018)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712" y="1371600"/>
            <a:ext cx="856657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Arquitectura de Computadoras y Ensambladores 1</a:t>
            </a:r>
          </a:p>
          <a:p>
            <a:pPr algn="ctr"/>
            <a:r>
              <a:rPr sz="3200"/>
              <a:t>Semana 10: Subrutinas, Funciones y Stack en ARM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A377528D-1B0A-52B9-249C-E126AF2C43D2}"/>
              </a:ext>
            </a:extLst>
          </p:cNvPr>
          <p:cNvGraphicFramePr/>
          <p:nvPr/>
        </p:nvGraphicFramePr>
        <p:xfrm>
          <a:off x="914400" y="3200400"/>
          <a:ext cx="73152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Competencia que desarrollaremos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El estudiante implementa subrutinas y gestiona la pila de ejecución para estructurar programas modulares en lenguaje ensamblador ARM64.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42D04A-EFD0-5CCC-A8F6-7BD65C7EC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4465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Ejemplo práctico – Subrutina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main:</a:t>
            </a:r>
          </a:p>
          <a:p>
            <a:r>
              <a:rPr lang="es-ES" sz="1700"/>
              <a:t>MOV x0, #5</a:t>
            </a:r>
          </a:p>
          <a:p>
            <a:r>
              <a:rPr lang="es-ES" sz="1700"/>
              <a:t>BL cuadrado</a:t>
            </a:r>
          </a:p>
          <a:p>
            <a:r>
              <a:rPr lang="es-ES" sz="1700"/>
              <a:t>RET</a:t>
            </a:r>
          </a:p>
          <a:p>
            <a:endParaRPr lang="es-ES" sz="1700"/>
          </a:p>
          <a:p>
            <a:r>
              <a:rPr lang="es-ES" sz="1700"/>
              <a:t>cuadrado:</a:t>
            </a:r>
          </a:p>
          <a:p>
            <a:r>
              <a:rPr lang="es-ES" sz="1700"/>
              <a:t>MUL x0, x0, x0</a:t>
            </a:r>
          </a:p>
          <a:p>
            <a:r>
              <a:rPr lang="es-ES" sz="1700"/>
              <a:t>RET</a:t>
            </a:r>
          </a:p>
        </p:txBody>
      </p:sp>
      <p:pic>
        <p:nvPicPr>
          <p:cNvPr id="5" name="Picture 4" descr="Línea ininterrumpida que crea formas aleatorias sobre una superficie blanca">
            <a:extLst>
              <a:ext uri="{FF2B5EF4-FFF2-40B4-BE49-F238E27FC236}">
                <a16:creationId xmlns:a16="http://schemas.microsoft.com/office/drawing/2014/main" id="{D37A4C18-487A-1DE6-F002-B12D41B2C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4" r="5096" b="-2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 práctico – Uso del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stp x29, x30, [sp, #-16]!</a:t>
            </a:r>
          </a:p>
          <a:p>
            <a:r>
              <a:rPr lang="es-ES" sz="1700"/>
              <a:t>mov x29, sp</a:t>
            </a:r>
          </a:p>
          <a:p>
            <a:r>
              <a:rPr lang="es-ES" sz="1700"/>
              <a:t>...</a:t>
            </a:r>
          </a:p>
          <a:p>
            <a:r>
              <a:rPr lang="es-ES" sz="1700"/>
              <a:t>ldp x29, x30, [sp], #16</a:t>
            </a:r>
          </a:p>
          <a:p>
            <a:r>
              <a:rPr lang="es-ES" sz="1700"/>
              <a:t>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F3B3E1-B047-F881-2E7A-E2C43F7D6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6927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327EEA-996F-2E09-5065-67E2BEADB2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91844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FB1923-F710-701E-59D8-8F0816F6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20455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Evaluación - Semana 10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BCA7C6-6FD2-F92D-BB5F-C95DA333F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90409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525D60-510A-D710-C440-5495541C2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30691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Presentación en pantalla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Competencia que desarrollaremos</vt:lpstr>
      <vt:lpstr>Contenido</vt:lpstr>
      <vt:lpstr>Ejemplo práctico – Subrutina</vt:lpstr>
      <vt:lpstr>Ejemplo práctico – Uso del Stack</vt:lpstr>
      <vt:lpstr>Conceptos clave aprendidos</vt:lpstr>
      <vt:lpstr>Valor y/o actitud</vt:lpstr>
      <vt:lpstr>Evaluación - Semana 10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13</cp:revision>
  <dcterms:created xsi:type="dcterms:W3CDTF">2013-01-27T09:14:16Z</dcterms:created>
  <dcterms:modified xsi:type="dcterms:W3CDTF">2025-11-05T22:12:40Z</dcterms:modified>
  <cp:category/>
</cp:coreProperties>
</file>