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40E1DE-91FE-90F1-FD72-A0F526B28683}" v="14" dt="2025-10-31T22:13:16.8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5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74CD32-8BD0-4951-8573-C057448105B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ED0F1D2-FB6C-4A76-9209-50C598097623}">
      <dgm:prSet/>
      <dgm:spPr/>
      <dgm:t>
        <a:bodyPr/>
        <a:lstStyle/>
        <a:p>
          <a:pPr>
            <a:defRPr cap="all"/>
          </a:pPr>
          <a:r>
            <a:rPr lang="en-US"/>
            <a:t>• Saltos condicionales e incondicionales: B, BL, BEQ, BNE, BGT, BLT.</a:t>
          </a:r>
        </a:p>
      </dgm:t>
    </dgm:pt>
    <dgm:pt modelId="{476E6DA5-B399-4F50-9412-374E90D3312C}" type="parTrans" cxnId="{30DD25EF-3B4F-436D-9F14-D9F7625D320D}">
      <dgm:prSet/>
      <dgm:spPr/>
      <dgm:t>
        <a:bodyPr/>
        <a:lstStyle/>
        <a:p>
          <a:endParaRPr lang="en-US"/>
        </a:p>
      </dgm:t>
    </dgm:pt>
    <dgm:pt modelId="{F0528C30-C3D5-4AFB-966B-1246A0077D68}" type="sibTrans" cxnId="{30DD25EF-3B4F-436D-9F14-D9F7625D320D}">
      <dgm:prSet/>
      <dgm:spPr/>
      <dgm:t>
        <a:bodyPr/>
        <a:lstStyle/>
        <a:p>
          <a:endParaRPr lang="en-US"/>
        </a:p>
      </dgm:t>
    </dgm:pt>
    <dgm:pt modelId="{E3D67F6A-ED9D-4B02-9D80-A215C670C055}">
      <dgm:prSet/>
      <dgm:spPr/>
      <dgm:t>
        <a:bodyPr/>
        <a:lstStyle/>
        <a:p>
          <a:pPr>
            <a:defRPr cap="all"/>
          </a:pPr>
          <a:r>
            <a:rPr lang="en-US"/>
            <a:t>• Comparaciones con CMP y banderas de condición.</a:t>
          </a:r>
        </a:p>
      </dgm:t>
    </dgm:pt>
    <dgm:pt modelId="{9E407F54-DE6D-479B-8EC9-FB2DEB41B25D}" type="parTrans" cxnId="{E455D4BD-F149-43A4-9F6D-D0E9DE2C71EF}">
      <dgm:prSet/>
      <dgm:spPr/>
      <dgm:t>
        <a:bodyPr/>
        <a:lstStyle/>
        <a:p>
          <a:endParaRPr lang="en-US"/>
        </a:p>
      </dgm:t>
    </dgm:pt>
    <dgm:pt modelId="{9C4A8D79-2D19-4D66-82A1-316D453C0BDE}" type="sibTrans" cxnId="{E455D4BD-F149-43A4-9F6D-D0E9DE2C71EF}">
      <dgm:prSet/>
      <dgm:spPr/>
      <dgm:t>
        <a:bodyPr/>
        <a:lstStyle/>
        <a:p>
          <a:endParaRPr lang="en-US"/>
        </a:p>
      </dgm:t>
    </dgm:pt>
    <dgm:pt modelId="{E13E0EC8-7115-4DC9-AAD6-9C106CA3FAD8}">
      <dgm:prSet/>
      <dgm:spPr/>
      <dgm:t>
        <a:bodyPr/>
        <a:lstStyle/>
        <a:p>
          <a:pPr>
            <a:defRPr cap="all"/>
          </a:pPr>
          <a:r>
            <a:rPr lang="en-US"/>
            <a:t>• Estructuras de control IF–ELSE.</a:t>
          </a:r>
        </a:p>
      </dgm:t>
    </dgm:pt>
    <dgm:pt modelId="{CEB561CF-8540-4EAC-8F09-4C1F02F8DBE9}" type="parTrans" cxnId="{CCBE3E1A-8ADD-4BA4-A0E4-7B3797754054}">
      <dgm:prSet/>
      <dgm:spPr/>
      <dgm:t>
        <a:bodyPr/>
        <a:lstStyle/>
        <a:p>
          <a:endParaRPr lang="en-US"/>
        </a:p>
      </dgm:t>
    </dgm:pt>
    <dgm:pt modelId="{5866F561-A1D0-4957-AF00-7864B2FF831D}" type="sibTrans" cxnId="{CCBE3E1A-8ADD-4BA4-A0E4-7B3797754054}">
      <dgm:prSet/>
      <dgm:spPr/>
      <dgm:t>
        <a:bodyPr/>
        <a:lstStyle/>
        <a:p>
          <a:endParaRPr lang="en-US"/>
        </a:p>
      </dgm:t>
    </dgm:pt>
    <dgm:pt modelId="{C4FC92C5-8FA6-4D7A-AD3F-6CEC204ECD9F}">
      <dgm:prSet/>
      <dgm:spPr/>
      <dgm:t>
        <a:bodyPr/>
        <a:lstStyle/>
        <a:p>
          <a:pPr>
            <a:defRPr cap="all"/>
          </a:pPr>
          <a:r>
            <a:rPr lang="en-US"/>
            <a:t>• Ciclos WHILE y FOR con saltos.</a:t>
          </a:r>
        </a:p>
      </dgm:t>
    </dgm:pt>
    <dgm:pt modelId="{D8A2336E-F691-49B2-9849-42B06764F890}" type="parTrans" cxnId="{CA75B29B-42C8-400E-970C-03A1CB542422}">
      <dgm:prSet/>
      <dgm:spPr/>
      <dgm:t>
        <a:bodyPr/>
        <a:lstStyle/>
        <a:p>
          <a:endParaRPr lang="en-US"/>
        </a:p>
      </dgm:t>
    </dgm:pt>
    <dgm:pt modelId="{42D01109-8199-42B0-B20E-A72C3DC74998}" type="sibTrans" cxnId="{CA75B29B-42C8-400E-970C-03A1CB542422}">
      <dgm:prSet/>
      <dgm:spPr/>
      <dgm:t>
        <a:bodyPr/>
        <a:lstStyle/>
        <a:p>
          <a:endParaRPr lang="en-US"/>
        </a:p>
      </dgm:t>
    </dgm:pt>
    <dgm:pt modelId="{AC9E89B2-61C2-45C6-A1C6-22057401CD8A}">
      <dgm:prSet/>
      <dgm:spPr/>
      <dgm:t>
        <a:bodyPr/>
        <a:lstStyle/>
        <a:p>
          <a:pPr>
            <a:defRPr cap="all"/>
          </a:pPr>
          <a:r>
            <a:rPr lang="en-US"/>
            <a:t>• Control del flujo de ejecución mediante etiquetas.</a:t>
          </a:r>
        </a:p>
      </dgm:t>
    </dgm:pt>
    <dgm:pt modelId="{7F09B495-1D9A-40DE-9398-285E3A243448}" type="parTrans" cxnId="{CA45F786-F6F6-4B7D-93A0-95D2C1FB8412}">
      <dgm:prSet/>
      <dgm:spPr/>
      <dgm:t>
        <a:bodyPr/>
        <a:lstStyle/>
        <a:p>
          <a:endParaRPr lang="en-US"/>
        </a:p>
      </dgm:t>
    </dgm:pt>
    <dgm:pt modelId="{9DCB5A54-FACF-4EFC-842B-133A28DD4E5D}" type="sibTrans" cxnId="{CA45F786-F6F6-4B7D-93A0-95D2C1FB8412}">
      <dgm:prSet/>
      <dgm:spPr/>
      <dgm:t>
        <a:bodyPr/>
        <a:lstStyle/>
        <a:p>
          <a:endParaRPr lang="en-US"/>
        </a:p>
      </dgm:t>
    </dgm:pt>
    <dgm:pt modelId="{3171380E-E330-4782-800E-255E4BF74E4B}" type="pres">
      <dgm:prSet presAssocID="{4174CD32-8BD0-4951-8573-C057448105B4}" presName="root" presStyleCnt="0">
        <dgm:presLayoutVars>
          <dgm:dir/>
          <dgm:resizeHandles val="exact"/>
        </dgm:presLayoutVars>
      </dgm:prSet>
      <dgm:spPr/>
    </dgm:pt>
    <dgm:pt modelId="{FE756822-0822-452E-93AC-411408FF4188}" type="pres">
      <dgm:prSet presAssocID="{2ED0F1D2-FB6C-4A76-9209-50C598097623}" presName="compNode" presStyleCnt="0"/>
      <dgm:spPr/>
    </dgm:pt>
    <dgm:pt modelId="{938C68E0-B695-465F-AF65-8C3DADE3932C}" type="pres">
      <dgm:prSet presAssocID="{2ED0F1D2-FB6C-4A76-9209-50C598097623}" presName="iconBgRect" presStyleLbl="bgShp" presStyleIdx="0" presStyleCnt="5"/>
      <dgm:spPr/>
    </dgm:pt>
    <dgm:pt modelId="{7F4D8667-EB66-4866-9666-0566CC049EC9}" type="pres">
      <dgm:prSet presAssocID="{2ED0F1D2-FB6C-4A76-9209-50C59809762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na"/>
        </a:ext>
      </dgm:extLst>
    </dgm:pt>
    <dgm:pt modelId="{70A1DFE8-E02B-4C4F-A3F5-934C8B08055A}" type="pres">
      <dgm:prSet presAssocID="{2ED0F1D2-FB6C-4A76-9209-50C598097623}" presName="spaceRect" presStyleCnt="0"/>
      <dgm:spPr/>
    </dgm:pt>
    <dgm:pt modelId="{5D828CB8-4AAB-418A-837C-A85597F79EAB}" type="pres">
      <dgm:prSet presAssocID="{2ED0F1D2-FB6C-4A76-9209-50C598097623}" presName="textRect" presStyleLbl="revTx" presStyleIdx="0" presStyleCnt="5">
        <dgm:presLayoutVars>
          <dgm:chMax val="1"/>
          <dgm:chPref val="1"/>
        </dgm:presLayoutVars>
      </dgm:prSet>
      <dgm:spPr/>
    </dgm:pt>
    <dgm:pt modelId="{05D434E6-FF04-4CDA-A84F-10D05E5C996A}" type="pres">
      <dgm:prSet presAssocID="{F0528C30-C3D5-4AFB-966B-1246A0077D68}" presName="sibTrans" presStyleCnt="0"/>
      <dgm:spPr/>
    </dgm:pt>
    <dgm:pt modelId="{CC083AE0-BAB9-4A07-94FD-748A92E00B26}" type="pres">
      <dgm:prSet presAssocID="{E3D67F6A-ED9D-4B02-9D80-A215C670C055}" presName="compNode" presStyleCnt="0"/>
      <dgm:spPr/>
    </dgm:pt>
    <dgm:pt modelId="{6D0934BA-BAD9-4D43-9E58-4FF0A8366597}" type="pres">
      <dgm:prSet presAssocID="{E3D67F6A-ED9D-4B02-9D80-A215C670C055}" presName="iconBgRect" presStyleLbl="bgShp" presStyleIdx="1" presStyleCnt="5"/>
      <dgm:spPr/>
    </dgm:pt>
    <dgm:pt modelId="{BD19B035-5E9E-4032-9E98-4AEF7CF02950}" type="pres">
      <dgm:prSet presAssocID="{E3D67F6A-ED9D-4B02-9D80-A215C670C05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"/>
        </a:ext>
      </dgm:extLst>
    </dgm:pt>
    <dgm:pt modelId="{6E0FFDAA-6CD9-4103-9765-2A622AF539BE}" type="pres">
      <dgm:prSet presAssocID="{E3D67F6A-ED9D-4B02-9D80-A215C670C055}" presName="spaceRect" presStyleCnt="0"/>
      <dgm:spPr/>
    </dgm:pt>
    <dgm:pt modelId="{ED028AE4-0200-45CA-AB44-04C193F56671}" type="pres">
      <dgm:prSet presAssocID="{E3D67F6A-ED9D-4B02-9D80-A215C670C055}" presName="textRect" presStyleLbl="revTx" presStyleIdx="1" presStyleCnt="5">
        <dgm:presLayoutVars>
          <dgm:chMax val="1"/>
          <dgm:chPref val="1"/>
        </dgm:presLayoutVars>
      </dgm:prSet>
      <dgm:spPr/>
    </dgm:pt>
    <dgm:pt modelId="{5019B51D-254D-4F5E-9B17-F6A7FD476349}" type="pres">
      <dgm:prSet presAssocID="{9C4A8D79-2D19-4D66-82A1-316D453C0BDE}" presName="sibTrans" presStyleCnt="0"/>
      <dgm:spPr/>
    </dgm:pt>
    <dgm:pt modelId="{2697D3F0-735F-40E9-B96D-ED872E5E1F92}" type="pres">
      <dgm:prSet presAssocID="{E13E0EC8-7115-4DC9-AAD6-9C106CA3FAD8}" presName="compNode" presStyleCnt="0"/>
      <dgm:spPr/>
    </dgm:pt>
    <dgm:pt modelId="{3427F148-967D-44E9-9BCE-61D74473F675}" type="pres">
      <dgm:prSet presAssocID="{E13E0EC8-7115-4DC9-AAD6-9C106CA3FAD8}" presName="iconBgRect" presStyleLbl="bgShp" presStyleIdx="2" presStyleCnt="5"/>
      <dgm:spPr/>
    </dgm:pt>
    <dgm:pt modelId="{3D056B80-CD76-403B-9B32-3A52AD2BE136}" type="pres">
      <dgm:prSet presAssocID="{E13E0EC8-7115-4DC9-AAD6-9C106CA3FAD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E21932CD-261A-4E37-A0FA-43F1C28B484B}" type="pres">
      <dgm:prSet presAssocID="{E13E0EC8-7115-4DC9-AAD6-9C106CA3FAD8}" presName="spaceRect" presStyleCnt="0"/>
      <dgm:spPr/>
    </dgm:pt>
    <dgm:pt modelId="{C65F0412-C634-455A-8E6D-193FDB8F55B1}" type="pres">
      <dgm:prSet presAssocID="{E13E0EC8-7115-4DC9-AAD6-9C106CA3FAD8}" presName="textRect" presStyleLbl="revTx" presStyleIdx="2" presStyleCnt="5">
        <dgm:presLayoutVars>
          <dgm:chMax val="1"/>
          <dgm:chPref val="1"/>
        </dgm:presLayoutVars>
      </dgm:prSet>
      <dgm:spPr/>
    </dgm:pt>
    <dgm:pt modelId="{3F2C0B32-8587-4495-B14E-A46FB948E2E4}" type="pres">
      <dgm:prSet presAssocID="{5866F561-A1D0-4957-AF00-7864B2FF831D}" presName="sibTrans" presStyleCnt="0"/>
      <dgm:spPr/>
    </dgm:pt>
    <dgm:pt modelId="{CE30F4ED-BA9E-4E4F-9089-0563FC6A7561}" type="pres">
      <dgm:prSet presAssocID="{C4FC92C5-8FA6-4D7A-AD3F-6CEC204ECD9F}" presName="compNode" presStyleCnt="0"/>
      <dgm:spPr/>
    </dgm:pt>
    <dgm:pt modelId="{C683EECF-AC97-4858-8AA8-5CA9D13FB80F}" type="pres">
      <dgm:prSet presAssocID="{C4FC92C5-8FA6-4D7A-AD3F-6CEC204ECD9F}" presName="iconBgRect" presStyleLbl="bgShp" presStyleIdx="3" presStyleCnt="5"/>
      <dgm:spPr/>
    </dgm:pt>
    <dgm:pt modelId="{FADE6502-6328-4EF2-BBDA-40C063607C59}" type="pres">
      <dgm:prSet presAssocID="{C4FC92C5-8FA6-4D7A-AD3F-6CEC204ECD9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6D445338-92F3-4EE5-A694-E0D70461CCDE}" type="pres">
      <dgm:prSet presAssocID="{C4FC92C5-8FA6-4D7A-AD3F-6CEC204ECD9F}" presName="spaceRect" presStyleCnt="0"/>
      <dgm:spPr/>
    </dgm:pt>
    <dgm:pt modelId="{4AA8BE00-7FAA-4FE9-AB3F-7C16EBB9D81C}" type="pres">
      <dgm:prSet presAssocID="{C4FC92C5-8FA6-4D7A-AD3F-6CEC204ECD9F}" presName="textRect" presStyleLbl="revTx" presStyleIdx="3" presStyleCnt="5">
        <dgm:presLayoutVars>
          <dgm:chMax val="1"/>
          <dgm:chPref val="1"/>
        </dgm:presLayoutVars>
      </dgm:prSet>
      <dgm:spPr/>
    </dgm:pt>
    <dgm:pt modelId="{20D8B4C9-8A7F-49B4-9916-3F1B0DAEAC48}" type="pres">
      <dgm:prSet presAssocID="{42D01109-8199-42B0-B20E-A72C3DC74998}" presName="sibTrans" presStyleCnt="0"/>
      <dgm:spPr/>
    </dgm:pt>
    <dgm:pt modelId="{9211BF75-7771-42FA-838D-A1933576B8DA}" type="pres">
      <dgm:prSet presAssocID="{AC9E89B2-61C2-45C6-A1C6-22057401CD8A}" presName="compNode" presStyleCnt="0"/>
      <dgm:spPr/>
    </dgm:pt>
    <dgm:pt modelId="{E57F5255-55B7-4E44-9F37-EDA3EC5856D5}" type="pres">
      <dgm:prSet presAssocID="{AC9E89B2-61C2-45C6-A1C6-22057401CD8A}" presName="iconBgRect" presStyleLbl="bgShp" presStyleIdx="4" presStyleCnt="5"/>
      <dgm:spPr/>
    </dgm:pt>
    <dgm:pt modelId="{8B63A587-23FD-4AE6-905A-DE42DA1A2840}" type="pres">
      <dgm:prSet presAssocID="{AC9E89B2-61C2-45C6-A1C6-22057401CD8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llos discográfico"/>
        </a:ext>
      </dgm:extLst>
    </dgm:pt>
    <dgm:pt modelId="{2E2C7F70-1371-4AEA-959A-4B0293DCD595}" type="pres">
      <dgm:prSet presAssocID="{AC9E89B2-61C2-45C6-A1C6-22057401CD8A}" presName="spaceRect" presStyleCnt="0"/>
      <dgm:spPr/>
    </dgm:pt>
    <dgm:pt modelId="{C99AB378-360D-41E1-A55D-E7D6FFAB8CA6}" type="pres">
      <dgm:prSet presAssocID="{AC9E89B2-61C2-45C6-A1C6-22057401CD8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CBE3E1A-8ADD-4BA4-A0E4-7B3797754054}" srcId="{4174CD32-8BD0-4951-8573-C057448105B4}" destId="{E13E0EC8-7115-4DC9-AAD6-9C106CA3FAD8}" srcOrd="2" destOrd="0" parTransId="{CEB561CF-8540-4EAC-8F09-4C1F02F8DBE9}" sibTransId="{5866F561-A1D0-4957-AF00-7864B2FF831D}"/>
    <dgm:cxn modelId="{A5B7401C-EF4C-4320-8E40-421EAAABFB2B}" type="presOf" srcId="{E13E0EC8-7115-4DC9-AAD6-9C106CA3FAD8}" destId="{C65F0412-C634-455A-8E6D-193FDB8F55B1}" srcOrd="0" destOrd="0" presId="urn:microsoft.com/office/officeart/2018/5/layout/IconCircleLabelList"/>
    <dgm:cxn modelId="{5510272C-755B-4B94-9102-2776E775D86B}" type="presOf" srcId="{C4FC92C5-8FA6-4D7A-AD3F-6CEC204ECD9F}" destId="{4AA8BE00-7FAA-4FE9-AB3F-7C16EBB9D81C}" srcOrd="0" destOrd="0" presId="urn:microsoft.com/office/officeart/2018/5/layout/IconCircleLabelList"/>
    <dgm:cxn modelId="{461CA76E-A61A-48F2-8637-461A2E750A13}" type="presOf" srcId="{E3D67F6A-ED9D-4B02-9D80-A215C670C055}" destId="{ED028AE4-0200-45CA-AB44-04C193F56671}" srcOrd="0" destOrd="0" presId="urn:microsoft.com/office/officeart/2018/5/layout/IconCircleLabelList"/>
    <dgm:cxn modelId="{568E4B71-67A7-4C16-9720-B43218296A0E}" type="presOf" srcId="{2ED0F1D2-FB6C-4A76-9209-50C598097623}" destId="{5D828CB8-4AAB-418A-837C-A85597F79EAB}" srcOrd="0" destOrd="0" presId="urn:microsoft.com/office/officeart/2018/5/layout/IconCircleLabelList"/>
    <dgm:cxn modelId="{276BFC53-68FA-4214-A3C9-7D3CE3F4FE04}" type="presOf" srcId="{AC9E89B2-61C2-45C6-A1C6-22057401CD8A}" destId="{C99AB378-360D-41E1-A55D-E7D6FFAB8CA6}" srcOrd="0" destOrd="0" presId="urn:microsoft.com/office/officeart/2018/5/layout/IconCircleLabelList"/>
    <dgm:cxn modelId="{CA45F786-F6F6-4B7D-93A0-95D2C1FB8412}" srcId="{4174CD32-8BD0-4951-8573-C057448105B4}" destId="{AC9E89B2-61C2-45C6-A1C6-22057401CD8A}" srcOrd="4" destOrd="0" parTransId="{7F09B495-1D9A-40DE-9398-285E3A243448}" sibTransId="{9DCB5A54-FACF-4EFC-842B-133A28DD4E5D}"/>
    <dgm:cxn modelId="{CA75B29B-42C8-400E-970C-03A1CB542422}" srcId="{4174CD32-8BD0-4951-8573-C057448105B4}" destId="{C4FC92C5-8FA6-4D7A-AD3F-6CEC204ECD9F}" srcOrd="3" destOrd="0" parTransId="{D8A2336E-F691-49B2-9849-42B06764F890}" sibTransId="{42D01109-8199-42B0-B20E-A72C3DC74998}"/>
    <dgm:cxn modelId="{E455D4BD-F149-43A4-9F6D-D0E9DE2C71EF}" srcId="{4174CD32-8BD0-4951-8573-C057448105B4}" destId="{E3D67F6A-ED9D-4B02-9D80-A215C670C055}" srcOrd="1" destOrd="0" parTransId="{9E407F54-DE6D-479B-8EC9-FB2DEB41B25D}" sibTransId="{9C4A8D79-2D19-4D66-82A1-316D453C0BDE}"/>
    <dgm:cxn modelId="{D90D10C5-DED0-4D29-8EE4-FF3D75D2F1E4}" type="presOf" srcId="{4174CD32-8BD0-4951-8573-C057448105B4}" destId="{3171380E-E330-4782-800E-255E4BF74E4B}" srcOrd="0" destOrd="0" presId="urn:microsoft.com/office/officeart/2018/5/layout/IconCircleLabelList"/>
    <dgm:cxn modelId="{30DD25EF-3B4F-436D-9F14-D9F7625D320D}" srcId="{4174CD32-8BD0-4951-8573-C057448105B4}" destId="{2ED0F1D2-FB6C-4A76-9209-50C598097623}" srcOrd="0" destOrd="0" parTransId="{476E6DA5-B399-4F50-9412-374E90D3312C}" sibTransId="{F0528C30-C3D5-4AFB-966B-1246A0077D68}"/>
    <dgm:cxn modelId="{BF4421C2-04BF-4D3F-89CA-27D0FDEB7114}" type="presParOf" srcId="{3171380E-E330-4782-800E-255E4BF74E4B}" destId="{FE756822-0822-452E-93AC-411408FF4188}" srcOrd="0" destOrd="0" presId="urn:microsoft.com/office/officeart/2018/5/layout/IconCircleLabelList"/>
    <dgm:cxn modelId="{B2AC4AA5-F2B2-443E-8137-119E51AF5AA0}" type="presParOf" srcId="{FE756822-0822-452E-93AC-411408FF4188}" destId="{938C68E0-B695-465F-AF65-8C3DADE3932C}" srcOrd="0" destOrd="0" presId="urn:microsoft.com/office/officeart/2018/5/layout/IconCircleLabelList"/>
    <dgm:cxn modelId="{6526DEC6-4F23-4F0F-B8DB-0AB125E5C7CF}" type="presParOf" srcId="{FE756822-0822-452E-93AC-411408FF4188}" destId="{7F4D8667-EB66-4866-9666-0566CC049EC9}" srcOrd="1" destOrd="0" presId="urn:microsoft.com/office/officeart/2018/5/layout/IconCircleLabelList"/>
    <dgm:cxn modelId="{CAF91D75-D52E-4926-BB7A-A9E70B8FC8A3}" type="presParOf" srcId="{FE756822-0822-452E-93AC-411408FF4188}" destId="{70A1DFE8-E02B-4C4F-A3F5-934C8B08055A}" srcOrd="2" destOrd="0" presId="urn:microsoft.com/office/officeart/2018/5/layout/IconCircleLabelList"/>
    <dgm:cxn modelId="{BE22211C-2381-4A80-BF65-F1EB3C51BAB3}" type="presParOf" srcId="{FE756822-0822-452E-93AC-411408FF4188}" destId="{5D828CB8-4AAB-418A-837C-A85597F79EAB}" srcOrd="3" destOrd="0" presId="urn:microsoft.com/office/officeart/2018/5/layout/IconCircleLabelList"/>
    <dgm:cxn modelId="{D27D612F-D9EE-44B5-A9AD-C3837FDFA2CB}" type="presParOf" srcId="{3171380E-E330-4782-800E-255E4BF74E4B}" destId="{05D434E6-FF04-4CDA-A84F-10D05E5C996A}" srcOrd="1" destOrd="0" presId="urn:microsoft.com/office/officeart/2018/5/layout/IconCircleLabelList"/>
    <dgm:cxn modelId="{5248217E-A97A-453A-8E8C-7B59D3D0900B}" type="presParOf" srcId="{3171380E-E330-4782-800E-255E4BF74E4B}" destId="{CC083AE0-BAB9-4A07-94FD-748A92E00B26}" srcOrd="2" destOrd="0" presId="urn:microsoft.com/office/officeart/2018/5/layout/IconCircleLabelList"/>
    <dgm:cxn modelId="{48664DCF-9E2C-4817-A764-D972B7A567AB}" type="presParOf" srcId="{CC083AE0-BAB9-4A07-94FD-748A92E00B26}" destId="{6D0934BA-BAD9-4D43-9E58-4FF0A8366597}" srcOrd="0" destOrd="0" presId="urn:microsoft.com/office/officeart/2018/5/layout/IconCircleLabelList"/>
    <dgm:cxn modelId="{D64B5B13-381D-4E91-83AF-43B5ECA8BC6D}" type="presParOf" srcId="{CC083AE0-BAB9-4A07-94FD-748A92E00B26}" destId="{BD19B035-5E9E-4032-9E98-4AEF7CF02950}" srcOrd="1" destOrd="0" presId="urn:microsoft.com/office/officeart/2018/5/layout/IconCircleLabelList"/>
    <dgm:cxn modelId="{E244B97D-DC82-4E5F-9BFE-52957FB37A5D}" type="presParOf" srcId="{CC083AE0-BAB9-4A07-94FD-748A92E00B26}" destId="{6E0FFDAA-6CD9-4103-9765-2A622AF539BE}" srcOrd="2" destOrd="0" presId="urn:microsoft.com/office/officeart/2018/5/layout/IconCircleLabelList"/>
    <dgm:cxn modelId="{7399237B-870F-4B25-80CB-18A46F3F067B}" type="presParOf" srcId="{CC083AE0-BAB9-4A07-94FD-748A92E00B26}" destId="{ED028AE4-0200-45CA-AB44-04C193F56671}" srcOrd="3" destOrd="0" presId="urn:microsoft.com/office/officeart/2018/5/layout/IconCircleLabelList"/>
    <dgm:cxn modelId="{631D6B74-5EF0-4931-994C-DD84ADB3962B}" type="presParOf" srcId="{3171380E-E330-4782-800E-255E4BF74E4B}" destId="{5019B51D-254D-4F5E-9B17-F6A7FD476349}" srcOrd="3" destOrd="0" presId="urn:microsoft.com/office/officeart/2018/5/layout/IconCircleLabelList"/>
    <dgm:cxn modelId="{429F35BB-8093-4733-B4FD-6D233AB73641}" type="presParOf" srcId="{3171380E-E330-4782-800E-255E4BF74E4B}" destId="{2697D3F0-735F-40E9-B96D-ED872E5E1F92}" srcOrd="4" destOrd="0" presId="urn:microsoft.com/office/officeart/2018/5/layout/IconCircleLabelList"/>
    <dgm:cxn modelId="{3A0277F3-98DB-4C0E-B167-6404C68D11CE}" type="presParOf" srcId="{2697D3F0-735F-40E9-B96D-ED872E5E1F92}" destId="{3427F148-967D-44E9-9BCE-61D74473F675}" srcOrd="0" destOrd="0" presId="urn:microsoft.com/office/officeart/2018/5/layout/IconCircleLabelList"/>
    <dgm:cxn modelId="{C620111D-4A8A-4B78-B761-A9804FF9E416}" type="presParOf" srcId="{2697D3F0-735F-40E9-B96D-ED872E5E1F92}" destId="{3D056B80-CD76-403B-9B32-3A52AD2BE136}" srcOrd="1" destOrd="0" presId="urn:microsoft.com/office/officeart/2018/5/layout/IconCircleLabelList"/>
    <dgm:cxn modelId="{3D874E15-711B-4BF1-9F5C-3A177910C11F}" type="presParOf" srcId="{2697D3F0-735F-40E9-B96D-ED872E5E1F92}" destId="{E21932CD-261A-4E37-A0FA-43F1C28B484B}" srcOrd="2" destOrd="0" presId="urn:microsoft.com/office/officeart/2018/5/layout/IconCircleLabelList"/>
    <dgm:cxn modelId="{6DBBF8CE-5002-49B4-B8A3-E18CB3C4D0C5}" type="presParOf" srcId="{2697D3F0-735F-40E9-B96D-ED872E5E1F92}" destId="{C65F0412-C634-455A-8E6D-193FDB8F55B1}" srcOrd="3" destOrd="0" presId="urn:microsoft.com/office/officeart/2018/5/layout/IconCircleLabelList"/>
    <dgm:cxn modelId="{E1ADF168-BC47-4CAB-9C9C-BC1748DD681A}" type="presParOf" srcId="{3171380E-E330-4782-800E-255E4BF74E4B}" destId="{3F2C0B32-8587-4495-B14E-A46FB948E2E4}" srcOrd="5" destOrd="0" presId="urn:microsoft.com/office/officeart/2018/5/layout/IconCircleLabelList"/>
    <dgm:cxn modelId="{7C304BC2-160D-48AB-9E85-6917F22B67C5}" type="presParOf" srcId="{3171380E-E330-4782-800E-255E4BF74E4B}" destId="{CE30F4ED-BA9E-4E4F-9089-0563FC6A7561}" srcOrd="6" destOrd="0" presId="urn:microsoft.com/office/officeart/2018/5/layout/IconCircleLabelList"/>
    <dgm:cxn modelId="{193F1400-BE2D-4945-BCB1-47090849AD1C}" type="presParOf" srcId="{CE30F4ED-BA9E-4E4F-9089-0563FC6A7561}" destId="{C683EECF-AC97-4858-8AA8-5CA9D13FB80F}" srcOrd="0" destOrd="0" presId="urn:microsoft.com/office/officeart/2018/5/layout/IconCircleLabelList"/>
    <dgm:cxn modelId="{8D846363-80EC-4CF6-A4DD-8353D54E7214}" type="presParOf" srcId="{CE30F4ED-BA9E-4E4F-9089-0563FC6A7561}" destId="{FADE6502-6328-4EF2-BBDA-40C063607C59}" srcOrd="1" destOrd="0" presId="urn:microsoft.com/office/officeart/2018/5/layout/IconCircleLabelList"/>
    <dgm:cxn modelId="{C9DC1023-112C-490C-B078-56EEFA7E7D6E}" type="presParOf" srcId="{CE30F4ED-BA9E-4E4F-9089-0563FC6A7561}" destId="{6D445338-92F3-4EE5-A694-E0D70461CCDE}" srcOrd="2" destOrd="0" presId="urn:microsoft.com/office/officeart/2018/5/layout/IconCircleLabelList"/>
    <dgm:cxn modelId="{00BC40E7-5082-43A9-800A-4CED0C375631}" type="presParOf" srcId="{CE30F4ED-BA9E-4E4F-9089-0563FC6A7561}" destId="{4AA8BE00-7FAA-4FE9-AB3F-7C16EBB9D81C}" srcOrd="3" destOrd="0" presId="urn:microsoft.com/office/officeart/2018/5/layout/IconCircleLabelList"/>
    <dgm:cxn modelId="{76686E7A-CB1B-4773-B1DC-8B1B294DBCD5}" type="presParOf" srcId="{3171380E-E330-4782-800E-255E4BF74E4B}" destId="{20D8B4C9-8A7F-49B4-9916-3F1B0DAEAC48}" srcOrd="7" destOrd="0" presId="urn:microsoft.com/office/officeart/2018/5/layout/IconCircleLabelList"/>
    <dgm:cxn modelId="{1EC8A3AD-748B-4FEC-9822-7201DB0CC3B0}" type="presParOf" srcId="{3171380E-E330-4782-800E-255E4BF74E4B}" destId="{9211BF75-7771-42FA-838D-A1933576B8DA}" srcOrd="8" destOrd="0" presId="urn:microsoft.com/office/officeart/2018/5/layout/IconCircleLabelList"/>
    <dgm:cxn modelId="{21B0DD0C-36B9-4090-AFC7-356D259CAE04}" type="presParOf" srcId="{9211BF75-7771-42FA-838D-A1933576B8DA}" destId="{E57F5255-55B7-4E44-9F37-EDA3EC5856D5}" srcOrd="0" destOrd="0" presId="urn:microsoft.com/office/officeart/2018/5/layout/IconCircleLabelList"/>
    <dgm:cxn modelId="{FCD0CE93-6047-469B-9741-9BCCA50A81FC}" type="presParOf" srcId="{9211BF75-7771-42FA-838D-A1933576B8DA}" destId="{8B63A587-23FD-4AE6-905A-DE42DA1A2840}" srcOrd="1" destOrd="0" presId="urn:microsoft.com/office/officeart/2018/5/layout/IconCircleLabelList"/>
    <dgm:cxn modelId="{10D95E8E-C530-4EA3-82A1-AA4E37851FD0}" type="presParOf" srcId="{9211BF75-7771-42FA-838D-A1933576B8DA}" destId="{2E2C7F70-1371-4AEA-959A-4B0293DCD595}" srcOrd="2" destOrd="0" presId="urn:microsoft.com/office/officeart/2018/5/layout/IconCircleLabelList"/>
    <dgm:cxn modelId="{1FB6A1C0-B0D6-4590-AAB2-69B225A00B5E}" type="presParOf" srcId="{9211BF75-7771-42FA-838D-A1933576B8DA}" destId="{C99AB378-360D-41E1-A55D-E7D6FFAB8CA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888884-CF43-4B08-A1A2-E51A066BC5F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8C48FC2-2DFB-42D0-9CC8-65B8907BFA44}">
      <dgm:prSet/>
      <dgm:spPr/>
      <dgm:t>
        <a:bodyPr/>
        <a:lstStyle/>
        <a:p>
          <a:r>
            <a:rPr lang="en-US"/>
            <a:t>• Los saltos condicionales dependen del resultado del registro PSTATE.</a:t>
          </a:r>
        </a:p>
      </dgm:t>
    </dgm:pt>
    <dgm:pt modelId="{9332D458-3528-472A-B2CD-8605F4ED9C79}" type="parTrans" cxnId="{0102A6CD-FC8A-4C85-91C6-379DE3F147EA}">
      <dgm:prSet/>
      <dgm:spPr/>
      <dgm:t>
        <a:bodyPr/>
        <a:lstStyle/>
        <a:p>
          <a:endParaRPr lang="en-US"/>
        </a:p>
      </dgm:t>
    </dgm:pt>
    <dgm:pt modelId="{426ECDD9-BA00-4262-94B4-D882837F9BB5}" type="sibTrans" cxnId="{0102A6CD-FC8A-4C85-91C6-379DE3F147EA}">
      <dgm:prSet/>
      <dgm:spPr/>
      <dgm:t>
        <a:bodyPr/>
        <a:lstStyle/>
        <a:p>
          <a:endParaRPr lang="en-US"/>
        </a:p>
      </dgm:t>
    </dgm:pt>
    <dgm:pt modelId="{7ADA8EDB-85E6-42E8-82D1-9C2F5F95C96C}">
      <dgm:prSet/>
      <dgm:spPr/>
      <dgm:t>
        <a:bodyPr/>
        <a:lstStyle/>
        <a:p>
          <a:r>
            <a:rPr lang="en-US"/>
            <a:t>• CMP compara registros y actualiza las banderas Z, N, C y V.</a:t>
          </a:r>
        </a:p>
      </dgm:t>
    </dgm:pt>
    <dgm:pt modelId="{BE254D62-4D9D-45D1-8E88-92BF3767745D}" type="parTrans" cxnId="{4C2342A3-DFF9-48B5-8232-9DA3B6051D7B}">
      <dgm:prSet/>
      <dgm:spPr/>
      <dgm:t>
        <a:bodyPr/>
        <a:lstStyle/>
        <a:p>
          <a:endParaRPr lang="en-US"/>
        </a:p>
      </dgm:t>
    </dgm:pt>
    <dgm:pt modelId="{704C85C5-2447-435B-B2F6-2BDFB430B142}" type="sibTrans" cxnId="{4C2342A3-DFF9-48B5-8232-9DA3B6051D7B}">
      <dgm:prSet/>
      <dgm:spPr/>
      <dgm:t>
        <a:bodyPr/>
        <a:lstStyle/>
        <a:p>
          <a:endParaRPr lang="en-US"/>
        </a:p>
      </dgm:t>
    </dgm:pt>
    <dgm:pt modelId="{8291543A-E042-40A9-BDCB-1F3736431E03}">
      <dgm:prSet/>
      <dgm:spPr/>
      <dgm:t>
        <a:bodyPr/>
        <a:lstStyle/>
        <a:p>
          <a:r>
            <a:rPr lang="en-US"/>
            <a:t>• Las estructuras de control permiten decisiones lógicas y repeticiones.</a:t>
          </a:r>
        </a:p>
      </dgm:t>
    </dgm:pt>
    <dgm:pt modelId="{B24192D4-FBDA-4303-B036-F6B4D938586A}" type="parTrans" cxnId="{C3BBDFD9-A36A-49E5-9635-8F983A593766}">
      <dgm:prSet/>
      <dgm:spPr/>
      <dgm:t>
        <a:bodyPr/>
        <a:lstStyle/>
        <a:p>
          <a:endParaRPr lang="en-US"/>
        </a:p>
      </dgm:t>
    </dgm:pt>
    <dgm:pt modelId="{F5A400C6-3C4F-4719-AF4A-C81ED8EC84F4}" type="sibTrans" cxnId="{C3BBDFD9-A36A-49E5-9635-8F983A593766}">
      <dgm:prSet/>
      <dgm:spPr/>
      <dgm:t>
        <a:bodyPr/>
        <a:lstStyle/>
        <a:p>
          <a:endParaRPr lang="en-US"/>
        </a:p>
      </dgm:t>
    </dgm:pt>
    <dgm:pt modelId="{240B20A7-B04B-4F74-AEC3-B09C2671E19E}">
      <dgm:prSet/>
      <dgm:spPr/>
      <dgm:t>
        <a:bodyPr/>
        <a:lstStyle/>
        <a:p>
          <a:r>
            <a:rPr lang="en-US"/>
            <a:t>• Las etiquetas sirven como puntos de referencia en el flujo del programa.</a:t>
          </a:r>
        </a:p>
      </dgm:t>
    </dgm:pt>
    <dgm:pt modelId="{B849427A-899F-4B5E-80ED-150014353080}" type="parTrans" cxnId="{E8E72C0C-89BA-4ED7-B929-BD7710CEA196}">
      <dgm:prSet/>
      <dgm:spPr/>
      <dgm:t>
        <a:bodyPr/>
        <a:lstStyle/>
        <a:p>
          <a:endParaRPr lang="en-US"/>
        </a:p>
      </dgm:t>
    </dgm:pt>
    <dgm:pt modelId="{E3EBC949-5C7D-462E-AD03-6A93E7023F4D}" type="sibTrans" cxnId="{E8E72C0C-89BA-4ED7-B929-BD7710CEA196}">
      <dgm:prSet/>
      <dgm:spPr/>
      <dgm:t>
        <a:bodyPr/>
        <a:lstStyle/>
        <a:p>
          <a:endParaRPr lang="en-US"/>
        </a:p>
      </dgm:t>
    </dgm:pt>
    <dgm:pt modelId="{6CC4A8F5-B495-4C52-A4C7-654592EEFF95}" type="pres">
      <dgm:prSet presAssocID="{84888884-CF43-4B08-A1A2-E51A066BC5FE}" presName="linear" presStyleCnt="0">
        <dgm:presLayoutVars>
          <dgm:animLvl val="lvl"/>
          <dgm:resizeHandles val="exact"/>
        </dgm:presLayoutVars>
      </dgm:prSet>
      <dgm:spPr/>
    </dgm:pt>
    <dgm:pt modelId="{27F4EFC6-F451-4CBB-B3F1-05F228544FC5}" type="pres">
      <dgm:prSet presAssocID="{D8C48FC2-2DFB-42D0-9CC8-65B8907BFA4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4596BA6-05FA-44C9-9D0D-0704D8AF3988}" type="pres">
      <dgm:prSet presAssocID="{426ECDD9-BA00-4262-94B4-D882837F9BB5}" presName="spacer" presStyleCnt="0"/>
      <dgm:spPr/>
    </dgm:pt>
    <dgm:pt modelId="{9E676B36-B55C-4CC1-94F0-40E7A0D10029}" type="pres">
      <dgm:prSet presAssocID="{7ADA8EDB-85E6-42E8-82D1-9C2F5F95C96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2C08A8-9AE5-4927-9AAE-B372FAFF71EA}" type="pres">
      <dgm:prSet presAssocID="{704C85C5-2447-435B-B2F6-2BDFB430B142}" presName="spacer" presStyleCnt="0"/>
      <dgm:spPr/>
    </dgm:pt>
    <dgm:pt modelId="{74BBCA9A-0E6C-4B65-9BB3-CBAA083B97D8}" type="pres">
      <dgm:prSet presAssocID="{8291543A-E042-40A9-BDCB-1F3736431E0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72F2C73-FC31-4CA5-80A8-9F64E26B0115}" type="pres">
      <dgm:prSet presAssocID="{F5A400C6-3C4F-4719-AF4A-C81ED8EC84F4}" presName="spacer" presStyleCnt="0"/>
      <dgm:spPr/>
    </dgm:pt>
    <dgm:pt modelId="{74E99016-99C9-435E-99A9-5DDA4F09247A}" type="pres">
      <dgm:prSet presAssocID="{240B20A7-B04B-4F74-AEC3-B09C2671E19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8E72C0C-89BA-4ED7-B929-BD7710CEA196}" srcId="{84888884-CF43-4B08-A1A2-E51A066BC5FE}" destId="{240B20A7-B04B-4F74-AEC3-B09C2671E19E}" srcOrd="3" destOrd="0" parTransId="{B849427A-899F-4B5E-80ED-150014353080}" sibTransId="{E3EBC949-5C7D-462E-AD03-6A93E7023F4D}"/>
    <dgm:cxn modelId="{C7F87314-38C6-4D44-8D55-023EE76B7ED1}" type="presOf" srcId="{8291543A-E042-40A9-BDCB-1F3736431E03}" destId="{74BBCA9A-0E6C-4B65-9BB3-CBAA083B97D8}" srcOrd="0" destOrd="0" presId="urn:microsoft.com/office/officeart/2005/8/layout/vList2"/>
    <dgm:cxn modelId="{D74CBF18-528C-4BE3-8139-490AA7CC7988}" type="presOf" srcId="{7ADA8EDB-85E6-42E8-82D1-9C2F5F95C96C}" destId="{9E676B36-B55C-4CC1-94F0-40E7A0D10029}" srcOrd="0" destOrd="0" presId="urn:microsoft.com/office/officeart/2005/8/layout/vList2"/>
    <dgm:cxn modelId="{5C5D5F57-15CC-42B1-9497-6BD05C35D6FC}" type="presOf" srcId="{84888884-CF43-4B08-A1A2-E51A066BC5FE}" destId="{6CC4A8F5-B495-4C52-A4C7-654592EEFF95}" srcOrd="0" destOrd="0" presId="urn:microsoft.com/office/officeart/2005/8/layout/vList2"/>
    <dgm:cxn modelId="{A14E9B9E-46AB-480F-BC8E-842489E1CA54}" type="presOf" srcId="{D8C48FC2-2DFB-42D0-9CC8-65B8907BFA44}" destId="{27F4EFC6-F451-4CBB-B3F1-05F228544FC5}" srcOrd="0" destOrd="0" presId="urn:microsoft.com/office/officeart/2005/8/layout/vList2"/>
    <dgm:cxn modelId="{4C2342A3-DFF9-48B5-8232-9DA3B6051D7B}" srcId="{84888884-CF43-4B08-A1A2-E51A066BC5FE}" destId="{7ADA8EDB-85E6-42E8-82D1-9C2F5F95C96C}" srcOrd="1" destOrd="0" parTransId="{BE254D62-4D9D-45D1-8E88-92BF3767745D}" sibTransId="{704C85C5-2447-435B-B2F6-2BDFB430B142}"/>
    <dgm:cxn modelId="{659943A4-14F6-46DF-8993-71FBA5639BE3}" type="presOf" srcId="{240B20A7-B04B-4F74-AEC3-B09C2671E19E}" destId="{74E99016-99C9-435E-99A9-5DDA4F09247A}" srcOrd="0" destOrd="0" presId="urn:microsoft.com/office/officeart/2005/8/layout/vList2"/>
    <dgm:cxn modelId="{0102A6CD-FC8A-4C85-91C6-379DE3F147EA}" srcId="{84888884-CF43-4B08-A1A2-E51A066BC5FE}" destId="{D8C48FC2-2DFB-42D0-9CC8-65B8907BFA44}" srcOrd="0" destOrd="0" parTransId="{9332D458-3528-472A-B2CD-8605F4ED9C79}" sibTransId="{426ECDD9-BA00-4262-94B4-D882837F9BB5}"/>
    <dgm:cxn modelId="{C3BBDFD9-A36A-49E5-9635-8F983A593766}" srcId="{84888884-CF43-4B08-A1A2-E51A066BC5FE}" destId="{8291543A-E042-40A9-BDCB-1F3736431E03}" srcOrd="2" destOrd="0" parTransId="{B24192D4-FBDA-4303-B036-F6B4D938586A}" sibTransId="{F5A400C6-3C4F-4719-AF4A-C81ED8EC84F4}"/>
    <dgm:cxn modelId="{D6799677-442D-418E-985E-2E71B755B307}" type="presParOf" srcId="{6CC4A8F5-B495-4C52-A4C7-654592EEFF95}" destId="{27F4EFC6-F451-4CBB-B3F1-05F228544FC5}" srcOrd="0" destOrd="0" presId="urn:microsoft.com/office/officeart/2005/8/layout/vList2"/>
    <dgm:cxn modelId="{16C309AD-03BB-4B33-AEB8-F89EB8A2B01C}" type="presParOf" srcId="{6CC4A8F5-B495-4C52-A4C7-654592EEFF95}" destId="{44596BA6-05FA-44C9-9D0D-0704D8AF3988}" srcOrd="1" destOrd="0" presId="urn:microsoft.com/office/officeart/2005/8/layout/vList2"/>
    <dgm:cxn modelId="{7D71B4C1-492C-41D4-A9D9-CD620F66904C}" type="presParOf" srcId="{6CC4A8F5-B495-4C52-A4C7-654592EEFF95}" destId="{9E676B36-B55C-4CC1-94F0-40E7A0D10029}" srcOrd="2" destOrd="0" presId="urn:microsoft.com/office/officeart/2005/8/layout/vList2"/>
    <dgm:cxn modelId="{98A478E8-9466-408E-B2C2-C1DDE8D0F943}" type="presParOf" srcId="{6CC4A8F5-B495-4C52-A4C7-654592EEFF95}" destId="{DF2C08A8-9AE5-4927-9AAE-B372FAFF71EA}" srcOrd="3" destOrd="0" presId="urn:microsoft.com/office/officeart/2005/8/layout/vList2"/>
    <dgm:cxn modelId="{3663CB48-4645-4765-95C4-9C9ACC5CCDFB}" type="presParOf" srcId="{6CC4A8F5-B495-4C52-A4C7-654592EEFF95}" destId="{74BBCA9A-0E6C-4B65-9BB3-CBAA083B97D8}" srcOrd="4" destOrd="0" presId="urn:microsoft.com/office/officeart/2005/8/layout/vList2"/>
    <dgm:cxn modelId="{675CEEEF-3665-4F2A-99D8-6EBD9178D93B}" type="presParOf" srcId="{6CC4A8F5-B495-4C52-A4C7-654592EEFF95}" destId="{072F2C73-FC31-4CA5-80A8-9F64E26B0115}" srcOrd="5" destOrd="0" presId="urn:microsoft.com/office/officeart/2005/8/layout/vList2"/>
    <dgm:cxn modelId="{E043C7CB-38A6-4A79-942C-EAD8E8184DED}" type="presParOf" srcId="{6CC4A8F5-B495-4C52-A4C7-654592EEFF95}" destId="{74E99016-99C9-435E-99A9-5DDA4F09247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A68B8E-10AD-4C53-B1A3-343357E5085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5164E18-1A98-400B-A29D-190CD040EE44}">
      <dgm:prSet/>
      <dgm:spPr/>
      <dgm:t>
        <a:bodyPr/>
        <a:lstStyle/>
        <a:p>
          <a:r>
            <a:rPr lang="en-US"/>
            <a:t>• Responsabilidad y lógica: estructurar el código de manera ordenada.</a:t>
          </a:r>
        </a:p>
      </dgm:t>
    </dgm:pt>
    <dgm:pt modelId="{2383DAF3-BE5B-4DDE-8DB3-72F9A47CDADF}" type="parTrans" cxnId="{857435C2-8BF1-4FC6-937E-8B099C63DA4E}">
      <dgm:prSet/>
      <dgm:spPr/>
      <dgm:t>
        <a:bodyPr/>
        <a:lstStyle/>
        <a:p>
          <a:endParaRPr lang="en-US"/>
        </a:p>
      </dgm:t>
    </dgm:pt>
    <dgm:pt modelId="{2175841C-FD12-414E-A7FB-B685A0EC8651}" type="sibTrans" cxnId="{857435C2-8BF1-4FC6-937E-8B099C63DA4E}">
      <dgm:prSet/>
      <dgm:spPr/>
      <dgm:t>
        <a:bodyPr/>
        <a:lstStyle/>
        <a:p>
          <a:endParaRPr lang="en-US"/>
        </a:p>
      </dgm:t>
    </dgm:pt>
    <dgm:pt modelId="{81BD973E-AD8B-414B-A5C3-26C0E8900685}">
      <dgm:prSet/>
      <dgm:spPr/>
      <dgm:t>
        <a:bodyPr/>
        <a:lstStyle/>
        <a:p>
          <a:r>
            <a:rPr lang="en-US"/>
            <a:t>• Disciplina: validar condiciones correctamente.</a:t>
          </a:r>
        </a:p>
      </dgm:t>
    </dgm:pt>
    <dgm:pt modelId="{1C676B5D-BBD8-4832-991C-2706A980DC5E}" type="parTrans" cxnId="{1594F44D-7A7F-43A6-823E-E73C778AFC8B}">
      <dgm:prSet/>
      <dgm:spPr/>
      <dgm:t>
        <a:bodyPr/>
        <a:lstStyle/>
        <a:p>
          <a:endParaRPr lang="en-US"/>
        </a:p>
      </dgm:t>
    </dgm:pt>
    <dgm:pt modelId="{75DCF8F4-FEB8-41B7-9B62-68DA3FD4D67A}" type="sibTrans" cxnId="{1594F44D-7A7F-43A6-823E-E73C778AFC8B}">
      <dgm:prSet/>
      <dgm:spPr/>
      <dgm:t>
        <a:bodyPr/>
        <a:lstStyle/>
        <a:p>
          <a:endParaRPr lang="en-US"/>
        </a:p>
      </dgm:t>
    </dgm:pt>
    <dgm:pt modelId="{2BC2FA22-05F8-4934-88F7-58439CEA10EC}">
      <dgm:prSet/>
      <dgm:spPr/>
      <dgm:t>
        <a:bodyPr/>
        <a:lstStyle/>
        <a:p>
          <a:r>
            <a:rPr lang="en-US"/>
            <a:t>• Integridad: mantener claridad y consistencia en los bucles y saltos.</a:t>
          </a:r>
        </a:p>
      </dgm:t>
    </dgm:pt>
    <dgm:pt modelId="{BF89774B-D3F6-4D17-8866-EF22B0A84C9A}" type="parTrans" cxnId="{91684635-A4DE-4498-97A6-5152D80D8D91}">
      <dgm:prSet/>
      <dgm:spPr/>
      <dgm:t>
        <a:bodyPr/>
        <a:lstStyle/>
        <a:p>
          <a:endParaRPr lang="en-US"/>
        </a:p>
      </dgm:t>
    </dgm:pt>
    <dgm:pt modelId="{E568E90F-828C-4843-BBEA-950E92CC95F5}" type="sibTrans" cxnId="{91684635-A4DE-4498-97A6-5152D80D8D91}">
      <dgm:prSet/>
      <dgm:spPr/>
      <dgm:t>
        <a:bodyPr/>
        <a:lstStyle/>
        <a:p>
          <a:endParaRPr lang="en-US"/>
        </a:p>
      </dgm:t>
    </dgm:pt>
    <dgm:pt modelId="{386E8DF8-8912-472E-9D5C-102F207B57CF}" type="pres">
      <dgm:prSet presAssocID="{20A68B8E-10AD-4C53-B1A3-343357E50859}" presName="root" presStyleCnt="0">
        <dgm:presLayoutVars>
          <dgm:dir/>
          <dgm:resizeHandles val="exact"/>
        </dgm:presLayoutVars>
      </dgm:prSet>
      <dgm:spPr/>
    </dgm:pt>
    <dgm:pt modelId="{E9EEA781-5091-4439-A08B-E53DCEF2A725}" type="pres">
      <dgm:prSet presAssocID="{F5164E18-1A98-400B-A29D-190CD040EE44}" presName="compNode" presStyleCnt="0"/>
      <dgm:spPr/>
    </dgm:pt>
    <dgm:pt modelId="{EFF0E6CA-902D-49E5-9DDE-E798BC31CC44}" type="pres">
      <dgm:prSet presAssocID="{F5164E18-1A98-400B-A29D-190CD040EE4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6A13B476-9220-4C9B-B420-8A9F3840F3DB}" type="pres">
      <dgm:prSet presAssocID="{F5164E18-1A98-400B-A29D-190CD040EE44}" presName="spaceRect" presStyleCnt="0"/>
      <dgm:spPr/>
    </dgm:pt>
    <dgm:pt modelId="{81A5D0B0-3F9F-4AD6-BCE5-055238EBFD4D}" type="pres">
      <dgm:prSet presAssocID="{F5164E18-1A98-400B-A29D-190CD040EE44}" presName="textRect" presStyleLbl="revTx" presStyleIdx="0" presStyleCnt="3">
        <dgm:presLayoutVars>
          <dgm:chMax val="1"/>
          <dgm:chPref val="1"/>
        </dgm:presLayoutVars>
      </dgm:prSet>
      <dgm:spPr/>
    </dgm:pt>
    <dgm:pt modelId="{FB31D8C7-9B59-4096-B015-415407750C33}" type="pres">
      <dgm:prSet presAssocID="{2175841C-FD12-414E-A7FB-B685A0EC8651}" presName="sibTrans" presStyleCnt="0"/>
      <dgm:spPr/>
    </dgm:pt>
    <dgm:pt modelId="{B0FCF8A5-D8A9-4BA4-803E-13D8ABC182E4}" type="pres">
      <dgm:prSet presAssocID="{81BD973E-AD8B-414B-A5C3-26C0E8900685}" presName="compNode" presStyleCnt="0"/>
      <dgm:spPr/>
    </dgm:pt>
    <dgm:pt modelId="{B8E2A04B-D86C-4190-8093-7EC5690F2F9C}" type="pres">
      <dgm:prSet presAssocID="{81BD973E-AD8B-414B-A5C3-26C0E890068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208612A4-16AE-4839-BDFE-6A2AED6E68DF}" type="pres">
      <dgm:prSet presAssocID="{81BD973E-AD8B-414B-A5C3-26C0E8900685}" presName="spaceRect" presStyleCnt="0"/>
      <dgm:spPr/>
    </dgm:pt>
    <dgm:pt modelId="{12E1F226-7767-42FA-8E45-337F1DF93DD1}" type="pres">
      <dgm:prSet presAssocID="{81BD973E-AD8B-414B-A5C3-26C0E8900685}" presName="textRect" presStyleLbl="revTx" presStyleIdx="1" presStyleCnt="3">
        <dgm:presLayoutVars>
          <dgm:chMax val="1"/>
          <dgm:chPref val="1"/>
        </dgm:presLayoutVars>
      </dgm:prSet>
      <dgm:spPr/>
    </dgm:pt>
    <dgm:pt modelId="{63B08630-8229-491A-BDD9-580D56113614}" type="pres">
      <dgm:prSet presAssocID="{75DCF8F4-FEB8-41B7-9B62-68DA3FD4D67A}" presName="sibTrans" presStyleCnt="0"/>
      <dgm:spPr/>
    </dgm:pt>
    <dgm:pt modelId="{AAB545F6-C9D8-4A69-A2E3-3BC0CB56385C}" type="pres">
      <dgm:prSet presAssocID="{2BC2FA22-05F8-4934-88F7-58439CEA10EC}" presName="compNode" presStyleCnt="0"/>
      <dgm:spPr/>
    </dgm:pt>
    <dgm:pt modelId="{0FC8B79C-9CFB-4E74-BC97-106B2A7D4655}" type="pres">
      <dgm:prSet presAssocID="{2BC2FA22-05F8-4934-88F7-58439CEA10E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1A115A08-843F-41E4-8630-AAA554FA0643}" type="pres">
      <dgm:prSet presAssocID="{2BC2FA22-05F8-4934-88F7-58439CEA10EC}" presName="spaceRect" presStyleCnt="0"/>
      <dgm:spPr/>
    </dgm:pt>
    <dgm:pt modelId="{A2BE9C98-0FAA-49DA-98BC-58FC53CB6F77}" type="pres">
      <dgm:prSet presAssocID="{2BC2FA22-05F8-4934-88F7-58439CEA10E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1408B2C-237E-452E-B9B2-D672A4FC0342}" type="presOf" srcId="{F5164E18-1A98-400B-A29D-190CD040EE44}" destId="{81A5D0B0-3F9F-4AD6-BCE5-055238EBFD4D}" srcOrd="0" destOrd="0" presId="urn:microsoft.com/office/officeart/2018/2/layout/IconLabelList"/>
    <dgm:cxn modelId="{91684635-A4DE-4498-97A6-5152D80D8D91}" srcId="{20A68B8E-10AD-4C53-B1A3-343357E50859}" destId="{2BC2FA22-05F8-4934-88F7-58439CEA10EC}" srcOrd="2" destOrd="0" parTransId="{BF89774B-D3F6-4D17-8866-EF22B0A84C9A}" sibTransId="{E568E90F-828C-4843-BBEA-950E92CC95F5}"/>
    <dgm:cxn modelId="{1594F44D-7A7F-43A6-823E-E73C778AFC8B}" srcId="{20A68B8E-10AD-4C53-B1A3-343357E50859}" destId="{81BD973E-AD8B-414B-A5C3-26C0E8900685}" srcOrd="1" destOrd="0" parTransId="{1C676B5D-BBD8-4832-991C-2706A980DC5E}" sibTransId="{75DCF8F4-FEB8-41B7-9B62-68DA3FD4D67A}"/>
    <dgm:cxn modelId="{634EC98B-3A6C-4149-A934-A90047F61715}" type="presOf" srcId="{2BC2FA22-05F8-4934-88F7-58439CEA10EC}" destId="{A2BE9C98-0FAA-49DA-98BC-58FC53CB6F77}" srcOrd="0" destOrd="0" presId="urn:microsoft.com/office/officeart/2018/2/layout/IconLabelList"/>
    <dgm:cxn modelId="{857435C2-8BF1-4FC6-937E-8B099C63DA4E}" srcId="{20A68B8E-10AD-4C53-B1A3-343357E50859}" destId="{F5164E18-1A98-400B-A29D-190CD040EE44}" srcOrd="0" destOrd="0" parTransId="{2383DAF3-BE5B-4DDE-8DB3-72F9A47CDADF}" sibTransId="{2175841C-FD12-414E-A7FB-B685A0EC8651}"/>
    <dgm:cxn modelId="{9075CCD9-26A0-4E30-A9CB-F56B5E53AA78}" type="presOf" srcId="{81BD973E-AD8B-414B-A5C3-26C0E8900685}" destId="{12E1F226-7767-42FA-8E45-337F1DF93DD1}" srcOrd="0" destOrd="0" presId="urn:microsoft.com/office/officeart/2018/2/layout/IconLabelList"/>
    <dgm:cxn modelId="{DFBD36E2-4408-4472-97CA-09BCB5B46CC4}" type="presOf" srcId="{20A68B8E-10AD-4C53-B1A3-343357E50859}" destId="{386E8DF8-8912-472E-9D5C-102F207B57CF}" srcOrd="0" destOrd="0" presId="urn:microsoft.com/office/officeart/2018/2/layout/IconLabelList"/>
    <dgm:cxn modelId="{AA490B72-AA8E-449D-A22C-770725A80030}" type="presParOf" srcId="{386E8DF8-8912-472E-9D5C-102F207B57CF}" destId="{E9EEA781-5091-4439-A08B-E53DCEF2A725}" srcOrd="0" destOrd="0" presId="urn:microsoft.com/office/officeart/2018/2/layout/IconLabelList"/>
    <dgm:cxn modelId="{8ABFE029-69D0-4E93-867A-21626EEA700D}" type="presParOf" srcId="{E9EEA781-5091-4439-A08B-E53DCEF2A725}" destId="{EFF0E6CA-902D-49E5-9DDE-E798BC31CC44}" srcOrd="0" destOrd="0" presId="urn:microsoft.com/office/officeart/2018/2/layout/IconLabelList"/>
    <dgm:cxn modelId="{8FF4323C-7E2E-4A46-8A56-676ADC2E936A}" type="presParOf" srcId="{E9EEA781-5091-4439-A08B-E53DCEF2A725}" destId="{6A13B476-9220-4C9B-B420-8A9F3840F3DB}" srcOrd="1" destOrd="0" presId="urn:microsoft.com/office/officeart/2018/2/layout/IconLabelList"/>
    <dgm:cxn modelId="{CA357EEC-BE37-4A70-800B-18FF87CE0B41}" type="presParOf" srcId="{E9EEA781-5091-4439-A08B-E53DCEF2A725}" destId="{81A5D0B0-3F9F-4AD6-BCE5-055238EBFD4D}" srcOrd="2" destOrd="0" presId="urn:microsoft.com/office/officeart/2018/2/layout/IconLabelList"/>
    <dgm:cxn modelId="{57B2905D-EB9E-48A7-BE26-DFE797C5ECE1}" type="presParOf" srcId="{386E8DF8-8912-472E-9D5C-102F207B57CF}" destId="{FB31D8C7-9B59-4096-B015-415407750C33}" srcOrd="1" destOrd="0" presId="urn:microsoft.com/office/officeart/2018/2/layout/IconLabelList"/>
    <dgm:cxn modelId="{7DE941C2-21A7-4EBC-85F4-8CFC2463FFB9}" type="presParOf" srcId="{386E8DF8-8912-472E-9D5C-102F207B57CF}" destId="{B0FCF8A5-D8A9-4BA4-803E-13D8ABC182E4}" srcOrd="2" destOrd="0" presId="urn:microsoft.com/office/officeart/2018/2/layout/IconLabelList"/>
    <dgm:cxn modelId="{8EF99555-BF87-44BD-A173-B13FD4F7CB34}" type="presParOf" srcId="{B0FCF8A5-D8A9-4BA4-803E-13D8ABC182E4}" destId="{B8E2A04B-D86C-4190-8093-7EC5690F2F9C}" srcOrd="0" destOrd="0" presId="urn:microsoft.com/office/officeart/2018/2/layout/IconLabelList"/>
    <dgm:cxn modelId="{B14408BC-D5B2-41C5-A522-D4602B0FFB29}" type="presParOf" srcId="{B0FCF8A5-D8A9-4BA4-803E-13D8ABC182E4}" destId="{208612A4-16AE-4839-BDFE-6A2AED6E68DF}" srcOrd="1" destOrd="0" presId="urn:microsoft.com/office/officeart/2018/2/layout/IconLabelList"/>
    <dgm:cxn modelId="{69A64394-4069-49E9-A106-965228DAFD7B}" type="presParOf" srcId="{B0FCF8A5-D8A9-4BA4-803E-13D8ABC182E4}" destId="{12E1F226-7767-42FA-8E45-337F1DF93DD1}" srcOrd="2" destOrd="0" presId="urn:microsoft.com/office/officeart/2018/2/layout/IconLabelList"/>
    <dgm:cxn modelId="{06810858-AEB4-4383-BE0D-FC8F4971E945}" type="presParOf" srcId="{386E8DF8-8912-472E-9D5C-102F207B57CF}" destId="{63B08630-8229-491A-BDD9-580D56113614}" srcOrd="3" destOrd="0" presId="urn:microsoft.com/office/officeart/2018/2/layout/IconLabelList"/>
    <dgm:cxn modelId="{DB312FF5-E6E4-4BFB-A189-02D364262A26}" type="presParOf" srcId="{386E8DF8-8912-472E-9D5C-102F207B57CF}" destId="{AAB545F6-C9D8-4A69-A2E3-3BC0CB56385C}" srcOrd="4" destOrd="0" presId="urn:microsoft.com/office/officeart/2018/2/layout/IconLabelList"/>
    <dgm:cxn modelId="{B39EFD19-D357-4936-BC5C-F7676B078C1E}" type="presParOf" srcId="{AAB545F6-C9D8-4A69-A2E3-3BC0CB56385C}" destId="{0FC8B79C-9CFB-4E74-BC97-106B2A7D4655}" srcOrd="0" destOrd="0" presId="urn:microsoft.com/office/officeart/2018/2/layout/IconLabelList"/>
    <dgm:cxn modelId="{08E4AE54-E872-4C03-935B-B651D48160B3}" type="presParOf" srcId="{AAB545F6-C9D8-4A69-A2E3-3BC0CB56385C}" destId="{1A115A08-843F-41E4-8630-AAA554FA0643}" srcOrd="1" destOrd="0" presId="urn:microsoft.com/office/officeart/2018/2/layout/IconLabelList"/>
    <dgm:cxn modelId="{5018D94D-B4A5-4611-873D-BB6199EDF4BA}" type="presParOf" srcId="{AAB545F6-C9D8-4A69-A2E3-3BC0CB56385C}" destId="{A2BE9C98-0FAA-49DA-98BC-58FC53CB6F7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11AE8B-09EB-4C5E-A1E6-1004EDD39878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6A256DE-C2D1-4DEF-B564-535508131E33}">
      <dgm:prSet/>
      <dgm:spPr/>
      <dgm:t>
        <a:bodyPr/>
        <a:lstStyle/>
        <a:p>
          <a:r>
            <a:rPr lang="en-US"/>
            <a:t>1. ¿Qué instrucción compara dos registros?</a:t>
          </a:r>
        </a:p>
      </dgm:t>
    </dgm:pt>
    <dgm:pt modelId="{0394016A-CA3B-4BA2-B7D8-76A4C6B9BBCB}" type="parTrans" cxnId="{017BA944-5CE4-4225-81B7-05A9BCDF6787}">
      <dgm:prSet/>
      <dgm:spPr/>
      <dgm:t>
        <a:bodyPr/>
        <a:lstStyle/>
        <a:p>
          <a:endParaRPr lang="en-US"/>
        </a:p>
      </dgm:t>
    </dgm:pt>
    <dgm:pt modelId="{10BA7391-0E48-4ED3-B907-DD7DB2043306}" type="sibTrans" cxnId="{017BA944-5CE4-4225-81B7-05A9BCDF6787}">
      <dgm:prSet/>
      <dgm:spPr/>
      <dgm:t>
        <a:bodyPr/>
        <a:lstStyle/>
        <a:p>
          <a:endParaRPr lang="en-US"/>
        </a:p>
      </dgm:t>
    </dgm:pt>
    <dgm:pt modelId="{EDD1CAAB-AF3A-45DD-8CCA-5D1C5F927673}">
      <dgm:prSet/>
      <dgm:spPr/>
      <dgm:t>
        <a:bodyPr/>
        <a:lstStyle/>
        <a:p>
          <a:r>
            <a:rPr lang="en-US"/>
            <a:t>a) CMP</a:t>
          </a:r>
        </a:p>
      </dgm:t>
    </dgm:pt>
    <dgm:pt modelId="{6D28D83E-324F-49C0-AEB4-47092AA04F5B}" type="parTrans" cxnId="{11EC28A5-496A-4318-AA0A-09A4B99FDD12}">
      <dgm:prSet/>
      <dgm:spPr/>
      <dgm:t>
        <a:bodyPr/>
        <a:lstStyle/>
        <a:p>
          <a:endParaRPr lang="en-US"/>
        </a:p>
      </dgm:t>
    </dgm:pt>
    <dgm:pt modelId="{0CE92653-2D0A-4716-8834-1C3520CCC9E1}" type="sibTrans" cxnId="{11EC28A5-496A-4318-AA0A-09A4B99FDD12}">
      <dgm:prSet/>
      <dgm:spPr/>
      <dgm:t>
        <a:bodyPr/>
        <a:lstStyle/>
        <a:p>
          <a:endParaRPr lang="en-US"/>
        </a:p>
      </dgm:t>
    </dgm:pt>
    <dgm:pt modelId="{29F4C407-42CE-4644-A32D-C82138CF53D1}">
      <dgm:prSet/>
      <dgm:spPr/>
      <dgm:t>
        <a:bodyPr/>
        <a:lstStyle/>
        <a:p>
          <a:r>
            <a:rPr lang="en-US"/>
            <a:t>b) TST</a:t>
          </a:r>
        </a:p>
      </dgm:t>
    </dgm:pt>
    <dgm:pt modelId="{5ACE221E-B499-48CD-8B7E-77E2251B25A5}" type="parTrans" cxnId="{2647F714-235E-4D77-80E3-D4D9AEE9D55A}">
      <dgm:prSet/>
      <dgm:spPr/>
      <dgm:t>
        <a:bodyPr/>
        <a:lstStyle/>
        <a:p>
          <a:endParaRPr lang="en-US"/>
        </a:p>
      </dgm:t>
    </dgm:pt>
    <dgm:pt modelId="{54FBEB1A-6D96-4D14-90FA-62921E93B553}" type="sibTrans" cxnId="{2647F714-235E-4D77-80E3-D4D9AEE9D55A}">
      <dgm:prSet/>
      <dgm:spPr/>
      <dgm:t>
        <a:bodyPr/>
        <a:lstStyle/>
        <a:p>
          <a:endParaRPr lang="en-US"/>
        </a:p>
      </dgm:t>
    </dgm:pt>
    <dgm:pt modelId="{3481999C-7EF3-42C1-BF55-84FE1B2E5BC6}">
      <dgm:prSet/>
      <dgm:spPr/>
      <dgm:t>
        <a:bodyPr/>
        <a:lstStyle/>
        <a:p>
          <a:r>
            <a:rPr lang="en-US"/>
            <a:t>c) MOV</a:t>
          </a:r>
        </a:p>
      </dgm:t>
    </dgm:pt>
    <dgm:pt modelId="{4FEF9E5A-9B16-4FAC-A12C-C9FFD3271A97}" type="parTrans" cxnId="{EEAC13CC-D9C4-441B-BB1C-1E1CAD13FEC2}">
      <dgm:prSet/>
      <dgm:spPr/>
      <dgm:t>
        <a:bodyPr/>
        <a:lstStyle/>
        <a:p>
          <a:endParaRPr lang="en-US"/>
        </a:p>
      </dgm:t>
    </dgm:pt>
    <dgm:pt modelId="{9F41B7E7-D82A-4B4D-BBC0-327B21E4A683}" type="sibTrans" cxnId="{EEAC13CC-D9C4-441B-BB1C-1E1CAD13FEC2}">
      <dgm:prSet/>
      <dgm:spPr/>
      <dgm:t>
        <a:bodyPr/>
        <a:lstStyle/>
        <a:p>
          <a:endParaRPr lang="en-US"/>
        </a:p>
      </dgm:t>
    </dgm:pt>
    <dgm:pt modelId="{382501BF-E4FB-46AC-B2CD-D151A9C0DF1B}">
      <dgm:prSet/>
      <dgm:spPr/>
      <dgm:t>
        <a:bodyPr/>
        <a:lstStyle/>
        <a:p>
          <a:r>
            <a:rPr lang="en-US"/>
            <a:t>d) SUB</a:t>
          </a:r>
        </a:p>
      </dgm:t>
    </dgm:pt>
    <dgm:pt modelId="{65369DC2-3980-415D-9B2A-2D93BE1B35FD}" type="parTrans" cxnId="{1364A7C4-4BBA-4373-A0BC-08861062049C}">
      <dgm:prSet/>
      <dgm:spPr/>
      <dgm:t>
        <a:bodyPr/>
        <a:lstStyle/>
        <a:p>
          <a:endParaRPr lang="en-US"/>
        </a:p>
      </dgm:t>
    </dgm:pt>
    <dgm:pt modelId="{64418497-20BA-48EC-8653-06D075BA2765}" type="sibTrans" cxnId="{1364A7C4-4BBA-4373-A0BC-08861062049C}">
      <dgm:prSet/>
      <dgm:spPr/>
      <dgm:t>
        <a:bodyPr/>
        <a:lstStyle/>
        <a:p>
          <a:endParaRPr lang="en-US"/>
        </a:p>
      </dgm:t>
    </dgm:pt>
    <dgm:pt modelId="{229E5B82-1AF0-4E3B-AC9B-34BA9044F7DE}">
      <dgm:prSet/>
      <dgm:spPr/>
      <dgm:t>
        <a:bodyPr/>
        <a:lstStyle/>
        <a:p>
          <a:r>
            <a:rPr lang="en-US"/>
            <a:t>2. ¿Qué instrucción realiza un salto incondicional?</a:t>
          </a:r>
        </a:p>
      </dgm:t>
    </dgm:pt>
    <dgm:pt modelId="{CD505FD2-C4BF-498F-A352-E40BC98AEBE6}" type="parTrans" cxnId="{DC734793-6579-4F0F-B369-B1D4DA10582C}">
      <dgm:prSet/>
      <dgm:spPr/>
      <dgm:t>
        <a:bodyPr/>
        <a:lstStyle/>
        <a:p>
          <a:endParaRPr lang="en-US"/>
        </a:p>
      </dgm:t>
    </dgm:pt>
    <dgm:pt modelId="{FCFE7963-2A02-4E6F-80B7-FEF2362C9EA5}" type="sibTrans" cxnId="{DC734793-6579-4F0F-B369-B1D4DA10582C}">
      <dgm:prSet/>
      <dgm:spPr/>
      <dgm:t>
        <a:bodyPr/>
        <a:lstStyle/>
        <a:p>
          <a:endParaRPr lang="en-US"/>
        </a:p>
      </dgm:t>
    </dgm:pt>
    <dgm:pt modelId="{75ECE246-70C6-4CD3-BC18-08E62CAFDFD7}">
      <dgm:prSet/>
      <dgm:spPr/>
      <dgm:t>
        <a:bodyPr/>
        <a:lstStyle/>
        <a:p>
          <a:r>
            <a:rPr lang="en-US"/>
            <a:t>a) B</a:t>
          </a:r>
        </a:p>
      </dgm:t>
    </dgm:pt>
    <dgm:pt modelId="{3E6139FE-12E5-474B-BF7C-8B7E2AC8338B}" type="parTrans" cxnId="{97692C39-9DE8-4E4E-8443-3E029170135E}">
      <dgm:prSet/>
      <dgm:spPr/>
      <dgm:t>
        <a:bodyPr/>
        <a:lstStyle/>
        <a:p>
          <a:endParaRPr lang="en-US"/>
        </a:p>
      </dgm:t>
    </dgm:pt>
    <dgm:pt modelId="{366D6713-D4AD-499C-B2CB-72E6606E7962}" type="sibTrans" cxnId="{97692C39-9DE8-4E4E-8443-3E029170135E}">
      <dgm:prSet/>
      <dgm:spPr/>
      <dgm:t>
        <a:bodyPr/>
        <a:lstStyle/>
        <a:p>
          <a:endParaRPr lang="en-US"/>
        </a:p>
      </dgm:t>
    </dgm:pt>
    <dgm:pt modelId="{D8FCB037-85AD-4A99-BD34-ED7F0AB3069A}">
      <dgm:prSet/>
      <dgm:spPr/>
      <dgm:t>
        <a:bodyPr/>
        <a:lstStyle/>
        <a:p>
          <a:r>
            <a:rPr lang="en-US"/>
            <a:t>b) BEQ</a:t>
          </a:r>
        </a:p>
      </dgm:t>
    </dgm:pt>
    <dgm:pt modelId="{1E4D0DC3-9826-4F75-84DA-EFD783B8FBD6}" type="parTrans" cxnId="{84780B77-B57B-4C50-8B1E-C948A4704A96}">
      <dgm:prSet/>
      <dgm:spPr/>
      <dgm:t>
        <a:bodyPr/>
        <a:lstStyle/>
        <a:p>
          <a:endParaRPr lang="en-US"/>
        </a:p>
      </dgm:t>
    </dgm:pt>
    <dgm:pt modelId="{EA41AB61-7C8E-43D7-855D-ED446E447E01}" type="sibTrans" cxnId="{84780B77-B57B-4C50-8B1E-C948A4704A96}">
      <dgm:prSet/>
      <dgm:spPr/>
      <dgm:t>
        <a:bodyPr/>
        <a:lstStyle/>
        <a:p>
          <a:endParaRPr lang="en-US"/>
        </a:p>
      </dgm:t>
    </dgm:pt>
    <dgm:pt modelId="{307249E4-2B71-4C2A-A41E-EEDC7B362EF7}">
      <dgm:prSet/>
      <dgm:spPr/>
      <dgm:t>
        <a:bodyPr/>
        <a:lstStyle/>
        <a:p>
          <a:r>
            <a:rPr lang="en-US"/>
            <a:t>c) CMP</a:t>
          </a:r>
        </a:p>
      </dgm:t>
    </dgm:pt>
    <dgm:pt modelId="{9D355E84-6423-4266-897E-55E7ECEC4059}" type="parTrans" cxnId="{36B22C8C-DA17-45CB-A636-C986418C0A78}">
      <dgm:prSet/>
      <dgm:spPr/>
      <dgm:t>
        <a:bodyPr/>
        <a:lstStyle/>
        <a:p>
          <a:endParaRPr lang="en-US"/>
        </a:p>
      </dgm:t>
    </dgm:pt>
    <dgm:pt modelId="{A32FFAAC-43EB-4CB4-98FA-26F260C4CF15}" type="sibTrans" cxnId="{36B22C8C-DA17-45CB-A636-C986418C0A78}">
      <dgm:prSet/>
      <dgm:spPr/>
      <dgm:t>
        <a:bodyPr/>
        <a:lstStyle/>
        <a:p>
          <a:endParaRPr lang="en-US"/>
        </a:p>
      </dgm:t>
    </dgm:pt>
    <dgm:pt modelId="{45DA7C91-BB19-48DB-B1F8-B20EC1CE1C34}">
      <dgm:prSet/>
      <dgm:spPr/>
      <dgm:t>
        <a:bodyPr/>
        <a:lstStyle/>
        <a:p>
          <a:r>
            <a:rPr lang="en-US"/>
            <a:t>d) BLT</a:t>
          </a:r>
        </a:p>
      </dgm:t>
    </dgm:pt>
    <dgm:pt modelId="{5D0A36D6-B4CB-4ECA-9130-687867CD5401}" type="parTrans" cxnId="{97483E0F-1E9B-4D4E-9162-1DFB423A1003}">
      <dgm:prSet/>
      <dgm:spPr/>
      <dgm:t>
        <a:bodyPr/>
        <a:lstStyle/>
        <a:p>
          <a:endParaRPr lang="en-US"/>
        </a:p>
      </dgm:t>
    </dgm:pt>
    <dgm:pt modelId="{83219726-9EF6-4227-96C5-0CC0AC0B5CC2}" type="sibTrans" cxnId="{97483E0F-1E9B-4D4E-9162-1DFB423A1003}">
      <dgm:prSet/>
      <dgm:spPr/>
      <dgm:t>
        <a:bodyPr/>
        <a:lstStyle/>
        <a:p>
          <a:endParaRPr lang="en-US"/>
        </a:p>
      </dgm:t>
    </dgm:pt>
    <dgm:pt modelId="{2EBC1D4E-8527-4903-BF7C-615C0D7C26BF}">
      <dgm:prSet/>
      <dgm:spPr/>
      <dgm:t>
        <a:bodyPr/>
        <a:lstStyle/>
        <a:p>
          <a:r>
            <a:rPr lang="en-US"/>
            <a:t>3. ¿Qué bandera indica igualdad tras una comparación?</a:t>
          </a:r>
        </a:p>
      </dgm:t>
    </dgm:pt>
    <dgm:pt modelId="{F1915578-ECD0-41D9-9C2E-D0DC89280A57}" type="parTrans" cxnId="{A5EBA975-79FF-4072-9309-3604A8E137B5}">
      <dgm:prSet/>
      <dgm:spPr/>
      <dgm:t>
        <a:bodyPr/>
        <a:lstStyle/>
        <a:p>
          <a:endParaRPr lang="en-US"/>
        </a:p>
      </dgm:t>
    </dgm:pt>
    <dgm:pt modelId="{B47F9B50-C40C-47B3-AD34-0C2310931D9D}" type="sibTrans" cxnId="{A5EBA975-79FF-4072-9309-3604A8E137B5}">
      <dgm:prSet/>
      <dgm:spPr/>
      <dgm:t>
        <a:bodyPr/>
        <a:lstStyle/>
        <a:p>
          <a:endParaRPr lang="en-US"/>
        </a:p>
      </dgm:t>
    </dgm:pt>
    <dgm:pt modelId="{862ED705-B9D0-42E6-91D9-A8BDB83AE7BD}">
      <dgm:prSet/>
      <dgm:spPr/>
      <dgm:t>
        <a:bodyPr/>
        <a:lstStyle/>
        <a:p>
          <a:r>
            <a:rPr lang="en-US"/>
            <a:t>a) N</a:t>
          </a:r>
        </a:p>
      </dgm:t>
    </dgm:pt>
    <dgm:pt modelId="{6D0505F1-C043-4A96-820C-FAF7F72443F2}" type="parTrans" cxnId="{087FF6DC-187B-4EA3-8E42-57432092F54E}">
      <dgm:prSet/>
      <dgm:spPr/>
      <dgm:t>
        <a:bodyPr/>
        <a:lstStyle/>
        <a:p>
          <a:endParaRPr lang="en-US"/>
        </a:p>
      </dgm:t>
    </dgm:pt>
    <dgm:pt modelId="{B0AC0F1F-EE2B-4F0A-BF8B-2F30B3C4A159}" type="sibTrans" cxnId="{087FF6DC-187B-4EA3-8E42-57432092F54E}">
      <dgm:prSet/>
      <dgm:spPr/>
      <dgm:t>
        <a:bodyPr/>
        <a:lstStyle/>
        <a:p>
          <a:endParaRPr lang="en-US"/>
        </a:p>
      </dgm:t>
    </dgm:pt>
    <dgm:pt modelId="{8AF54FC0-38D5-49AF-9761-D3E28DCF90A3}">
      <dgm:prSet/>
      <dgm:spPr/>
      <dgm:t>
        <a:bodyPr/>
        <a:lstStyle/>
        <a:p>
          <a:r>
            <a:rPr lang="en-US"/>
            <a:t>b) Z</a:t>
          </a:r>
        </a:p>
      </dgm:t>
    </dgm:pt>
    <dgm:pt modelId="{F67F5817-5A0B-4EB5-9543-B4A971CF06D8}" type="parTrans" cxnId="{269C16E9-DC46-4EE9-9A01-CFB100B03CFD}">
      <dgm:prSet/>
      <dgm:spPr/>
      <dgm:t>
        <a:bodyPr/>
        <a:lstStyle/>
        <a:p>
          <a:endParaRPr lang="en-US"/>
        </a:p>
      </dgm:t>
    </dgm:pt>
    <dgm:pt modelId="{E6B6405C-08F8-4051-820E-E700CD04E8DC}" type="sibTrans" cxnId="{269C16E9-DC46-4EE9-9A01-CFB100B03CFD}">
      <dgm:prSet/>
      <dgm:spPr/>
      <dgm:t>
        <a:bodyPr/>
        <a:lstStyle/>
        <a:p>
          <a:endParaRPr lang="en-US"/>
        </a:p>
      </dgm:t>
    </dgm:pt>
    <dgm:pt modelId="{28B0F65B-8B83-4F33-8256-A683EC7A6753}">
      <dgm:prSet/>
      <dgm:spPr/>
      <dgm:t>
        <a:bodyPr/>
        <a:lstStyle/>
        <a:p>
          <a:r>
            <a:rPr lang="en-US"/>
            <a:t>c) C</a:t>
          </a:r>
        </a:p>
      </dgm:t>
    </dgm:pt>
    <dgm:pt modelId="{2DCB2BFF-BA7B-430A-A4F3-FDB9343EB367}" type="parTrans" cxnId="{DB33A777-CA5D-41D3-857F-AEAB621780C1}">
      <dgm:prSet/>
      <dgm:spPr/>
      <dgm:t>
        <a:bodyPr/>
        <a:lstStyle/>
        <a:p>
          <a:endParaRPr lang="en-US"/>
        </a:p>
      </dgm:t>
    </dgm:pt>
    <dgm:pt modelId="{B42C1FD1-00A1-4C0D-8520-39C0CA18FABC}" type="sibTrans" cxnId="{DB33A777-CA5D-41D3-857F-AEAB621780C1}">
      <dgm:prSet/>
      <dgm:spPr/>
      <dgm:t>
        <a:bodyPr/>
        <a:lstStyle/>
        <a:p>
          <a:endParaRPr lang="en-US"/>
        </a:p>
      </dgm:t>
    </dgm:pt>
    <dgm:pt modelId="{E5A2DE50-A0AB-4086-9774-32302ADCD8E9}">
      <dgm:prSet/>
      <dgm:spPr/>
      <dgm:t>
        <a:bodyPr/>
        <a:lstStyle/>
        <a:p>
          <a:r>
            <a:rPr lang="en-US"/>
            <a:t>d) V</a:t>
          </a:r>
        </a:p>
      </dgm:t>
    </dgm:pt>
    <dgm:pt modelId="{76428CC2-44D8-4BDC-AAAE-35AAF88704EF}" type="parTrans" cxnId="{F1694DB8-71ED-4709-90B3-3AE0B9BE7BB8}">
      <dgm:prSet/>
      <dgm:spPr/>
      <dgm:t>
        <a:bodyPr/>
        <a:lstStyle/>
        <a:p>
          <a:endParaRPr lang="en-US"/>
        </a:p>
      </dgm:t>
    </dgm:pt>
    <dgm:pt modelId="{6C081BD8-67D1-4C0B-97B2-E26EE989ED50}" type="sibTrans" cxnId="{F1694DB8-71ED-4709-90B3-3AE0B9BE7BB8}">
      <dgm:prSet/>
      <dgm:spPr/>
      <dgm:t>
        <a:bodyPr/>
        <a:lstStyle/>
        <a:p>
          <a:endParaRPr lang="en-US"/>
        </a:p>
      </dgm:t>
    </dgm:pt>
    <dgm:pt modelId="{D1BF60C4-E2C7-485D-B7A4-9C39E60EA4B7}">
      <dgm:prSet/>
      <dgm:spPr/>
      <dgm:t>
        <a:bodyPr/>
        <a:lstStyle/>
        <a:p>
          <a:r>
            <a:rPr lang="en-US"/>
            <a:t>4. ¿Qué instrucción permite implementar un ciclo?</a:t>
          </a:r>
        </a:p>
      </dgm:t>
    </dgm:pt>
    <dgm:pt modelId="{AA963688-6DC3-4223-88E9-A8AF80E416D7}" type="parTrans" cxnId="{ECEA6618-F1BD-4A5B-BC6E-C481CD8A9DC2}">
      <dgm:prSet/>
      <dgm:spPr/>
      <dgm:t>
        <a:bodyPr/>
        <a:lstStyle/>
        <a:p>
          <a:endParaRPr lang="en-US"/>
        </a:p>
      </dgm:t>
    </dgm:pt>
    <dgm:pt modelId="{6EB17AA4-8442-418B-8831-A7718C627037}" type="sibTrans" cxnId="{ECEA6618-F1BD-4A5B-BC6E-C481CD8A9DC2}">
      <dgm:prSet/>
      <dgm:spPr/>
      <dgm:t>
        <a:bodyPr/>
        <a:lstStyle/>
        <a:p>
          <a:endParaRPr lang="en-US"/>
        </a:p>
      </dgm:t>
    </dgm:pt>
    <dgm:pt modelId="{F414D6AE-8255-45DD-8143-71E826DF230A}">
      <dgm:prSet/>
      <dgm:spPr/>
      <dgm:t>
        <a:bodyPr/>
        <a:lstStyle/>
        <a:p>
          <a:r>
            <a:rPr lang="en-US"/>
            <a:t>a) B</a:t>
          </a:r>
        </a:p>
      </dgm:t>
    </dgm:pt>
    <dgm:pt modelId="{5E5046DD-7A06-43F3-868C-3E9B8C8EF803}" type="parTrans" cxnId="{25C2C183-FD0E-4BA8-B9ED-7B90D9254827}">
      <dgm:prSet/>
      <dgm:spPr/>
      <dgm:t>
        <a:bodyPr/>
        <a:lstStyle/>
        <a:p>
          <a:endParaRPr lang="en-US"/>
        </a:p>
      </dgm:t>
    </dgm:pt>
    <dgm:pt modelId="{4AE95A1B-E019-4FF6-9E8C-51B66DDF3171}" type="sibTrans" cxnId="{25C2C183-FD0E-4BA8-B9ED-7B90D9254827}">
      <dgm:prSet/>
      <dgm:spPr/>
      <dgm:t>
        <a:bodyPr/>
        <a:lstStyle/>
        <a:p>
          <a:endParaRPr lang="en-US"/>
        </a:p>
      </dgm:t>
    </dgm:pt>
    <dgm:pt modelId="{0B71D7CF-554F-49DD-8C53-8C535C61C523}">
      <dgm:prSet/>
      <dgm:spPr/>
      <dgm:t>
        <a:bodyPr/>
        <a:lstStyle/>
        <a:p>
          <a:r>
            <a:rPr lang="en-US"/>
            <a:t>b) CMP</a:t>
          </a:r>
        </a:p>
      </dgm:t>
    </dgm:pt>
    <dgm:pt modelId="{E015368B-0F8A-474F-9769-588470E8CA40}" type="parTrans" cxnId="{5988B9F0-4B6D-4791-ACEC-01A06F7FA0E6}">
      <dgm:prSet/>
      <dgm:spPr/>
      <dgm:t>
        <a:bodyPr/>
        <a:lstStyle/>
        <a:p>
          <a:endParaRPr lang="en-US"/>
        </a:p>
      </dgm:t>
    </dgm:pt>
    <dgm:pt modelId="{8F89E17F-71A3-4C94-B30A-7CFD2B7E3BE4}" type="sibTrans" cxnId="{5988B9F0-4B6D-4791-ACEC-01A06F7FA0E6}">
      <dgm:prSet/>
      <dgm:spPr/>
      <dgm:t>
        <a:bodyPr/>
        <a:lstStyle/>
        <a:p>
          <a:endParaRPr lang="en-US"/>
        </a:p>
      </dgm:t>
    </dgm:pt>
    <dgm:pt modelId="{019FE5E8-E8AB-48EB-9851-E4E7F7349B1E}">
      <dgm:prSet/>
      <dgm:spPr/>
      <dgm:t>
        <a:bodyPr/>
        <a:lstStyle/>
        <a:p>
          <a:r>
            <a:rPr lang="en-US"/>
            <a:t>c) RET</a:t>
          </a:r>
        </a:p>
      </dgm:t>
    </dgm:pt>
    <dgm:pt modelId="{FA45BB8A-ACDA-480D-8C8C-C5A63198E329}" type="parTrans" cxnId="{986573E9-79CD-43E8-9580-CD53D4902B9E}">
      <dgm:prSet/>
      <dgm:spPr/>
      <dgm:t>
        <a:bodyPr/>
        <a:lstStyle/>
        <a:p>
          <a:endParaRPr lang="en-US"/>
        </a:p>
      </dgm:t>
    </dgm:pt>
    <dgm:pt modelId="{76C75089-2501-48F4-B2C5-96DFCC5B8D19}" type="sibTrans" cxnId="{986573E9-79CD-43E8-9580-CD53D4902B9E}">
      <dgm:prSet/>
      <dgm:spPr/>
      <dgm:t>
        <a:bodyPr/>
        <a:lstStyle/>
        <a:p>
          <a:endParaRPr lang="en-US"/>
        </a:p>
      </dgm:t>
    </dgm:pt>
    <dgm:pt modelId="{00725F79-ACAC-4F62-905C-DEEC24E7AD84}">
      <dgm:prSet/>
      <dgm:spPr/>
      <dgm:t>
        <a:bodyPr/>
        <a:lstStyle/>
        <a:p>
          <a:r>
            <a:rPr lang="en-US"/>
            <a:t>d) MOV</a:t>
          </a:r>
        </a:p>
      </dgm:t>
    </dgm:pt>
    <dgm:pt modelId="{D6B12C03-2489-4889-952C-04A4BB80A9D6}" type="parTrans" cxnId="{E9E51248-21EF-4CB6-AC7B-AC4848DD924F}">
      <dgm:prSet/>
      <dgm:spPr/>
      <dgm:t>
        <a:bodyPr/>
        <a:lstStyle/>
        <a:p>
          <a:endParaRPr lang="en-US"/>
        </a:p>
      </dgm:t>
    </dgm:pt>
    <dgm:pt modelId="{71EA9873-D510-467F-B818-D8D961338D93}" type="sibTrans" cxnId="{E9E51248-21EF-4CB6-AC7B-AC4848DD924F}">
      <dgm:prSet/>
      <dgm:spPr/>
      <dgm:t>
        <a:bodyPr/>
        <a:lstStyle/>
        <a:p>
          <a:endParaRPr lang="en-US"/>
        </a:p>
      </dgm:t>
    </dgm:pt>
    <dgm:pt modelId="{580FB2AD-1E8D-437F-A5C1-71EDBAED1DB1}">
      <dgm:prSet/>
      <dgm:spPr/>
      <dgm:t>
        <a:bodyPr/>
        <a:lstStyle/>
        <a:p>
          <a:r>
            <a:rPr lang="en-US"/>
            <a:t>5. ¿Qué estructura lógica permite ejecutar instrucciones repetidamente?</a:t>
          </a:r>
        </a:p>
      </dgm:t>
    </dgm:pt>
    <dgm:pt modelId="{FA070F3F-4591-4BB4-AD72-53E8980B9BEE}" type="parTrans" cxnId="{172F9C87-B00B-4F43-A6F9-9493C3EA605C}">
      <dgm:prSet/>
      <dgm:spPr/>
      <dgm:t>
        <a:bodyPr/>
        <a:lstStyle/>
        <a:p>
          <a:endParaRPr lang="en-US"/>
        </a:p>
      </dgm:t>
    </dgm:pt>
    <dgm:pt modelId="{6B506CE1-341C-47FE-AF30-844894F3B37C}" type="sibTrans" cxnId="{172F9C87-B00B-4F43-A6F9-9493C3EA605C}">
      <dgm:prSet/>
      <dgm:spPr/>
      <dgm:t>
        <a:bodyPr/>
        <a:lstStyle/>
        <a:p>
          <a:endParaRPr lang="en-US"/>
        </a:p>
      </dgm:t>
    </dgm:pt>
    <dgm:pt modelId="{6C4830C3-74FD-4776-9090-B58F13FC3D54}">
      <dgm:prSet/>
      <dgm:spPr/>
      <dgm:t>
        <a:bodyPr/>
        <a:lstStyle/>
        <a:p>
          <a:r>
            <a:rPr lang="en-US"/>
            <a:t>a) IF</a:t>
          </a:r>
        </a:p>
      </dgm:t>
    </dgm:pt>
    <dgm:pt modelId="{8AC0FDDA-93F1-467C-BB8B-76131CCCC18F}" type="parTrans" cxnId="{F2B30BD1-2701-43B9-BB63-A27E9726AE22}">
      <dgm:prSet/>
      <dgm:spPr/>
      <dgm:t>
        <a:bodyPr/>
        <a:lstStyle/>
        <a:p>
          <a:endParaRPr lang="en-US"/>
        </a:p>
      </dgm:t>
    </dgm:pt>
    <dgm:pt modelId="{61B5728C-78C7-42C7-8A3D-B92A4D974ED8}" type="sibTrans" cxnId="{F2B30BD1-2701-43B9-BB63-A27E9726AE22}">
      <dgm:prSet/>
      <dgm:spPr/>
      <dgm:t>
        <a:bodyPr/>
        <a:lstStyle/>
        <a:p>
          <a:endParaRPr lang="en-US"/>
        </a:p>
      </dgm:t>
    </dgm:pt>
    <dgm:pt modelId="{2D0D948D-4E3D-4648-AF10-32A7513DA5AA}">
      <dgm:prSet/>
      <dgm:spPr/>
      <dgm:t>
        <a:bodyPr/>
        <a:lstStyle/>
        <a:p>
          <a:r>
            <a:rPr lang="en-US"/>
            <a:t>b) LOOP</a:t>
          </a:r>
        </a:p>
      </dgm:t>
    </dgm:pt>
    <dgm:pt modelId="{1477435D-895E-4510-9D58-04EED6E16646}" type="parTrans" cxnId="{47844851-682F-4503-A902-DD9D02309BF3}">
      <dgm:prSet/>
      <dgm:spPr/>
      <dgm:t>
        <a:bodyPr/>
        <a:lstStyle/>
        <a:p>
          <a:endParaRPr lang="en-US"/>
        </a:p>
      </dgm:t>
    </dgm:pt>
    <dgm:pt modelId="{1A4BC235-A0CE-49BD-B4A2-977C0EF067C8}" type="sibTrans" cxnId="{47844851-682F-4503-A902-DD9D02309BF3}">
      <dgm:prSet/>
      <dgm:spPr/>
      <dgm:t>
        <a:bodyPr/>
        <a:lstStyle/>
        <a:p>
          <a:endParaRPr lang="en-US"/>
        </a:p>
      </dgm:t>
    </dgm:pt>
    <dgm:pt modelId="{82C05D06-630E-4328-BA1C-42E31B4389B6}">
      <dgm:prSet/>
      <dgm:spPr/>
      <dgm:t>
        <a:bodyPr/>
        <a:lstStyle/>
        <a:p>
          <a:r>
            <a:rPr lang="en-US"/>
            <a:t>c) CALL</a:t>
          </a:r>
        </a:p>
      </dgm:t>
    </dgm:pt>
    <dgm:pt modelId="{1AFD2DBD-DDA6-479C-B571-A38074BDC931}" type="parTrans" cxnId="{E2001DA2-3C39-4AE5-9F37-7DDE16570B64}">
      <dgm:prSet/>
      <dgm:spPr/>
      <dgm:t>
        <a:bodyPr/>
        <a:lstStyle/>
        <a:p>
          <a:endParaRPr lang="en-US"/>
        </a:p>
      </dgm:t>
    </dgm:pt>
    <dgm:pt modelId="{F7689A9B-894A-4932-9E8A-EB97AFD225FE}" type="sibTrans" cxnId="{E2001DA2-3C39-4AE5-9F37-7DDE16570B64}">
      <dgm:prSet/>
      <dgm:spPr/>
      <dgm:t>
        <a:bodyPr/>
        <a:lstStyle/>
        <a:p>
          <a:endParaRPr lang="en-US"/>
        </a:p>
      </dgm:t>
    </dgm:pt>
    <dgm:pt modelId="{7DEB760F-702C-49F8-9ADD-191F187C2323}">
      <dgm:prSet/>
      <dgm:spPr/>
      <dgm:t>
        <a:bodyPr/>
        <a:lstStyle/>
        <a:p>
          <a:r>
            <a:rPr lang="en-US"/>
            <a:t>d) RET</a:t>
          </a:r>
        </a:p>
      </dgm:t>
    </dgm:pt>
    <dgm:pt modelId="{A152859B-5FA0-47E7-B88F-A617780D727F}" type="parTrans" cxnId="{5377D16F-DB05-4789-9464-816DAC0EC4C7}">
      <dgm:prSet/>
      <dgm:spPr/>
      <dgm:t>
        <a:bodyPr/>
        <a:lstStyle/>
        <a:p>
          <a:endParaRPr lang="en-US"/>
        </a:p>
      </dgm:t>
    </dgm:pt>
    <dgm:pt modelId="{A035AB55-4DC2-4DD6-AC14-ADB24F0B742E}" type="sibTrans" cxnId="{5377D16F-DB05-4789-9464-816DAC0EC4C7}">
      <dgm:prSet/>
      <dgm:spPr/>
      <dgm:t>
        <a:bodyPr/>
        <a:lstStyle/>
        <a:p>
          <a:endParaRPr lang="en-US"/>
        </a:p>
      </dgm:t>
    </dgm:pt>
    <dgm:pt modelId="{235DB8C5-64B4-4C44-B212-508B7C30A835}" type="pres">
      <dgm:prSet presAssocID="{7611AE8B-09EB-4C5E-A1E6-1004EDD39878}" presName="Name0" presStyleCnt="0">
        <dgm:presLayoutVars>
          <dgm:dir/>
          <dgm:resizeHandles val="exact"/>
        </dgm:presLayoutVars>
      </dgm:prSet>
      <dgm:spPr/>
    </dgm:pt>
    <dgm:pt modelId="{39D7DAE9-9EAA-4008-843B-92A2A0AA538C}" type="pres">
      <dgm:prSet presAssocID="{E6A256DE-C2D1-4DEF-B564-535508131E33}" presName="node" presStyleLbl="node1" presStyleIdx="0" presStyleCnt="25">
        <dgm:presLayoutVars>
          <dgm:bulletEnabled val="1"/>
        </dgm:presLayoutVars>
      </dgm:prSet>
      <dgm:spPr/>
    </dgm:pt>
    <dgm:pt modelId="{4F852544-2363-474C-BBE7-6762508C33C3}" type="pres">
      <dgm:prSet presAssocID="{10BA7391-0E48-4ED3-B907-DD7DB2043306}" presName="sibTrans" presStyleLbl="sibTrans1D1" presStyleIdx="0" presStyleCnt="24"/>
      <dgm:spPr/>
    </dgm:pt>
    <dgm:pt modelId="{26019D92-1942-4E46-826A-71B77BAC433D}" type="pres">
      <dgm:prSet presAssocID="{10BA7391-0E48-4ED3-B907-DD7DB2043306}" presName="connectorText" presStyleLbl="sibTrans1D1" presStyleIdx="0" presStyleCnt="24"/>
      <dgm:spPr/>
    </dgm:pt>
    <dgm:pt modelId="{6E2E31A5-7AAD-46EA-A47C-2BDCFFFBE961}" type="pres">
      <dgm:prSet presAssocID="{EDD1CAAB-AF3A-45DD-8CCA-5D1C5F927673}" presName="node" presStyleLbl="node1" presStyleIdx="1" presStyleCnt="25">
        <dgm:presLayoutVars>
          <dgm:bulletEnabled val="1"/>
        </dgm:presLayoutVars>
      </dgm:prSet>
      <dgm:spPr/>
    </dgm:pt>
    <dgm:pt modelId="{D2BC3B31-BA7E-4B3F-A18B-2C892A03B246}" type="pres">
      <dgm:prSet presAssocID="{0CE92653-2D0A-4716-8834-1C3520CCC9E1}" presName="sibTrans" presStyleLbl="sibTrans1D1" presStyleIdx="1" presStyleCnt="24"/>
      <dgm:spPr/>
    </dgm:pt>
    <dgm:pt modelId="{76120936-E118-4821-9DFD-D4E327B4EB4C}" type="pres">
      <dgm:prSet presAssocID="{0CE92653-2D0A-4716-8834-1C3520CCC9E1}" presName="connectorText" presStyleLbl="sibTrans1D1" presStyleIdx="1" presStyleCnt="24"/>
      <dgm:spPr/>
    </dgm:pt>
    <dgm:pt modelId="{40E3A341-8AF3-4FC0-A985-27AC6059C0F4}" type="pres">
      <dgm:prSet presAssocID="{29F4C407-42CE-4644-A32D-C82138CF53D1}" presName="node" presStyleLbl="node1" presStyleIdx="2" presStyleCnt="25">
        <dgm:presLayoutVars>
          <dgm:bulletEnabled val="1"/>
        </dgm:presLayoutVars>
      </dgm:prSet>
      <dgm:spPr/>
    </dgm:pt>
    <dgm:pt modelId="{7FAC8D11-EDA2-4B4A-9D9A-1CF1423BB9F9}" type="pres">
      <dgm:prSet presAssocID="{54FBEB1A-6D96-4D14-90FA-62921E93B553}" presName="sibTrans" presStyleLbl="sibTrans1D1" presStyleIdx="2" presStyleCnt="24"/>
      <dgm:spPr/>
    </dgm:pt>
    <dgm:pt modelId="{7CA5FDBC-39A8-40EE-89F5-C92385504DF4}" type="pres">
      <dgm:prSet presAssocID="{54FBEB1A-6D96-4D14-90FA-62921E93B553}" presName="connectorText" presStyleLbl="sibTrans1D1" presStyleIdx="2" presStyleCnt="24"/>
      <dgm:spPr/>
    </dgm:pt>
    <dgm:pt modelId="{E36E37E2-2A06-4424-937A-B711CE645DBA}" type="pres">
      <dgm:prSet presAssocID="{3481999C-7EF3-42C1-BF55-84FE1B2E5BC6}" presName="node" presStyleLbl="node1" presStyleIdx="3" presStyleCnt="25">
        <dgm:presLayoutVars>
          <dgm:bulletEnabled val="1"/>
        </dgm:presLayoutVars>
      </dgm:prSet>
      <dgm:spPr/>
    </dgm:pt>
    <dgm:pt modelId="{51780073-E994-4B1B-A54C-E27D7A5FAC22}" type="pres">
      <dgm:prSet presAssocID="{9F41B7E7-D82A-4B4D-BBC0-327B21E4A683}" presName="sibTrans" presStyleLbl="sibTrans1D1" presStyleIdx="3" presStyleCnt="24"/>
      <dgm:spPr/>
    </dgm:pt>
    <dgm:pt modelId="{7CA09791-53DB-47AB-9192-9B051A2AB603}" type="pres">
      <dgm:prSet presAssocID="{9F41B7E7-D82A-4B4D-BBC0-327B21E4A683}" presName="connectorText" presStyleLbl="sibTrans1D1" presStyleIdx="3" presStyleCnt="24"/>
      <dgm:spPr/>
    </dgm:pt>
    <dgm:pt modelId="{C201D1BA-BA20-465E-8CAA-A8A5A21E9319}" type="pres">
      <dgm:prSet presAssocID="{382501BF-E4FB-46AC-B2CD-D151A9C0DF1B}" presName="node" presStyleLbl="node1" presStyleIdx="4" presStyleCnt="25">
        <dgm:presLayoutVars>
          <dgm:bulletEnabled val="1"/>
        </dgm:presLayoutVars>
      </dgm:prSet>
      <dgm:spPr/>
    </dgm:pt>
    <dgm:pt modelId="{72803728-F7A2-4909-AF8F-3726C183CC49}" type="pres">
      <dgm:prSet presAssocID="{64418497-20BA-48EC-8653-06D075BA2765}" presName="sibTrans" presStyleLbl="sibTrans1D1" presStyleIdx="4" presStyleCnt="24"/>
      <dgm:spPr/>
    </dgm:pt>
    <dgm:pt modelId="{5EE4BEDA-ABF8-4C77-8528-BCDC7B7C5984}" type="pres">
      <dgm:prSet presAssocID="{64418497-20BA-48EC-8653-06D075BA2765}" presName="connectorText" presStyleLbl="sibTrans1D1" presStyleIdx="4" presStyleCnt="24"/>
      <dgm:spPr/>
    </dgm:pt>
    <dgm:pt modelId="{11D41588-5BF5-471B-860B-A69A114F4B21}" type="pres">
      <dgm:prSet presAssocID="{229E5B82-1AF0-4E3B-AC9B-34BA9044F7DE}" presName="node" presStyleLbl="node1" presStyleIdx="5" presStyleCnt="25">
        <dgm:presLayoutVars>
          <dgm:bulletEnabled val="1"/>
        </dgm:presLayoutVars>
      </dgm:prSet>
      <dgm:spPr/>
    </dgm:pt>
    <dgm:pt modelId="{C4801F8B-7118-4C36-AA68-4A77B1719293}" type="pres">
      <dgm:prSet presAssocID="{FCFE7963-2A02-4E6F-80B7-FEF2362C9EA5}" presName="sibTrans" presStyleLbl="sibTrans1D1" presStyleIdx="5" presStyleCnt="24"/>
      <dgm:spPr/>
    </dgm:pt>
    <dgm:pt modelId="{71D51C36-799A-45B7-973F-7DEA1A755640}" type="pres">
      <dgm:prSet presAssocID="{FCFE7963-2A02-4E6F-80B7-FEF2362C9EA5}" presName="connectorText" presStyleLbl="sibTrans1D1" presStyleIdx="5" presStyleCnt="24"/>
      <dgm:spPr/>
    </dgm:pt>
    <dgm:pt modelId="{EABEA0B8-2B9B-4A10-ABB2-57FDCB3FF334}" type="pres">
      <dgm:prSet presAssocID="{75ECE246-70C6-4CD3-BC18-08E62CAFDFD7}" presName="node" presStyleLbl="node1" presStyleIdx="6" presStyleCnt="25">
        <dgm:presLayoutVars>
          <dgm:bulletEnabled val="1"/>
        </dgm:presLayoutVars>
      </dgm:prSet>
      <dgm:spPr/>
    </dgm:pt>
    <dgm:pt modelId="{7C0DE92C-E935-4CEC-88E2-21CE4D5AE522}" type="pres">
      <dgm:prSet presAssocID="{366D6713-D4AD-499C-B2CB-72E6606E7962}" presName="sibTrans" presStyleLbl="sibTrans1D1" presStyleIdx="6" presStyleCnt="24"/>
      <dgm:spPr/>
    </dgm:pt>
    <dgm:pt modelId="{05161867-3576-4AAE-9086-B2939D4835F3}" type="pres">
      <dgm:prSet presAssocID="{366D6713-D4AD-499C-B2CB-72E6606E7962}" presName="connectorText" presStyleLbl="sibTrans1D1" presStyleIdx="6" presStyleCnt="24"/>
      <dgm:spPr/>
    </dgm:pt>
    <dgm:pt modelId="{F970C794-8807-456E-8F88-86ACD62E7924}" type="pres">
      <dgm:prSet presAssocID="{D8FCB037-85AD-4A99-BD34-ED7F0AB3069A}" presName="node" presStyleLbl="node1" presStyleIdx="7" presStyleCnt="25">
        <dgm:presLayoutVars>
          <dgm:bulletEnabled val="1"/>
        </dgm:presLayoutVars>
      </dgm:prSet>
      <dgm:spPr/>
    </dgm:pt>
    <dgm:pt modelId="{E0966B59-6A86-4ADB-9484-057987E41F0B}" type="pres">
      <dgm:prSet presAssocID="{EA41AB61-7C8E-43D7-855D-ED446E447E01}" presName="sibTrans" presStyleLbl="sibTrans1D1" presStyleIdx="7" presStyleCnt="24"/>
      <dgm:spPr/>
    </dgm:pt>
    <dgm:pt modelId="{4485B7DA-8597-4E4E-AD76-694F60DA9796}" type="pres">
      <dgm:prSet presAssocID="{EA41AB61-7C8E-43D7-855D-ED446E447E01}" presName="connectorText" presStyleLbl="sibTrans1D1" presStyleIdx="7" presStyleCnt="24"/>
      <dgm:spPr/>
    </dgm:pt>
    <dgm:pt modelId="{ACE6105B-DCE6-4D5D-B116-CA10D6CB0010}" type="pres">
      <dgm:prSet presAssocID="{307249E4-2B71-4C2A-A41E-EEDC7B362EF7}" presName="node" presStyleLbl="node1" presStyleIdx="8" presStyleCnt="25">
        <dgm:presLayoutVars>
          <dgm:bulletEnabled val="1"/>
        </dgm:presLayoutVars>
      </dgm:prSet>
      <dgm:spPr/>
    </dgm:pt>
    <dgm:pt modelId="{B7937917-E2C2-4DAC-9E6E-EF2910405430}" type="pres">
      <dgm:prSet presAssocID="{A32FFAAC-43EB-4CB4-98FA-26F260C4CF15}" presName="sibTrans" presStyleLbl="sibTrans1D1" presStyleIdx="8" presStyleCnt="24"/>
      <dgm:spPr/>
    </dgm:pt>
    <dgm:pt modelId="{213830D3-F6BA-4C03-884E-C0A91C607658}" type="pres">
      <dgm:prSet presAssocID="{A32FFAAC-43EB-4CB4-98FA-26F260C4CF15}" presName="connectorText" presStyleLbl="sibTrans1D1" presStyleIdx="8" presStyleCnt="24"/>
      <dgm:spPr/>
    </dgm:pt>
    <dgm:pt modelId="{6C4DF16E-2CBD-4D5A-B874-465AFAC22012}" type="pres">
      <dgm:prSet presAssocID="{45DA7C91-BB19-48DB-B1F8-B20EC1CE1C34}" presName="node" presStyleLbl="node1" presStyleIdx="9" presStyleCnt="25">
        <dgm:presLayoutVars>
          <dgm:bulletEnabled val="1"/>
        </dgm:presLayoutVars>
      </dgm:prSet>
      <dgm:spPr/>
    </dgm:pt>
    <dgm:pt modelId="{EFBAC568-ADCE-43E8-9A89-F1FC6E69A321}" type="pres">
      <dgm:prSet presAssocID="{83219726-9EF6-4227-96C5-0CC0AC0B5CC2}" presName="sibTrans" presStyleLbl="sibTrans1D1" presStyleIdx="9" presStyleCnt="24"/>
      <dgm:spPr/>
    </dgm:pt>
    <dgm:pt modelId="{CB644C92-66A7-4875-9EE4-E433754F88F5}" type="pres">
      <dgm:prSet presAssocID="{83219726-9EF6-4227-96C5-0CC0AC0B5CC2}" presName="connectorText" presStyleLbl="sibTrans1D1" presStyleIdx="9" presStyleCnt="24"/>
      <dgm:spPr/>
    </dgm:pt>
    <dgm:pt modelId="{67396D75-195E-4120-B818-04B7BF277F35}" type="pres">
      <dgm:prSet presAssocID="{2EBC1D4E-8527-4903-BF7C-615C0D7C26BF}" presName="node" presStyleLbl="node1" presStyleIdx="10" presStyleCnt="25">
        <dgm:presLayoutVars>
          <dgm:bulletEnabled val="1"/>
        </dgm:presLayoutVars>
      </dgm:prSet>
      <dgm:spPr/>
    </dgm:pt>
    <dgm:pt modelId="{D793B28C-BD87-4D52-91C8-A5C277580CCC}" type="pres">
      <dgm:prSet presAssocID="{B47F9B50-C40C-47B3-AD34-0C2310931D9D}" presName="sibTrans" presStyleLbl="sibTrans1D1" presStyleIdx="10" presStyleCnt="24"/>
      <dgm:spPr/>
    </dgm:pt>
    <dgm:pt modelId="{41F58E67-389D-49EB-B62C-3C89505F965B}" type="pres">
      <dgm:prSet presAssocID="{B47F9B50-C40C-47B3-AD34-0C2310931D9D}" presName="connectorText" presStyleLbl="sibTrans1D1" presStyleIdx="10" presStyleCnt="24"/>
      <dgm:spPr/>
    </dgm:pt>
    <dgm:pt modelId="{D7944AFC-31A8-408E-9AF8-43BB519F3E56}" type="pres">
      <dgm:prSet presAssocID="{862ED705-B9D0-42E6-91D9-A8BDB83AE7BD}" presName="node" presStyleLbl="node1" presStyleIdx="11" presStyleCnt="25">
        <dgm:presLayoutVars>
          <dgm:bulletEnabled val="1"/>
        </dgm:presLayoutVars>
      </dgm:prSet>
      <dgm:spPr/>
    </dgm:pt>
    <dgm:pt modelId="{0ACCD7D2-7661-4669-B721-B2BBE94DE01C}" type="pres">
      <dgm:prSet presAssocID="{B0AC0F1F-EE2B-4F0A-BF8B-2F30B3C4A159}" presName="sibTrans" presStyleLbl="sibTrans1D1" presStyleIdx="11" presStyleCnt="24"/>
      <dgm:spPr/>
    </dgm:pt>
    <dgm:pt modelId="{E106BC45-76BF-47CD-8D8D-5C897E6501B4}" type="pres">
      <dgm:prSet presAssocID="{B0AC0F1F-EE2B-4F0A-BF8B-2F30B3C4A159}" presName="connectorText" presStyleLbl="sibTrans1D1" presStyleIdx="11" presStyleCnt="24"/>
      <dgm:spPr/>
    </dgm:pt>
    <dgm:pt modelId="{1164B87A-C5B3-4A84-BD6B-E1CF4492F41A}" type="pres">
      <dgm:prSet presAssocID="{8AF54FC0-38D5-49AF-9761-D3E28DCF90A3}" presName="node" presStyleLbl="node1" presStyleIdx="12" presStyleCnt="25">
        <dgm:presLayoutVars>
          <dgm:bulletEnabled val="1"/>
        </dgm:presLayoutVars>
      </dgm:prSet>
      <dgm:spPr/>
    </dgm:pt>
    <dgm:pt modelId="{98B7676C-1FBD-48A2-93D7-7F786B8F2DE5}" type="pres">
      <dgm:prSet presAssocID="{E6B6405C-08F8-4051-820E-E700CD04E8DC}" presName="sibTrans" presStyleLbl="sibTrans1D1" presStyleIdx="12" presStyleCnt="24"/>
      <dgm:spPr/>
    </dgm:pt>
    <dgm:pt modelId="{5B9B8E74-0229-4D1B-9581-0913B6F1A5A2}" type="pres">
      <dgm:prSet presAssocID="{E6B6405C-08F8-4051-820E-E700CD04E8DC}" presName="connectorText" presStyleLbl="sibTrans1D1" presStyleIdx="12" presStyleCnt="24"/>
      <dgm:spPr/>
    </dgm:pt>
    <dgm:pt modelId="{EDD54739-C0E3-42E0-8F65-0F08D05454D4}" type="pres">
      <dgm:prSet presAssocID="{28B0F65B-8B83-4F33-8256-A683EC7A6753}" presName="node" presStyleLbl="node1" presStyleIdx="13" presStyleCnt="25">
        <dgm:presLayoutVars>
          <dgm:bulletEnabled val="1"/>
        </dgm:presLayoutVars>
      </dgm:prSet>
      <dgm:spPr/>
    </dgm:pt>
    <dgm:pt modelId="{9AEFBACC-7EC5-43F0-A6A7-7E492D4156A7}" type="pres">
      <dgm:prSet presAssocID="{B42C1FD1-00A1-4C0D-8520-39C0CA18FABC}" presName="sibTrans" presStyleLbl="sibTrans1D1" presStyleIdx="13" presStyleCnt="24"/>
      <dgm:spPr/>
    </dgm:pt>
    <dgm:pt modelId="{88440F7D-EBE9-461B-B06E-E0FB698B29F8}" type="pres">
      <dgm:prSet presAssocID="{B42C1FD1-00A1-4C0D-8520-39C0CA18FABC}" presName="connectorText" presStyleLbl="sibTrans1D1" presStyleIdx="13" presStyleCnt="24"/>
      <dgm:spPr/>
    </dgm:pt>
    <dgm:pt modelId="{A7F88C6F-9954-4E69-B349-E6DF3FFA1BB6}" type="pres">
      <dgm:prSet presAssocID="{E5A2DE50-A0AB-4086-9774-32302ADCD8E9}" presName="node" presStyleLbl="node1" presStyleIdx="14" presStyleCnt="25">
        <dgm:presLayoutVars>
          <dgm:bulletEnabled val="1"/>
        </dgm:presLayoutVars>
      </dgm:prSet>
      <dgm:spPr/>
    </dgm:pt>
    <dgm:pt modelId="{6F3B77BC-EF99-4873-A304-888CA20D034D}" type="pres">
      <dgm:prSet presAssocID="{6C081BD8-67D1-4C0B-97B2-E26EE989ED50}" presName="sibTrans" presStyleLbl="sibTrans1D1" presStyleIdx="14" presStyleCnt="24"/>
      <dgm:spPr/>
    </dgm:pt>
    <dgm:pt modelId="{7D3C020C-6704-4A57-9C42-8B4821C51ABA}" type="pres">
      <dgm:prSet presAssocID="{6C081BD8-67D1-4C0B-97B2-E26EE989ED50}" presName="connectorText" presStyleLbl="sibTrans1D1" presStyleIdx="14" presStyleCnt="24"/>
      <dgm:spPr/>
    </dgm:pt>
    <dgm:pt modelId="{D331805B-51B0-4DBD-B2C8-587B52DB4E82}" type="pres">
      <dgm:prSet presAssocID="{D1BF60C4-E2C7-485D-B7A4-9C39E60EA4B7}" presName="node" presStyleLbl="node1" presStyleIdx="15" presStyleCnt="25">
        <dgm:presLayoutVars>
          <dgm:bulletEnabled val="1"/>
        </dgm:presLayoutVars>
      </dgm:prSet>
      <dgm:spPr/>
    </dgm:pt>
    <dgm:pt modelId="{1CFC0447-C25F-431A-91E6-6C9AB29439F0}" type="pres">
      <dgm:prSet presAssocID="{6EB17AA4-8442-418B-8831-A7718C627037}" presName="sibTrans" presStyleLbl="sibTrans1D1" presStyleIdx="15" presStyleCnt="24"/>
      <dgm:spPr/>
    </dgm:pt>
    <dgm:pt modelId="{27BF79FC-4242-48E0-A461-5D2DE41F4610}" type="pres">
      <dgm:prSet presAssocID="{6EB17AA4-8442-418B-8831-A7718C627037}" presName="connectorText" presStyleLbl="sibTrans1D1" presStyleIdx="15" presStyleCnt="24"/>
      <dgm:spPr/>
    </dgm:pt>
    <dgm:pt modelId="{89EF7CEE-3076-42D7-A71D-D7A726270976}" type="pres">
      <dgm:prSet presAssocID="{F414D6AE-8255-45DD-8143-71E826DF230A}" presName="node" presStyleLbl="node1" presStyleIdx="16" presStyleCnt="25">
        <dgm:presLayoutVars>
          <dgm:bulletEnabled val="1"/>
        </dgm:presLayoutVars>
      </dgm:prSet>
      <dgm:spPr/>
    </dgm:pt>
    <dgm:pt modelId="{4B9F02B6-5251-4FF8-8777-E7F53CCE32A2}" type="pres">
      <dgm:prSet presAssocID="{4AE95A1B-E019-4FF6-9E8C-51B66DDF3171}" presName="sibTrans" presStyleLbl="sibTrans1D1" presStyleIdx="16" presStyleCnt="24"/>
      <dgm:spPr/>
    </dgm:pt>
    <dgm:pt modelId="{71B3D830-99B4-4BD6-B33B-D5E10A740518}" type="pres">
      <dgm:prSet presAssocID="{4AE95A1B-E019-4FF6-9E8C-51B66DDF3171}" presName="connectorText" presStyleLbl="sibTrans1D1" presStyleIdx="16" presStyleCnt="24"/>
      <dgm:spPr/>
    </dgm:pt>
    <dgm:pt modelId="{29F437AC-2F04-48AC-82E7-00CA2C74C88F}" type="pres">
      <dgm:prSet presAssocID="{0B71D7CF-554F-49DD-8C53-8C535C61C523}" presName="node" presStyleLbl="node1" presStyleIdx="17" presStyleCnt="25">
        <dgm:presLayoutVars>
          <dgm:bulletEnabled val="1"/>
        </dgm:presLayoutVars>
      </dgm:prSet>
      <dgm:spPr/>
    </dgm:pt>
    <dgm:pt modelId="{31AE126D-423E-4690-937C-377AFA78F829}" type="pres">
      <dgm:prSet presAssocID="{8F89E17F-71A3-4C94-B30A-7CFD2B7E3BE4}" presName="sibTrans" presStyleLbl="sibTrans1D1" presStyleIdx="17" presStyleCnt="24"/>
      <dgm:spPr/>
    </dgm:pt>
    <dgm:pt modelId="{8787923A-46A0-42C7-9EAB-B4BA95D6A929}" type="pres">
      <dgm:prSet presAssocID="{8F89E17F-71A3-4C94-B30A-7CFD2B7E3BE4}" presName="connectorText" presStyleLbl="sibTrans1D1" presStyleIdx="17" presStyleCnt="24"/>
      <dgm:spPr/>
    </dgm:pt>
    <dgm:pt modelId="{760BC7C9-87D3-49B8-AABE-3A57C66ABB75}" type="pres">
      <dgm:prSet presAssocID="{019FE5E8-E8AB-48EB-9851-E4E7F7349B1E}" presName="node" presStyleLbl="node1" presStyleIdx="18" presStyleCnt="25">
        <dgm:presLayoutVars>
          <dgm:bulletEnabled val="1"/>
        </dgm:presLayoutVars>
      </dgm:prSet>
      <dgm:spPr/>
    </dgm:pt>
    <dgm:pt modelId="{97E23D4E-7CF5-486B-998D-AA17190CCC33}" type="pres">
      <dgm:prSet presAssocID="{76C75089-2501-48F4-B2C5-96DFCC5B8D19}" presName="sibTrans" presStyleLbl="sibTrans1D1" presStyleIdx="18" presStyleCnt="24"/>
      <dgm:spPr/>
    </dgm:pt>
    <dgm:pt modelId="{ECAB4DE7-5C31-415F-98D4-0EE3AAB919A1}" type="pres">
      <dgm:prSet presAssocID="{76C75089-2501-48F4-B2C5-96DFCC5B8D19}" presName="connectorText" presStyleLbl="sibTrans1D1" presStyleIdx="18" presStyleCnt="24"/>
      <dgm:spPr/>
    </dgm:pt>
    <dgm:pt modelId="{03F76791-025F-41C4-84DE-EE722281E04A}" type="pres">
      <dgm:prSet presAssocID="{00725F79-ACAC-4F62-905C-DEEC24E7AD84}" presName="node" presStyleLbl="node1" presStyleIdx="19" presStyleCnt="25">
        <dgm:presLayoutVars>
          <dgm:bulletEnabled val="1"/>
        </dgm:presLayoutVars>
      </dgm:prSet>
      <dgm:spPr/>
    </dgm:pt>
    <dgm:pt modelId="{E49210D4-4799-4D6B-AADF-A25E7E2C1FA4}" type="pres">
      <dgm:prSet presAssocID="{71EA9873-D510-467F-B818-D8D961338D93}" presName="sibTrans" presStyleLbl="sibTrans1D1" presStyleIdx="19" presStyleCnt="24"/>
      <dgm:spPr/>
    </dgm:pt>
    <dgm:pt modelId="{BC95AA78-90CA-42D9-8530-9985A919DFF4}" type="pres">
      <dgm:prSet presAssocID="{71EA9873-D510-467F-B818-D8D961338D93}" presName="connectorText" presStyleLbl="sibTrans1D1" presStyleIdx="19" presStyleCnt="24"/>
      <dgm:spPr/>
    </dgm:pt>
    <dgm:pt modelId="{B1323D6A-9328-4BAB-9FCA-E496CB9CD24E}" type="pres">
      <dgm:prSet presAssocID="{580FB2AD-1E8D-437F-A5C1-71EDBAED1DB1}" presName="node" presStyleLbl="node1" presStyleIdx="20" presStyleCnt="25">
        <dgm:presLayoutVars>
          <dgm:bulletEnabled val="1"/>
        </dgm:presLayoutVars>
      </dgm:prSet>
      <dgm:spPr/>
    </dgm:pt>
    <dgm:pt modelId="{24828FA6-4EF7-4A3F-B7D9-F4CA2E0EF793}" type="pres">
      <dgm:prSet presAssocID="{6B506CE1-341C-47FE-AF30-844894F3B37C}" presName="sibTrans" presStyleLbl="sibTrans1D1" presStyleIdx="20" presStyleCnt="24"/>
      <dgm:spPr/>
    </dgm:pt>
    <dgm:pt modelId="{DE6EB1CF-167C-46ED-B5D5-D434B17190F8}" type="pres">
      <dgm:prSet presAssocID="{6B506CE1-341C-47FE-AF30-844894F3B37C}" presName="connectorText" presStyleLbl="sibTrans1D1" presStyleIdx="20" presStyleCnt="24"/>
      <dgm:spPr/>
    </dgm:pt>
    <dgm:pt modelId="{F30A754B-4010-468D-B8EC-9498AD852E74}" type="pres">
      <dgm:prSet presAssocID="{6C4830C3-74FD-4776-9090-B58F13FC3D54}" presName="node" presStyleLbl="node1" presStyleIdx="21" presStyleCnt="25">
        <dgm:presLayoutVars>
          <dgm:bulletEnabled val="1"/>
        </dgm:presLayoutVars>
      </dgm:prSet>
      <dgm:spPr/>
    </dgm:pt>
    <dgm:pt modelId="{2F39EFFC-2399-4B3C-B55E-27C36B9950B0}" type="pres">
      <dgm:prSet presAssocID="{61B5728C-78C7-42C7-8A3D-B92A4D974ED8}" presName="sibTrans" presStyleLbl="sibTrans1D1" presStyleIdx="21" presStyleCnt="24"/>
      <dgm:spPr/>
    </dgm:pt>
    <dgm:pt modelId="{F198D926-9A5E-4CF5-A350-48A46763760C}" type="pres">
      <dgm:prSet presAssocID="{61B5728C-78C7-42C7-8A3D-B92A4D974ED8}" presName="connectorText" presStyleLbl="sibTrans1D1" presStyleIdx="21" presStyleCnt="24"/>
      <dgm:spPr/>
    </dgm:pt>
    <dgm:pt modelId="{6F828FE9-0318-4866-B5CC-75BF2831E42E}" type="pres">
      <dgm:prSet presAssocID="{2D0D948D-4E3D-4648-AF10-32A7513DA5AA}" presName="node" presStyleLbl="node1" presStyleIdx="22" presStyleCnt="25">
        <dgm:presLayoutVars>
          <dgm:bulletEnabled val="1"/>
        </dgm:presLayoutVars>
      </dgm:prSet>
      <dgm:spPr/>
    </dgm:pt>
    <dgm:pt modelId="{1A203CA3-EC85-448A-A47A-9B100B7527D2}" type="pres">
      <dgm:prSet presAssocID="{1A4BC235-A0CE-49BD-B4A2-977C0EF067C8}" presName="sibTrans" presStyleLbl="sibTrans1D1" presStyleIdx="22" presStyleCnt="24"/>
      <dgm:spPr/>
    </dgm:pt>
    <dgm:pt modelId="{4D9954FB-9F8D-4959-B1C7-339A2D28C69F}" type="pres">
      <dgm:prSet presAssocID="{1A4BC235-A0CE-49BD-B4A2-977C0EF067C8}" presName="connectorText" presStyleLbl="sibTrans1D1" presStyleIdx="22" presStyleCnt="24"/>
      <dgm:spPr/>
    </dgm:pt>
    <dgm:pt modelId="{B726E35F-D26A-4093-91C3-37E4435DEE82}" type="pres">
      <dgm:prSet presAssocID="{82C05D06-630E-4328-BA1C-42E31B4389B6}" presName="node" presStyleLbl="node1" presStyleIdx="23" presStyleCnt="25">
        <dgm:presLayoutVars>
          <dgm:bulletEnabled val="1"/>
        </dgm:presLayoutVars>
      </dgm:prSet>
      <dgm:spPr/>
    </dgm:pt>
    <dgm:pt modelId="{97ECC858-EC1A-4C0F-9CD4-D56A4D3DF2A5}" type="pres">
      <dgm:prSet presAssocID="{F7689A9B-894A-4932-9E8A-EB97AFD225FE}" presName="sibTrans" presStyleLbl="sibTrans1D1" presStyleIdx="23" presStyleCnt="24"/>
      <dgm:spPr/>
    </dgm:pt>
    <dgm:pt modelId="{3D91D31B-1B64-4B82-ACFA-7426ED18E70A}" type="pres">
      <dgm:prSet presAssocID="{F7689A9B-894A-4932-9E8A-EB97AFD225FE}" presName="connectorText" presStyleLbl="sibTrans1D1" presStyleIdx="23" presStyleCnt="24"/>
      <dgm:spPr/>
    </dgm:pt>
    <dgm:pt modelId="{C2A3F4F0-117C-48DE-9A4E-D1BCD18DE6CE}" type="pres">
      <dgm:prSet presAssocID="{7DEB760F-702C-49F8-9ADD-191F187C2323}" presName="node" presStyleLbl="node1" presStyleIdx="24" presStyleCnt="25">
        <dgm:presLayoutVars>
          <dgm:bulletEnabled val="1"/>
        </dgm:presLayoutVars>
      </dgm:prSet>
      <dgm:spPr/>
    </dgm:pt>
  </dgm:ptLst>
  <dgm:cxnLst>
    <dgm:cxn modelId="{B2707D02-1C36-44D7-B0BC-B91ABBACDFC7}" type="presOf" srcId="{B0AC0F1F-EE2B-4F0A-BF8B-2F30B3C4A159}" destId="{E106BC45-76BF-47CD-8D8D-5C897E6501B4}" srcOrd="1" destOrd="0" presId="urn:microsoft.com/office/officeart/2016/7/layout/RepeatingBendingProcessNew"/>
    <dgm:cxn modelId="{3611E602-3F64-4918-951A-419F15D07845}" type="presOf" srcId="{E6B6405C-08F8-4051-820E-E700CD04E8DC}" destId="{5B9B8E74-0229-4D1B-9581-0913B6F1A5A2}" srcOrd="1" destOrd="0" presId="urn:microsoft.com/office/officeart/2016/7/layout/RepeatingBendingProcessNew"/>
    <dgm:cxn modelId="{65A63506-1B11-4A77-B2E3-65A7ACFBFCCE}" type="presOf" srcId="{54FBEB1A-6D96-4D14-90FA-62921E93B553}" destId="{7FAC8D11-EDA2-4B4A-9D9A-1CF1423BB9F9}" srcOrd="0" destOrd="0" presId="urn:microsoft.com/office/officeart/2016/7/layout/RepeatingBendingProcessNew"/>
    <dgm:cxn modelId="{043E7108-CEDD-4E8C-A057-E3108FE7BF13}" type="presOf" srcId="{82C05D06-630E-4328-BA1C-42E31B4389B6}" destId="{B726E35F-D26A-4093-91C3-37E4435DEE82}" srcOrd="0" destOrd="0" presId="urn:microsoft.com/office/officeart/2016/7/layout/RepeatingBendingProcessNew"/>
    <dgm:cxn modelId="{C01C800A-1E40-4C8D-AC80-E4E692F77589}" type="presOf" srcId="{307249E4-2B71-4C2A-A41E-EEDC7B362EF7}" destId="{ACE6105B-DCE6-4D5D-B116-CA10D6CB0010}" srcOrd="0" destOrd="0" presId="urn:microsoft.com/office/officeart/2016/7/layout/RepeatingBendingProcessNew"/>
    <dgm:cxn modelId="{E3CFC00C-435C-43A9-BC76-3B75632ECCBA}" type="presOf" srcId="{4AE95A1B-E019-4FF6-9E8C-51B66DDF3171}" destId="{71B3D830-99B4-4BD6-B33B-D5E10A740518}" srcOrd="1" destOrd="0" presId="urn:microsoft.com/office/officeart/2016/7/layout/RepeatingBendingProcessNew"/>
    <dgm:cxn modelId="{39056E0E-542D-4FDB-A77F-962CFBC1F58A}" type="presOf" srcId="{862ED705-B9D0-42E6-91D9-A8BDB83AE7BD}" destId="{D7944AFC-31A8-408E-9AF8-43BB519F3E56}" srcOrd="0" destOrd="0" presId="urn:microsoft.com/office/officeart/2016/7/layout/RepeatingBendingProcessNew"/>
    <dgm:cxn modelId="{97483E0F-1E9B-4D4E-9162-1DFB423A1003}" srcId="{7611AE8B-09EB-4C5E-A1E6-1004EDD39878}" destId="{45DA7C91-BB19-48DB-B1F8-B20EC1CE1C34}" srcOrd="9" destOrd="0" parTransId="{5D0A36D6-B4CB-4ECA-9130-687867CD5401}" sibTransId="{83219726-9EF6-4227-96C5-0CC0AC0B5CC2}"/>
    <dgm:cxn modelId="{2F17C00F-F61D-43DE-9EE3-5C3F43070763}" type="presOf" srcId="{EA41AB61-7C8E-43D7-855D-ED446E447E01}" destId="{E0966B59-6A86-4ADB-9484-057987E41F0B}" srcOrd="0" destOrd="0" presId="urn:microsoft.com/office/officeart/2016/7/layout/RepeatingBendingProcessNew"/>
    <dgm:cxn modelId="{6127B912-A685-4678-91EA-7A1AF87AA4C4}" type="presOf" srcId="{29F4C407-42CE-4644-A32D-C82138CF53D1}" destId="{40E3A341-8AF3-4FC0-A985-27AC6059C0F4}" srcOrd="0" destOrd="0" presId="urn:microsoft.com/office/officeart/2016/7/layout/RepeatingBendingProcessNew"/>
    <dgm:cxn modelId="{2647F714-235E-4D77-80E3-D4D9AEE9D55A}" srcId="{7611AE8B-09EB-4C5E-A1E6-1004EDD39878}" destId="{29F4C407-42CE-4644-A32D-C82138CF53D1}" srcOrd="2" destOrd="0" parTransId="{5ACE221E-B499-48CD-8B7E-77E2251B25A5}" sibTransId="{54FBEB1A-6D96-4D14-90FA-62921E93B553}"/>
    <dgm:cxn modelId="{DB432416-E78F-45B9-AC8B-2F8B7442CBA4}" type="presOf" srcId="{45DA7C91-BB19-48DB-B1F8-B20EC1CE1C34}" destId="{6C4DF16E-2CBD-4D5A-B874-465AFAC22012}" srcOrd="0" destOrd="0" presId="urn:microsoft.com/office/officeart/2016/7/layout/RepeatingBendingProcessNew"/>
    <dgm:cxn modelId="{ECEA6618-F1BD-4A5B-BC6E-C481CD8A9DC2}" srcId="{7611AE8B-09EB-4C5E-A1E6-1004EDD39878}" destId="{D1BF60C4-E2C7-485D-B7A4-9C39E60EA4B7}" srcOrd="15" destOrd="0" parTransId="{AA963688-6DC3-4223-88E9-A8AF80E416D7}" sibTransId="{6EB17AA4-8442-418B-8831-A7718C627037}"/>
    <dgm:cxn modelId="{74B85219-98B4-4DD8-A426-0ECF22B52479}" type="presOf" srcId="{A32FFAAC-43EB-4CB4-98FA-26F260C4CF15}" destId="{213830D3-F6BA-4C03-884E-C0A91C607658}" srcOrd="1" destOrd="0" presId="urn:microsoft.com/office/officeart/2016/7/layout/RepeatingBendingProcessNew"/>
    <dgm:cxn modelId="{37D3841E-F256-417C-AD5A-E6523248A0A9}" type="presOf" srcId="{E5A2DE50-A0AB-4086-9774-32302ADCD8E9}" destId="{A7F88C6F-9954-4E69-B349-E6DF3FFA1BB6}" srcOrd="0" destOrd="0" presId="urn:microsoft.com/office/officeart/2016/7/layout/RepeatingBendingProcessNew"/>
    <dgm:cxn modelId="{EFDCE51F-BA76-4931-BC27-10EE111E7F6D}" type="presOf" srcId="{28B0F65B-8B83-4F33-8256-A683EC7A6753}" destId="{EDD54739-C0E3-42E0-8F65-0F08D05454D4}" srcOrd="0" destOrd="0" presId="urn:microsoft.com/office/officeart/2016/7/layout/RepeatingBendingProcessNew"/>
    <dgm:cxn modelId="{EA6FA820-92E8-4FB1-84F6-CB9B6770750A}" type="presOf" srcId="{366D6713-D4AD-499C-B2CB-72E6606E7962}" destId="{7C0DE92C-E935-4CEC-88E2-21CE4D5AE522}" srcOrd="0" destOrd="0" presId="urn:microsoft.com/office/officeart/2016/7/layout/RepeatingBendingProcessNew"/>
    <dgm:cxn modelId="{592E1F26-B465-458F-87D2-52414BB4FA14}" type="presOf" srcId="{E6A256DE-C2D1-4DEF-B564-535508131E33}" destId="{39D7DAE9-9EAA-4008-843B-92A2A0AA538C}" srcOrd="0" destOrd="0" presId="urn:microsoft.com/office/officeart/2016/7/layout/RepeatingBendingProcessNew"/>
    <dgm:cxn modelId="{FA411629-B2F5-40FF-AC51-8901107273CE}" type="presOf" srcId="{71EA9873-D510-467F-B818-D8D961338D93}" destId="{BC95AA78-90CA-42D9-8530-9985A919DFF4}" srcOrd="1" destOrd="0" presId="urn:microsoft.com/office/officeart/2016/7/layout/RepeatingBendingProcessNew"/>
    <dgm:cxn modelId="{BCCCAC34-A622-4AA6-92D9-6CC21F10BB63}" type="presOf" srcId="{B0AC0F1F-EE2B-4F0A-BF8B-2F30B3C4A159}" destId="{0ACCD7D2-7661-4669-B721-B2BBE94DE01C}" srcOrd="0" destOrd="0" presId="urn:microsoft.com/office/officeart/2016/7/layout/RepeatingBendingProcessNew"/>
    <dgm:cxn modelId="{97692C39-9DE8-4E4E-8443-3E029170135E}" srcId="{7611AE8B-09EB-4C5E-A1E6-1004EDD39878}" destId="{75ECE246-70C6-4CD3-BC18-08E62CAFDFD7}" srcOrd="6" destOrd="0" parTransId="{3E6139FE-12E5-474B-BF7C-8B7E2AC8338B}" sibTransId="{366D6713-D4AD-499C-B2CB-72E6606E7962}"/>
    <dgm:cxn modelId="{1DF03639-7416-4975-9BCC-0480A9073808}" type="presOf" srcId="{76C75089-2501-48F4-B2C5-96DFCC5B8D19}" destId="{97E23D4E-7CF5-486B-998D-AA17190CCC33}" srcOrd="0" destOrd="0" presId="urn:microsoft.com/office/officeart/2016/7/layout/RepeatingBendingProcessNew"/>
    <dgm:cxn modelId="{84EC845D-EF82-4CB1-9104-A8D1CD035F5A}" type="presOf" srcId="{EDD1CAAB-AF3A-45DD-8CCA-5D1C5F927673}" destId="{6E2E31A5-7AAD-46EA-A47C-2BDCFFFBE961}" srcOrd="0" destOrd="0" presId="urn:microsoft.com/office/officeart/2016/7/layout/RepeatingBendingProcessNew"/>
    <dgm:cxn modelId="{11830B5E-1466-4E2B-ADE3-7ED7E17612C5}" type="presOf" srcId="{6C4830C3-74FD-4776-9090-B58F13FC3D54}" destId="{F30A754B-4010-468D-B8EC-9498AD852E74}" srcOrd="0" destOrd="0" presId="urn:microsoft.com/office/officeart/2016/7/layout/RepeatingBendingProcessNew"/>
    <dgm:cxn modelId="{017BA944-5CE4-4225-81B7-05A9BCDF6787}" srcId="{7611AE8B-09EB-4C5E-A1E6-1004EDD39878}" destId="{E6A256DE-C2D1-4DEF-B564-535508131E33}" srcOrd="0" destOrd="0" parTransId="{0394016A-CA3B-4BA2-B7D8-76A4C6B9BBCB}" sibTransId="{10BA7391-0E48-4ED3-B907-DD7DB2043306}"/>
    <dgm:cxn modelId="{E9E51248-21EF-4CB6-AC7B-AC4848DD924F}" srcId="{7611AE8B-09EB-4C5E-A1E6-1004EDD39878}" destId="{00725F79-ACAC-4F62-905C-DEEC24E7AD84}" srcOrd="19" destOrd="0" parTransId="{D6B12C03-2489-4889-952C-04A4BB80A9D6}" sibTransId="{71EA9873-D510-467F-B818-D8D961338D93}"/>
    <dgm:cxn modelId="{AEBE3A48-C3A0-4542-AD9A-20A6E31F9DBF}" type="presOf" srcId="{64418497-20BA-48EC-8653-06D075BA2765}" destId="{72803728-F7A2-4909-AF8F-3726C183CC49}" srcOrd="0" destOrd="0" presId="urn:microsoft.com/office/officeart/2016/7/layout/RepeatingBendingProcessNew"/>
    <dgm:cxn modelId="{BB8CBC69-2998-471B-9996-24CAAED2071A}" type="presOf" srcId="{6EB17AA4-8442-418B-8831-A7718C627037}" destId="{1CFC0447-C25F-431A-91E6-6C9AB29439F0}" srcOrd="0" destOrd="0" presId="urn:microsoft.com/office/officeart/2016/7/layout/RepeatingBendingProcessNew"/>
    <dgm:cxn modelId="{401AE24A-AFE4-4FAA-8E7A-8977D9EBE503}" type="presOf" srcId="{F414D6AE-8255-45DD-8143-71E826DF230A}" destId="{89EF7CEE-3076-42D7-A71D-D7A726270976}" srcOrd="0" destOrd="0" presId="urn:microsoft.com/office/officeart/2016/7/layout/RepeatingBendingProcessNew"/>
    <dgm:cxn modelId="{222A9F6F-63C3-44AD-87C5-C76810FED2DB}" type="presOf" srcId="{83219726-9EF6-4227-96C5-0CC0AC0B5CC2}" destId="{EFBAC568-ADCE-43E8-9A89-F1FC6E69A321}" srcOrd="0" destOrd="0" presId="urn:microsoft.com/office/officeart/2016/7/layout/RepeatingBendingProcessNew"/>
    <dgm:cxn modelId="{5377D16F-DB05-4789-9464-816DAC0EC4C7}" srcId="{7611AE8B-09EB-4C5E-A1E6-1004EDD39878}" destId="{7DEB760F-702C-49F8-9ADD-191F187C2323}" srcOrd="24" destOrd="0" parTransId="{A152859B-5FA0-47E7-B88F-A617780D727F}" sibTransId="{A035AB55-4DC2-4DD6-AC14-ADB24F0B742E}"/>
    <dgm:cxn modelId="{47844851-682F-4503-A902-DD9D02309BF3}" srcId="{7611AE8B-09EB-4C5E-A1E6-1004EDD39878}" destId="{2D0D948D-4E3D-4648-AF10-32A7513DA5AA}" srcOrd="22" destOrd="0" parTransId="{1477435D-895E-4510-9D58-04EED6E16646}" sibTransId="{1A4BC235-A0CE-49BD-B4A2-977C0EF067C8}"/>
    <dgm:cxn modelId="{C613C971-7C63-4336-BB0A-D55495F2C975}" type="presOf" srcId="{F7689A9B-894A-4932-9E8A-EB97AFD225FE}" destId="{3D91D31B-1B64-4B82-ACFA-7426ED18E70A}" srcOrd="1" destOrd="0" presId="urn:microsoft.com/office/officeart/2016/7/layout/RepeatingBendingProcessNew"/>
    <dgm:cxn modelId="{C11D9B72-4DD8-44EA-BDFE-BAEA0071D923}" type="presOf" srcId="{1A4BC235-A0CE-49BD-B4A2-977C0EF067C8}" destId="{1A203CA3-EC85-448A-A47A-9B100B7527D2}" srcOrd="0" destOrd="0" presId="urn:microsoft.com/office/officeart/2016/7/layout/RepeatingBendingProcessNew"/>
    <dgm:cxn modelId="{A244C552-1E5B-44C4-A4DB-059CC5D59F0D}" type="presOf" srcId="{8F89E17F-71A3-4C94-B30A-7CFD2B7E3BE4}" destId="{8787923A-46A0-42C7-9EAB-B4BA95D6A929}" srcOrd="1" destOrd="0" presId="urn:microsoft.com/office/officeart/2016/7/layout/RepeatingBendingProcessNew"/>
    <dgm:cxn modelId="{35AC8053-66F4-4B03-BCE9-7606A394BFB7}" type="presOf" srcId="{61B5728C-78C7-42C7-8A3D-B92A4D974ED8}" destId="{F198D926-9A5E-4CF5-A350-48A46763760C}" srcOrd="1" destOrd="0" presId="urn:microsoft.com/office/officeart/2016/7/layout/RepeatingBendingProcessNew"/>
    <dgm:cxn modelId="{A5EBA975-79FF-4072-9309-3604A8E137B5}" srcId="{7611AE8B-09EB-4C5E-A1E6-1004EDD39878}" destId="{2EBC1D4E-8527-4903-BF7C-615C0D7C26BF}" srcOrd="10" destOrd="0" parTransId="{F1915578-ECD0-41D9-9C2E-D0DC89280A57}" sibTransId="{B47F9B50-C40C-47B3-AD34-0C2310931D9D}"/>
    <dgm:cxn modelId="{84780B77-B57B-4C50-8B1E-C948A4704A96}" srcId="{7611AE8B-09EB-4C5E-A1E6-1004EDD39878}" destId="{D8FCB037-85AD-4A99-BD34-ED7F0AB3069A}" srcOrd="7" destOrd="0" parTransId="{1E4D0DC3-9826-4F75-84DA-EFD783B8FBD6}" sibTransId="{EA41AB61-7C8E-43D7-855D-ED446E447E01}"/>
    <dgm:cxn modelId="{EFD36C57-48CB-4F74-9AAF-F31E23175B06}" type="presOf" srcId="{0CE92653-2D0A-4716-8834-1C3520CCC9E1}" destId="{76120936-E118-4821-9DFD-D4E327B4EB4C}" srcOrd="1" destOrd="0" presId="urn:microsoft.com/office/officeart/2016/7/layout/RepeatingBendingProcessNew"/>
    <dgm:cxn modelId="{770C7477-841A-4F6F-8716-ED2E04CCF5D2}" type="presOf" srcId="{54FBEB1A-6D96-4D14-90FA-62921E93B553}" destId="{7CA5FDBC-39A8-40EE-89F5-C92385504DF4}" srcOrd="1" destOrd="0" presId="urn:microsoft.com/office/officeart/2016/7/layout/RepeatingBendingProcessNew"/>
    <dgm:cxn modelId="{66738C57-B7F9-4D59-9863-CD20448509C1}" type="presOf" srcId="{1A4BC235-A0CE-49BD-B4A2-977C0EF067C8}" destId="{4D9954FB-9F8D-4959-B1C7-339A2D28C69F}" srcOrd="1" destOrd="0" presId="urn:microsoft.com/office/officeart/2016/7/layout/RepeatingBendingProcessNew"/>
    <dgm:cxn modelId="{DB33A777-CA5D-41D3-857F-AEAB621780C1}" srcId="{7611AE8B-09EB-4C5E-A1E6-1004EDD39878}" destId="{28B0F65B-8B83-4F33-8256-A683EC7A6753}" srcOrd="13" destOrd="0" parTransId="{2DCB2BFF-BA7B-430A-A4F3-FDB9343EB367}" sibTransId="{B42C1FD1-00A1-4C0D-8520-39C0CA18FABC}"/>
    <dgm:cxn modelId="{AB8C3978-9E30-4C92-A336-2978BB2A0D65}" type="presOf" srcId="{64418497-20BA-48EC-8653-06D075BA2765}" destId="{5EE4BEDA-ABF8-4C77-8528-BCDC7B7C5984}" srcOrd="1" destOrd="0" presId="urn:microsoft.com/office/officeart/2016/7/layout/RepeatingBendingProcessNew"/>
    <dgm:cxn modelId="{A9DEB959-15FE-4720-9200-9FE8A07997CB}" type="presOf" srcId="{FCFE7963-2A02-4E6F-80B7-FEF2362C9EA5}" destId="{C4801F8B-7118-4C36-AA68-4A77B1719293}" srcOrd="0" destOrd="0" presId="urn:microsoft.com/office/officeart/2016/7/layout/RepeatingBendingProcessNew"/>
    <dgm:cxn modelId="{1FAC8F5A-A0E6-4087-AB58-6F3650DC0017}" type="presOf" srcId="{B47F9B50-C40C-47B3-AD34-0C2310931D9D}" destId="{D793B28C-BD87-4D52-91C8-A5C277580CCC}" srcOrd="0" destOrd="0" presId="urn:microsoft.com/office/officeart/2016/7/layout/RepeatingBendingProcessNew"/>
    <dgm:cxn modelId="{561A9A7A-FBFB-4F55-AFF2-427EDD62FF96}" type="presOf" srcId="{6EB17AA4-8442-418B-8831-A7718C627037}" destId="{27BF79FC-4242-48E0-A461-5D2DE41F4610}" srcOrd="1" destOrd="0" presId="urn:microsoft.com/office/officeart/2016/7/layout/RepeatingBendingProcessNew"/>
    <dgm:cxn modelId="{29BBA280-3268-407F-A3B2-7606CA7C0BC2}" type="presOf" srcId="{83219726-9EF6-4227-96C5-0CC0AC0B5CC2}" destId="{CB644C92-66A7-4875-9EE4-E433754F88F5}" srcOrd="1" destOrd="0" presId="urn:microsoft.com/office/officeart/2016/7/layout/RepeatingBendingProcessNew"/>
    <dgm:cxn modelId="{4329BB82-9E85-481E-A2DF-B30D7ECD0BC3}" type="presOf" srcId="{D1BF60C4-E2C7-485D-B7A4-9C39E60EA4B7}" destId="{D331805B-51B0-4DBD-B2C8-587B52DB4E82}" srcOrd="0" destOrd="0" presId="urn:microsoft.com/office/officeart/2016/7/layout/RepeatingBendingProcessNew"/>
    <dgm:cxn modelId="{25C2C183-FD0E-4BA8-B9ED-7B90D9254827}" srcId="{7611AE8B-09EB-4C5E-A1E6-1004EDD39878}" destId="{F414D6AE-8255-45DD-8143-71E826DF230A}" srcOrd="16" destOrd="0" parTransId="{5E5046DD-7A06-43F3-868C-3E9B8C8EF803}" sibTransId="{4AE95A1B-E019-4FF6-9E8C-51B66DDF3171}"/>
    <dgm:cxn modelId="{0DC92F85-FC20-4E35-86E1-A15478DDE9AD}" type="presOf" srcId="{7DEB760F-702C-49F8-9ADD-191F187C2323}" destId="{C2A3F4F0-117C-48DE-9A4E-D1BCD18DE6CE}" srcOrd="0" destOrd="0" presId="urn:microsoft.com/office/officeart/2016/7/layout/RepeatingBendingProcessNew"/>
    <dgm:cxn modelId="{172F9C87-B00B-4F43-A6F9-9493C3EA605C}" srcId="{7611AE8B-09EB-4C5E-A1E6-1004EDD39878}" destId="{580FB2AD-1E8D-437F-A5C1-71EDBAED1DB1}" srcOrd="20" destOrd="0" parTransId="{FA070F3F-4591-4BB4-AD72-53E8980B9BEE}" sibTransId="{6B506CE1-341C-47FE-AF30-844894F3B37C}"/>
    <dgm:cxn modelId="{2C3FAF87-0189-456C-87CB-C2675905AD22}" type="presOf" srcId="{B42C1FD1-00A1-4C0D-8520-39C0CA18FABC}" destId="{88440F7D-EBE9-461B-B06E-E0FB698B29F8}" srcOrd="1" destOrd="0" presId="urn:microsoft.com/office/officeart/2016/7/layout/RepeatingBendingProcessNew"/>
    <dgm:cxn modelId="{36B22C8C-DA17-45CB-A636-C986418C0A78}" srcId="{7611AE8B-09EB-4C5E-A1E6-1004EDD39878}" destId="{307249E4-2B71-4C2A-A41E-EEDC7B362EF7}" srcOrd="8" destOrd="0" parTransId="{9D355E84-6423-4266-897E-55E7ECEC4059}" sibTransId="{A32FFAAC-43EB-4CB4-98FA-26F260C4CF15}"/>
    <dgm:cxn modelId="{C829D28C-075E-49BB-9253-5BC445118C61}" type="presOf" srcId="{71EA9873-D510-467F-B818-D8D961338D93}" destId="{E49210D4-4799-4D6B-AADF-A25E7E2C1FA4}" srcOrd="0" destOrd="0" presId="urn:microsoft.com/office/officeart/2016/7/layout/RepeatingBendingProcessNew"/>
    <dgm:cxn modelId="{49FAF08F-404F-4A3D-BD95-36C172178D1A}" type="presOf" srcId="{3481999C-7EF3-42C1-BF55-84FE1B2E5BC6}" destId="{E36E37E2-2A06-4424-937A-B711CE645DBA}" srcOrd="0" destOrd="0" presId="urn:microsoft.com/office/officeart/2016/7/layout/RepeatingBendingProcessNew"/>
    <dgm:cxn modelId="{A5AFCB90-D903-4241-860A-92CA41E8B69F}" type="presOf" srcId="{61B5728C-78C7-42C7-8A3D-B92A4D974ED8}" destId="{2F39EFFC-2399-4B3C-B55E-27C36B9950B0}" srcOrd="0" destOrd="0" presId="urn:microsoft.com/office/officeart/2016/7/layout/RepeatingBendingProcessNew"/>
    <dgm:cxn modelId="{25C1E092-2C34-4B14-9EA3-5B947A2AB8C5}" type="presOf" srcId="{4AE95A1B-E019-4FF6-9E8C-51B66DDF3171}" destId="{4B9F02B6-5251-4FF8-8777-E7F53CCE32A2}" srcOrd="0" destOrd="0" presId="urn:microsoft.com/office/officeart/2016/7/layout/RepeatingBendingProcessNew"/>
    <dgm:cxn modelId="{DC734793-6579-4F0F-B369-B1D4DA10582C}" srcId="{7611AE8B-09EB-4C5E-A1E6-1004EDD39878}" destId="{229E5B82-1AF0-4E3B-AC9B-34BA9044F7DE}" srcOrd="5" destOrd="0" parTransId="{CD505FD2-C4BF-498F-A352-E40BC98AEBE6}" sibTransId="{FCFE7963-2A02-4E6F-80B7-FEF2362C9EA5}"/>
    <dgm:cxn modelId="{B1186E94-0F5A-48E0-B0BA-50BBBDB7D119}" type="presOf" srcId="{2D0D948D-4E3D-4648-AF10-32A7513DA5AA}" destId="{6F828FE9-0318-4866-B5CC-75BF2831E42E}" srcOrd="0" destOrd="0" presId="urn:microsoft.com/office/officeart/2016/7/layout/RepeatingBendingProcessNew"/>
    <dgm:cxn modelId="{50E51F98-8AD5-499B-BF22-5520762B1A74}" type="presOf" srcId="{76C75089-2501-48F4-B2C5-96DFCC5B8D19}" destId="{ECAB4DE7-5C31-415F-98D4-0EE3AAB919A1}" srcOrd="1" destOrd="0" presId="urn:microsoft.com/office/officeart/2016/7/layout/RepeatingBendingProcessNew"/>
    <dgm:cxn modelId="{6E68B1A1-6D50-43E0-863E-D3CAAFAE8BC2}" type="presOf" srcId="{580FB2AD-1E8D-437F-A5C1-71EDBAED1DB1}" destId="{B1323D6A-9328-4BAB-9FCA-E496CB9CD24E}" srcOrd="0" destOrd="0" presId="urn:microsoft.com/office/officeart/2016/7/layout/RepeatingBendingProcessNew"/>
    <dgm:cxn modelId="{E2001DA2-3C39-4AE5-9F37-7DDE16570B64}" srcId="{7611AE8B-09EB-4C5E-A1E6-1004EDD39878}" destId="{82C05D06-630E-4328-BA1C-42E31B4389B6}" srcOrd="23" destOrd="0" parTransId="{1AFD2DBD-DDA6-479C-B571-A38074BDC931}" sibTransId="{F7689A9B-894A-4932-9E8A-EB97AFD225FE}"/>
    <dgm:cxn modelId="{06004BA2-405F-4FBB-B85A-83D857136A08}" type="presOf" srcId="{6C081BD8-67D1-4C0B-97B2-E26EE989ED50}" destId="{6F3B77BC-EF99-4873-A304-888CA20D034D}" srcOrd="0" destOrd="0" presId="urn:microsoft.com/office/officeart/2016/7/layout/RepeatingBendingProcessNew"/>
    <dgm:cxn modelId="{11EC28A5-496A-4318-AA0A-09A4B99FDD12}" srcId="{7611AE8B-09EB-4C5E-A1E6-1004EDD39878}" destId="{EDD1CAAB-AF3A-45DD-8CCA-5D1C5F927673}" srcOrd="1" destOrd="0" parTransId="{6D28D83E-324F-49C0-AEB4-47092AA04F5B}" sibTransId="{0CE92653-2D0A-4716-8834-1C3520CCC9E1}"/>
    <dgm:cxn modelId="{F27E31A5-725A-4059-A829-47DF62C0E769}" type="presOf" srcId="{10BA7391-0E48-4ED3-B907-DD7DB2043306}" destId="{26019D92-1942-4E46-826A-71B77BAC433D}" srcOrd="1" destOrd="0" presId="urn:microsoft.com/office/officeart/2016/7/layout/RepeatingBendingProcessNew"/>
    <dgm:cxn modelId="{992AFAA7-DF8C-4ACB-BF73-FB4DDB5C6E94}" type="presOf" srcId="{9F41B7E7-D82A-4B4D-BBC0-327B21E4A683}" destId="{51780073-E994-4B1B-A54C-E27D7A5FAC22}" srcOrd="0" destOrd="0" presId="urn:microsoft.com/office/officeart/2016/7/layout/RepeatingBendingProcessNew"/>
    <dgm:cxn modelId="{393BD8AC-7768-49E9-8B4A-2F74BA381E6C}" type="presOf" srcId="{FCFE7963-2A02-4E6F-80B7-FEF2362C9EA5}" destId="{71D51C36-799A-45B7-973F-7DEA1A755640}" srcOrd="1" destOrd="0" presId="urn:microsoft.com/office/officeart/2016/7/layout/RepeatingBendingProcessNew"/>
    <dgm:cxn modelId="{B68C44AD-22C6-4AD1-BEE0-281E41F8BD41}" type="presOf" srcId="{9F41B7E7-D82A-4B4D-BBC0-327B21E4A683}" destId="{7CA09791-53DB-47AB-9192-9B051A2AB603}" srcOrd="1" destOrd="0" presId="urn:microsoft.com/office/officeart/2016/7/layout/RepeatingBendingProcessNew"/>
    <dgm:cxn modelId="{9F5698B4-C543-40B1-8758-5DBA6AC3F864}" type="presOf" srcId="{EA41AB61-7C8E-43D7-855D-ED446E447E01}" destId="{4485B7DA-8597-4E4E-AD76-694F60DA9796}" srcOrd="1" destOrd="0" presId="urn:microsoft.com/office/officeart/2016/7/layout/RepeatingBendingProcessNew"/>
    <dgm:cxn modelId="{6AAC47B6-B36B-4F0F-8113-8C9EA0712087}" type="presOf" srcId="{00725F79-ACAC-4F62-905C-DEEC24E7AD84}" destId="{03F76791-025F-41C4-84DE-EE722281E04A}" srcOrd="0" destOrd="0" presId="urn:microsoft.com/office/officeart/2016/7/layout/RepeatingBendingProcessNew"/>
    <dgm:cxn modelId="{6E00C9B6-141E-4B83-BA41-E40E699D7469}" type="presOf" srcId="{F7689A9B-894A-4932-9E8A-EB97AFD225FE}" destId="{97ECC858-EC1A-4C0F-9CD4-D56A4D3DF2A5}" srcOrd="0" destOrd="0" presId="urn:microsoft.com/office/officeart/2016/7/layout/RepeatingBendingProcessNew"/>
    <dgm:cxn modelId="{8ACC9EB7-FEE9-48B4-88EB-E5E289EB2EB9}" type="presOf" srcId="{D8FCB037-85AD-4A99-BD34-ED7F0AB3069A}" destId="{F970C794-8807-456E-8F88-86ACD62E7924}" srcOrd="0" destOrd="0" presId="urn:microsoft.com/office/officeart/2016/7/layout/RepeatingBendingProcessNew"/>
    <dgm:cxn modelId="{F1694DB8-71ED-4709-90B3-3AE0B9BE7BB8}" srcId="{7611AE8B-09EB-4C5E-A1E6-1004EDD39878}" destId="{E5A2DE50-A0AB-4086-9774-32302ADCD8E9}" srcOrd="14" destOrd="0" parTransId="{76428CC2-44D8-4BDC-AAAE-35AAF88704EF}" sibTransId="{6C081BD8-67D1-4C0B-97B2-E26EE989ED50}"/>
    <dgm:cxn modelId="{F992BFB8-C767-491A-AC68-EB08A3DE2EF3}" type="presOf" srcId="{B42C1FD1-00A1-4C0D-8520-39C0CA18FABC}" destId="{9AEFBACC-7EC5-43F0-A6A7-7E492D4156A7}" srcOrd="0" destOrd="0" presId="urn:microsoft.com/office/officeart/2016/7/layout/RepeatingBendingProcessNew"/>
    <dgm:cxn modelId="{3548EDC2-424E-4C7B-A91C-3C255EB1EECF}" type="presOf" srcId="{6C081BD8-67D1-4C0B-97B2-E26EE989ED50}" destId="{7D3C020C-6704-4A57-9C42-8B4821C51ABA}" srcOrd="1" destOrd="0" presId="urn:microsoft.com/office/officeart/2016/7/layout/RepeatingBendingProcessNew"/>
    <dgm:cxn modelId="{1364A7C4-4BBA-4373-A0BC-08861062049C}" srcId="{7611AE8B-09EB-4C5E-A1E6-1004EDD39878}" destId="{382501BF-E4FB-46AC-B2CD-D151A9C0DF1B}" srcOrd="4" destOrd="0" parTransId="{65369DC2-3980-415D-9B2A-2D93BE1B35FD}" sibTransId="{64418497-20BA-48EC-8653-06D075BA2765}"/>
    <dgm:cxn modelId="{661F43C8-C548-4EDC-9942-9E049009D3DC}" type="presOf" srcId="{8F89E17F-71A3-4C94-B30A-7CFD2B7E3BE4}" destId="{31AE126D-423E-4690-937C-377AFA78F829}" srcOrd="0" destOrd="0" presId="urn:microsoft.com/office/officeart/2016/7/layout/RepeatingBendingProcessNew"/>
    <dgm:cxn modelId="{EEAC13CC-D9C4-441B-BB1C-1E1CAD13FEC2}" srcId="{7611AE8B-09EB-4C5E-A1E6-1004EDD39878}" destId="{3481999C-7EF3-42C1-BF55-84FE1B2E5BC6}" srcOrd="3" destOrd="0" parTransId="{4FEF9E5A-9B16-4FAC-A12C-C9FFD3271A97}" sibTransId="{9F41B7E7-D82A-4B4D-BBC0-327B21E4A683}"/>
    <dgm:cxn modelId="{2D79A0CC-FA93-4A8F-B3D4-CF1E99E068F8}" type="presOf" srcId="{7611AE8B-09EB-4C5E-A1E6-1004EDD39878}" destId="{235DB8C5-64B4-4C44-B212-508B7C30A835}" srcOrd="0" destOrd="0" presId="urn:microsoft.com/office/officeart/2016/7/layout/RepeatingBendingProcessNew"/>
    <dgm:cxn modelId="{680BFDCE-0F88-41ED-A470-888E52563560}" type="presOf" srcId="{6B506CE1-341C-47FE-AF30-844894F3B37C}" destId="{DE6EB1CF-167C-46ED-B5D5-D434B17190F8}" srcOrd="1" destOrd="0" presId="urn:microsoft.com/office/officeart/2016/7/layout/RepeatingBendingProcessNew"/>
    <dgm:cxn modelId="{2F7D1ACF-4216-4325-86E7-0C6372FE2A3C}" type="presOf" srcId="{382501BF-E4FB-46AC-B2CD-D151A9C0DF1B}" destId="{C201D1BA-BA20-465E-8CAA-A8A5A21E9319}" srcOrd="0" destOrd="0" presId="urn:microsoft.com/office/officeart/2016/7/layout/RepeatingBendingProcessNew"/>
    <dgm:cxn modelId="{F2B30BD1-2701-43B9-BB63-A27E9726AE22}" srcId="{7611AE8B-09EB-4C5E-A1E6-1004EDD39878}" destId="{6C4830C3-74FD-4776-9090-B58F13FC3D54}" srcOrd="21" destOrd="0" parTransId="{8AC0FDDA-93F1-467C-BB8B-76131CCCC18F}" sibTransId="{61B5728C-78C7-42C7-8A3D-B92A4D974ED8}"/>
    <dgm:cxn modelId="{C27EC7D4-F6F9-430B-8EFC-9A5C2288A97A}" type="presOf" srcId="{019FE5E8-E8AB-48EB-9851-E4E7F7349B1E}" destId="{760BC7C9-87D3-49B8-AABE-3A57C66ABB75}" srcOrd="0" destOrd="0" presId="urn:microsoft.com/office/officeart/2016/7/layout/RepeatingBendingProcessNew"/>
    <dgm:cxn modelId="{FD25B4D6-67CB-4C4E-A440-FD9FA7402136}" type="presOf" srcId="{E6B6405C-08F8-4051-820E-E700CD04E8DC}" destId="{98B7676C-1FBD-48A2-93D7-7F786B8F2DE5}" srcOrd="0" destOrd="0" presId="urn:microsoft.com/office/officeart/2016/7/layout/RepeatingBendingProcessNew"/>
    <dgm:cxn modelId="{379037D8-93A4-4D6D-8BCC-D25EB01B7DEC}" type="presOf" srcId="{6B506CE1-341C-47FE-AF30-844894F3B37C}" destId="{24828FA6-4EF7-4A3F-B7D9-F4CA2E0EF793}" srcOrd="0" destOrd="0" presId="urn:microsoft.com/office/officeart/2016/7/layout/RepeatingBendingProcessNew"/>
    <dgm:cxn modelId="{F7D281D8-8FF2-4CD4-8745-53EC781864E2}" type="presOf" srcId="{8AF54FC0-38D5-49AF-9761-D3E28DCF90A3}" destId="{1164B87A-C5B3-4A84-BD6B-E1CF4492F41A}" srcOrd="0" destOrd="0" presId="urn:microsoft.com/office/officeart/2016/7/layout/RepeatingBendingProcessNew"/>
    <dgm:cxn modelId="{F2E893DB-0563-4A59-84E5-8005E7D69229}" type="presOf" srcId="{229E5B82-1AF0-4E3B-AC9B-34BA9044F7DE}" destId="{11D41588-5BF5-471B-860B-A69A114F4B21}" srcOrd="0" destOrd="0" presId="urn:microsoft.com/office/officeart/2016/7/layout/RepeatingBendingProcessNew"/>
    <dgm:cxn modelId="{087FF6DC-187B-4EA3-8E42-57432092F54E}" srcId="{7611AE8B-09EB-4C5E-A1E6-1004EDD39878}" destId="{862ED705-B9D0-42E6-91D9-A8BDB83AE7BD}" srcOrd="11" destOrd="0" parTransId="{6D0505F1-C043-4A96-820C-FAF7F72443F2}" sibTransId="{B0AC0F1F-EE2B-4F0A-BF8B-2F30B3C4A159}"/>
    <dgm:cxn modelId="{5DF8F3DF-3703-4EF5-851A-5E87999A5CD0}" type="presOf" srcId="{2EBC1D4E-8527-4903-BF7C-615C0D7C26BF}" destId="{67396D75-195E-4120-B818-04B7BF277F35}" srcOrd="0" destOrd="0" presId="urn:microsoft.com/office/officeart/2016/7/layout/RepeatingBendingProcessNew"/>
    <dgm:cxn modelId="{240AF4E3-A1EB-47B6-8B40-5012991E671D}" type="presOf" srcId="{B47F9B50-C40C-47B3-AD34-0C2310931D9D}" destId="{41F58E67-389D-49EB-B62C-3C89505F965B}" srcOrd="1" destOrd="0" presId="urn:microsoft.com/office/officeart/2016/7/layout/RepeatingBendingProcessNew"/>
    <dgm:cxn modelId="{310861E6-30CB-49F3-99D8-7858264741BE}" type="presOf" srcId="{A32FFAAC-43EB-4CB4-98FA-26F260C4CF15}" destId="{B7937917-E2C2-4DAC-9E6E-EF2910405430}" srcOrd="0" destOrd="0" presId="urn:microsoft.com/office/officeart/2016/7/layout/RepeatingBendingProcessNew"/>
    <dgm:cxn modelId="{839134E7-9384-4B70-9546-2FCF334CAD8E}" type="presOf" srcId="{75ECE246-70C6-4CD3-BC18-08E62CAFDFD7}" destId="{EABEA0B8-2B9B-4A10-ABB2-57FDCB3FF334}" srcOrd="0" destOrd="0" presId="urn:microsoft.com/office/officeart/2016/7/layout/RepeatingBendingProcessNew"/>
    <dgm:cxn modelId="{B65B93E8-3B4F-4BA5-92FA-0B7D7682F5B4}" type="presOf" srcId="{0CE92653-2D0A-4716-8834-1C3520CCC9E1}" destId="{D2BC3B31-BA7E-4B3F-A18B-2C892A03B246}" srcOrd="0" destOrd="0" presId="urn:microsoft.com/office/officeart/2016/7/layout/RepeatingBendingProcessNew"/>
    <dgm:cxn modelId="{269C16E9-DC46-4EE9-9A01-CFB100B03CFD}" srcId="{7611AE8B-09EB-4C5E-A1E6-1004EDD39878}" destId="{8AF54FC0-38D5-49AF-9761-D3E28DCF90A3}" srcOrd="12" destOrd="0" parTransId="{F67F5817-5A0B-4EB5-9543-B4A971CF06D8}" sibTransId="{E6B6405C-08F8-4051-820E-E700CD04E8DC}"/>
    <dgm:cxn modelId="{986573E9-79CD-43E8-9580-CD53D4902B9E}" srcId="{7611AE8B-09EB-4C5E-A1E6-1004EDD39878}" destId="{019FE5E8-E8AB-48EB-9851-E4E7F7349B1E}" srcOrd="18" destOrd="0" parTransId="{FA45BB8A-ACDA-480D-8C8C-C5A63198E329}" sibTransId="{76C75089-2501-48F4-B2C5-96DFCC5B8D19}"/>
    <dgm:cxn modelId="{A4C13DEC-3735-42C9-9D88-90C98BA721B2}" type="presOf" srcId="{10BA7391-0E48-4ED3-B907-DD7DB2043306}" destId="{4F852544-2363-474C-BBE7-6762508C33C3}" srcOrd="0" destOrd="0" presId="urn:microsoft.com/office/officeart/2016/7/layout/RepeatingBendingProcessNew"/>
    <dgm:cxn modelId="{99BFF1EE-30E1-4709-9660-0560A7E03E9C}" type="presOf" srcId="{366D6713-D4AD-499C-B2CB-72E6606E7962}" destId="{05161867-3576-4AAE-9086-B2939D4835F3}" srcOrd="1" destOrd="0" presId="urn:microsoft.com/office/officeart/2016/7/layout/RepeatingBendingProcessNew"/>
    <dgm:cxn modelId="{D131C6EF-4794-4ADC-9499-D66FE1642C02}" type="presOf" srcId="{0B71D7CF-554F-49DD-8C53-8C535C61C523}" destId="{29F437AC-2F04-48AC-82E7-00CA2C74C88F}" srcOrd="0" destOrd="0" presId="urn:microsoft.com/office/officeart/2016/7/layout/RepeatingBendingProcessNew"/>
    <dgm:cxn modelId="{5988B9F0-4B6D-4791-ACEC-01A06F7FA0E6}" srcId="{7611AE8B-09EB-4C5E-A1E6-1004EDD39878}" destId="{0B71D7CF-554F-49DD-8C53-8C535C61C523}" srcOrd="17" destOrd="0" parTransId="{E015368B-0F8A-474F-9769-588470E8CA40}" sibTransId="{8F89E17F-71A3-4C94-B30A-7CFD2B7E3BE4}"/>
    <dgm:cxn modelId="{16A1D021-07FA-43C3-8269-954CFD6EC311}" type="presParOf" srcId="{235DB8C5-64B4-4C44-B212-508B7C30A835}" destId="{39D7DAE9-9EAA-4008-843B-92A2A0AA538C}" srcOrd="0" destOrd="0" presId="urn:microsoft.com/office/officeart/2016/7/layout/RepeatingBendingProcessNew"/>
    <dgm:cxn modelId="{34469D14-7D64-4707-A8A7-8A1786CD6247}" type="presParOf" srcId="{235DB8C5-64B4-4C44-B212-508B7C30A835}" destId="{4F852544-2363-474C-BBE7-6762508C33C3}" srcOrd="1" destOrd="0" presId="urn:microsoft.com/office/officeart/2016/7/layout/RepeatingBendingProcessNew"/>
    <dgm:cxn modelId="{A736C7B1-8371-4215-9EF3-231FFF5FF39C}" type="presParOf" srcId="{4F852544-2363-474C-BBE7-6762508C33C3}" destId="{26019D92-1942-4E46-826A-71B77BAC433D}" srcOrd="0" destOrd="0" presId="urn:microsoft.com/office/officeart/2016/7/layout/RepeatingBendingProcessNew"/>
    <dgm:cxn modelId="{D19E28E2-58DD-4536-99DC-15A4E3099376}" type="presParOf" srcId="{235DB8C5-64B4-4C44-B212-508B7C30A835}" destId="{6E2E31A5-7AAD-46EA-A47C-2BDCFFFBE961}" srcOrd="2" destOrd="0" presId="urn:microsoft.com/office/officeart/2016/7/layout/RepeatingBendingProcessNew"/>
    <dgm:cxn modelId="{DC340113-56C7-4AA1-A11D-E0B370FF54D6}" type="presParOf" srcId="{235DB8C5-64B4-4C44-B212-508B7C30A835}" destId="{D2BC3B31-BA7E-4B3F-A18B-2C892A03B246}" srcOrd="3" destOrd="0" presId="urn:microsoft.com/office/officeart/2016/7/layout/RepeatingBendingProcessNew"/>
    <dgm:cxn modelId="{9A62CC86-DB1F-4103-96FF-C3E7076D19B0}" type="presParOf" srcId="{D2BC3B31-BA7E-4B3F-A18B-2C892A03B246}" destId="{76120936-E118-4821-9DFD-D4E327B4EB4C}" srcOrd="0" destOrd="0" presId="urn:microsoft.com/office/officeart/2016/7/layout/RepeatingBendingProcessNew"/>
    <dgm:cxn modelId="{189053FD-1A0B-4943-8DED-9BF533B4D873}" type="presParOf" srcId="{235DB8C5-64B4-4C44-B212-508B7C30A835}" destId="{40E3A341-8AF3-4FC0-A985-27AC6059C0F4}" srcOrd="4" destOrd="0" presId="urn:microsoft.com/office/officeart/2016/7/layout/RepeatingBendingProcessNew"/>
    <dgm:cxn modelId="{695083AF-1DBD-4165-A900-FA343E9D6252}" type="presParOf" srcId="{235DB8C5-64B4-4C44-B212-508B7C30A835}" destId="{7FAC8D11-EDA2-4B4A-9D9A-1CF1423BB9F9}" srcOrd="5" destOrd="0" presId="urn:microsoft.com/office/officeart/2016/7/layout/RepeatingBendingProcessNew"/>
    <dgm:cxn modelId="{6788B22A-FC17-4FA1-9F2F-C37F2425B606}" type="presParOf" srcId="{7FAC8D11-EDA2-4B4A-9D9A-1CF1423BB9F9}" destId="{7CA5FDBC-39A8-40EE-89F5-C92385504DF4}" srcOrd="0" destOrd="0" presId="urn:microsoft.com/office/officeart/2016/7/layout/RepeatingBendingProcessNew"/>
    <dgm:cxn modelId="{A0220B97-F0D2-4079-9759-A3A4FE125C28}" type="presParOf" srcId="{235DB8C5-64B4-4C44-B212-508B7C30A835}" destId="{E36E37E2-2A06-4424-937A-B711CE645DBA}" srcOrd="6" destOrd="0" presId="urn:microsoft.com/office/officeart/2016/7/layout/RepeatingBendingProcessNew"/>
    <dgm:cxn modelId="{B2C900C4-2B85-4ACD-8017-80C4845CCA52}" type="presParOf" srcId="{235DB8C5-64B4-4C44-B212-508B7C30A835}" destId="{51780073-E994-4B1B-A54C-E27D7A5FAC22}" srcOrd="7" destOrd="0" presId="urn:microsoft.com/office/officeart/2016/7/layout/RepeatingBendingProcessNew"/>
    <dgm:cxn modelId="{ADBF6DD7-8EAF-4C9E-8E15-3B9BBB416FCF}" type="presParOf" srcId="{51780073-E994-4B1B-A54C-E27D7A5FAC22}" destId="{7CA09791-53DB-47AB-9192-9B051A2AB603}" srcOrd="0" destOrd="0" presId="urn:microsoft.com/office/officeart/2016/7/layout/RepeatingBendingProcessNew"/>
    <dgm:cxn modelId="{BB9A3A9C-BBA7-46B4-B3D0-61829C2BD12A}" type="presParOf" srcId="{235DB8C5-64B4-4C44-B212-508B7C30A835}" destId="{C201D1BA-BA20-465E-8CAA-A8A5A21E9319}" srcOrd="8" destOrd="0" presId="urn:microsoft.com/office/officeart/2016/7/layout/RepeatingBendingProcessNew"/>
    <dgm:cxn modelId="{E1D78915-F258-4DB6-8EBD-FC04084400FF}" type="presParOf" srcId="{235DB8C5-64B4-4C44-B212-508B7C30A835}" destId="{72803728-F7A2-4909-AF8F-3726C183CC49}" srcOrd="9" destOrd="0" presId="urn:microsoft.com/office/officeart/2016/7/layout/RepeatingBendingProcessNew"/>
    <dgm:cxn modelId="{98DD5903-2BEE-4F33-A893-484DA01ED7BD}" type="presParOf" srcId="{72803728-F7A2-4909-AF8F-3726C183CC49}" destId="{5EE4BEDA-ABF8-4C77-8528-BCDC7B7C5984}" srcOrd="0" destOrd="0" presId="urn:microsoft.com/office/officeart/2016/7/layout/RepeatingBendingProcessNew"/>
    <dgm:cxn modelId="{9940603E-A169-4B33-97BC-D3317F201D73}" type="presParOf" srcId="{235DB8C5-64B4-4C44-B212-508B7C30A835}" destId="{11D41588-5BF5-471B-860B-A69A114F4B21}" srcOrd="10" destOrd="0" presId="urn:microsoft.com/office/officeart/2016/7/layout/RepeatingBendingProcessNew"/>
    <dgm:cxn modelId="{AC200C9A-CFE3-43DA-8199-205269589F8C}" type="presParOf" srcId="{235DB8C5-64B4-4C44-B212-508B7C30A835}" destId="{C4801F8B-7118-4C36-AA68-4A77B1719293}" srcOrd="11" destOrd="0" presId="urn:microsoft.com/office/officeart/2016/7/layout/RepeatingBendingProcessNew"/>
    <dgm:cxn modelId="{78901862-9614-4F90-8FD6-D78EB26296E3}" type="presParOf" srcId="{C4801F8B-7118-4C36-AA68-4A77B1719293}" destId="{71D51C36-799A-45B7-973F-7DEA1A755640}" srcOrd="0" destOrd="0" presId="urn:microsoft.com/office/officeart/2016/7/layout/RepeatingBendingProcessNew"/>
    <dgm:cxn modelId="{CE3F45D1-26C0-4A5E-8CB1-9D2FB7A02F65}" type="presParOf" srcId="{235DB8C5-64B4-4C44-B212-508B7C30A835}" destId="{EABEA0B8-2B9B-4A10-ABB2-57FDCB3FF334}" srcOrd="12" destOrd="0" presId="urn:microsoft.com/office/officeart/2016/7/layout/RepeatingBendingProcessNew"/>
    <dgm:cxn modelId="{A8353642-CED8-4BBE-8228-A4FC1416D9A0}" type="presParOf" srcId="{235DB8C5-64B4-4C44-B212-508B7C30A835}" destId="{7C0DE92C-E935-4CEC-88E2-21CE4D5AE522}" srcOrd="13" destOrd="0" presId="urn:microsoft.com/office/officeart/2016/7/layout/RepeatingBendingProcessNew"/>
    <dgm:cxn modelId="{16A928D7-2100-43CF-B02F-72205929B88A}" type="presParOf" srcId="{7C0DE92C-E935-4CEC-88E2-21CE4D5AE522}" destId="{05161867-3576-4AAE-9086-B2939D4835F3}" srcOrd="0" destOrd="0" presId="urn:microsoft.com/office/officeart/2016/7/layout/RepeatingBendingProcessNew"/>
    <dgm:cxn modelId="{C33DCF88-6B93-4B5D-A335-6E3523511952}" type="presParOf" srcId="{235DB8C5-64B4-4C44-B212-508B7C30A835}" destId="{F970C794-8807-456E-8F88-86ACD62E7924}" srcOrd="14" destOrd="0" presId="urn:microsoft.com/office/officeart/2016/7/layout/RepeatingBendingProcessNew"/>
    <dgm:cxn modelId="{259DB6E5-88BE-4BE6-AAD2-2F0D3F698E0C}" type="presParOf" srcId="{235DB8C5-64B4-4C44-B212-508B7C30A835}" destId="{E0966B59-6A86-4ADB-9484-057987E41F0B}" srcOrd="15" destOrd="0" presId="urn:microsoft.com/office/officeart/2016/7/layout/RepeatingBendingProcessNew"/>
    <dgm:cxn modelId="{3DD70D91-4487-4E2C-9530-6377CAC2E97E}" type="presParOf" srcId="{E0966B59-6A86-4ADB-9484-057987E41F0B}" destId="{4485B7DA-8597-4E4E-AD76-694F60DA9796}" srcOrd="0" destOrd="0" presId="urn:microsoft.com/office/officeart/2016/7/layout/RepeatingBendingProcessNew"/>
    <dgm:cxn modelId="{5C35333E-1177-4A50-BFB4-32EF2A548DD8}" type="presParOf" srcId="{235DB8C5-64B4-4C44-B212-508B7C30A835}" destId="{ACE6105B-DCE6-4D5D-B116-CA10D6CB0010}" srcOrd="16" destOrd="0" presId="urn:microsoft.com/office/officeart/2016/7/layout/RepeatingBendingProcessNew"/>
    <dgm:cxn modelId="{89DC9D2C-E4FD-4C1D-9ADD-16933EC0D69C}" type="presParOf" srcId="{235DB8C5-64B4-4C44-B212-508B7C30A835}" destId="{B7937917-E2C2-4DAC-9E6E-EF2910405430}" srcOrd="17" destOrd="0" presId="urn:microsoft.com/office/officeart/2016/7/layout/RepeatingBendingProcessNew"/>
    <dgm:cxn modelId="{F151050D-8C72-46F6-978A-4AABA6FB5EB0}" type="presParOf" srcId="{B7937917-E2C2-4DAC-9E6E-EF2910405430}" destId="{213830D3-F6BA-4C03-884E-C0A91C607658}" srcOrd="0" destOrd="0" presId="urn:microsoft.com/office/officeart/2016/7/layout/RepeatingBendingProcessNew"/>
    <dgm:cxn modelId="{F03E8AB8-6E23-4EB5-A785-38928FA598D2}" type="presParOf" srcId="{235DB8C5-64B4-4C44-B212-508B7C30A835}" destId="{6C4DF16E-2CBD-4D5A-B874-465AFAC22012}" srcOrd="18" destOrd="0" presId="urn:microsoft.com/office/officeart/2016/7/layout/RepeatingBendingProcessNew"/>
    <dgm:cxn modelId="{6ED58B8A-E9F2-4D3B-A7E7-8D79731033BB}" type="presParOf" srcId="{235DB8C5-64B4-4C44-B212-508B7C30A835}" destId="{EFBAC568-ADCE-43E8-9A89-F1FC6E69A321}" srcOrd="19" destOrd="0" presId="urn:microsoft.com/office/officeart/2016/7/layout/RepeatingBendingProcessNew"/>
    <dgm:cxn modelId="{AD8271BF-4106-4F1D-8ACA-36CFD96EC20C}" type="presParOf" srcId="{EFBAC568-ADCE-43E8-9A89-F1FC6E69A321}" destId="{CB644C92-66A7-4875-9EE4-E433754F88F5}" srcOrd="0" destOrd="0" presId="urn:microsoft.com/office/officeart/2016/7/layout/RepeatingBendingProcessNew"/>
    <dgm:cxn modelId="{9A21DC2D-26DB-4F3F-B984-074E73221A7C}" type="presParOf" srcId="{235DB8C5-64B4-4C44-B212-508B7C30A835}" destId="{67396D75-195E-4120-B818-04B7BF277F35}" srcOrd="20" destOrd="0" presId="urn:microsoft.com/office/officeart/2016/7/layout/RepeatingBendingProcessNew"/>
    <dgm:cxn modelId="{9018686A-200D-4309-A9C2-B42E926F8F04}" type="presParOf" srcId="{235DB8C5-64B4-4C44-B212-508B7C30A835}" destId="{D793B28C-BD87-4D52-91C8-A5C277580CCC}" srcOrd="21" destOrd="0" presId="urn:microsoft.com/office/officeart/2016/7/layout/RepeatingBendingProcessNew"/>
    <dgm:cxn modelId="{7A4B3401-5C3A-4B83-89C5-2DB07F6C9A13}" type="presParOf" srcId="{D793B28C-BD87-4D52-91C8-A5C277580CCC}" destId="{41F58E67-389D-49EB-B62C-3C89505F965B}" srcOrd="0" destOrd="0" presId="urn:microsoft.com/office/officeart/2016/7/layout/RepeatingBendingProcessNew"/>
    <dgm:cxn modelId="{377F38FC-F1CC-44FD-B5D1-B21A5043546A}" type="presParOf" srcId="{235DB8C5-64B4-4C44-B212-508B7C30A835}" destId="{D7944AFC-31A8-408E-9AF8-43BB519F3E56}" srcOrd="22" destOrd="0" presId="urn:microsoft.com/office/officeart/2016/7/layout/RepeatingBendingProcessNew"/>
    <dgm:cxn modelId="{0485B02C-35D5-4110-83F6-61EF2CAA4CE1}" type="presParOf" srcId="{235DB8C5-64B4-4C44-B212-508B7C30A835}" destId="{0ACCD7D2-7661-4669-B721-B2BBE94DE01C}" srcOrd="23" destOrd="0" presId="urn:microsoft.com/office/officeart/2016/7/layout/RepeatingBendingProcessNew"/>
    <dgm:cxn modelId="{7871AEF4-7888-4BA8-A1CB-5421D53DD427}" type="presParOf" srcId="{0ACCD7D2-7661-4669-B721-B2BBE94DE01C}" destId="{E106BC45-76BF-47CD-8D8D-5C897E6501B4}" srcOrd="0" destOrd="0" presId="urn:microsoft.com/office/officeart/2016/7/layout/RepeatingBendingProcessNew"/>
    <dgm:cxn modelId="{D5031F1B-2308-4A12-B27F-7E0E932C3941}" type="presParOf" srcId="{235DB8C5-64B4-4C44-B212-508B7C30A835}" destId="{1164B87A-C5B3-4A84-BD6B-E1CF4492F41A}" srcOrd="24" destOrd="0" presId="urn:microsoft.com/office/officeart/2016/7/layout/RepeatingBendingProcessNew"/>
    <dgm:cxn modelId="{ABD1F298-96E7-454E-AB4F-A417DCB8469A}" type="presParOf" srcId="{235DB8C5-64B4-4C44-B212-508B7C30A835}" destId="{98B7676C-1FBD-48A2-93D7-7F786B8F2DE5}" srcOrd="25" destOrd="0" presId="urn:microsoft.com/office/officeart/2016/7/layout/RepeatingBendingProcessNew"/>
    <dgm:cxn modelId="{6116E1CE-3E51-4B66-8A4E-1E838B7B6DDE}" type="presParOf" srcId="{98B7676C-1FBD-48A2-93D7-7F786B8F2DE5}" destId="{5B9B8E74-0229-4D1B-9581-0913B6F1A5A2}" srcOrd="0" destOrd="0" presId="urn:microsoft.com/office/officeart/2016/7/layout/RepeatingBendingProcessNew"/>
    <dgm:cxn modelId="{0A0C1E49-501D-40F5-939E-5792D34B1A40}" type="presParOf" srcId="{235DB8C5-64B4-4C44-B212-508B7C30A835}" destId="{EDD54739-C0E3-42E0-8F65-0F08D05454D4}" srcOrd="26" destOrd="0" presId="urn:microsoft.com/office/officeart/2016/7/layout/RepeatingBendingProcessNew"/>
    <dgm:cxn modelId="{56CA36F0-2F9C-4B5D-AD8E-85C36ACF5E12}" type="presParOf" srcId="{235DB8C5-64B4-4C44-B212-508B7C30A835}" destId="{9AEFBACC-7EC5-43F0-A6A7-7E492D4156A7}" srcOrd="27" destOrd="0" presId="urn:microsoft.com/office/officeart/2016/7/layout/RepeatingBendingProcessNew"/>
    <dgm:cxn modelId="{F9A56BE1-9B10-4968-BAE2-718777F8D579}" type="presParOf" srcId="{9AEFBACC-7EC5-43F0-A6A7-7E492D4156A7}" destId="{88440F7D-EBE9-461B-B06E-E0FB698B29F8}" srcOrd="0" destOrd="0" presId="urn:microsoft.com/office/officeart/2016/7/layout/RepeatingBendingProcessNew"/>
    <dgm:cxn modelId="{AA444790-5D07-485F-9499-BF4BE56B8860}" type="presParOf" srcId="{235DB8C5-64B4-4C44-B212-508B7C30A835}" destId="{A7F88C6F-9954-4E69-B349-E6DF3FFA1BB6}" srcOrd="28" destOrd="0" presId="urn:microsoft.com/office/officeart/2016/7/layout/RepeatingBendingProcessNew"/>
    <dgm:cxn modelId="{2FA57179-4807-445E-95F1-13151A3F7445}" type="presParOf" srcId="{235DB8C5-64B4-4C44-B212-508B7C30A835}" destId="{6F3B77BC-EF99-4873-A304-888CA20D034D}" srcOrd="29" destOrd="0" presId="urn:microsoft.com/office/officeart/2016/7/layout/RepeatingBendingProcessNew"/>
    <dgm:cxn modelId="{2CD6701E-E654-4FD5-8989-1322AC6C5ADD}" type="presParOf" srcId="{6F3B77BC-EF99-4873-A304-888CA20D034D}" destId="{7D3C020C-6704-4A57-9C42-8B4821C51ABA}" srcOrd="0" destOrd="0" presId="urn:microsoft.com/office/officeart/2016/7/layout/RepeatingBendingProcessNew"/>
    <dgm:cxn modelId="{A51C864B-6236-46E7-9CD0-D005224CB77B}" type="presParOf" srcId="{235DB8C5-64B4-4C44-B212-508B7C30A835}" destId="{D331805B-51B0-4DBD-B2C8-587B52DB4E82}" srcOrd="30" destOrd="0" presId="urn:microsoft.com/office/officeart/2016/7/layout/RepeatingBendingProcessNew"/>
    <dgm:cxn modelId="{F6A4AFB9-3382-4C2A-BFE1-90465246915A}" type="presParOf" srcId="{235DB8C5-64B4-4C44-B212-508B7C30A835}" destId="{1CFC0447-C25F-431A-91E6-6C9AB29439F0}" srcOrd="31" destOrd="0" presId="urn:microsoft.com/office/officeart/2016/7/layout/RepeatingBendingProcessNew"/>
    <dgm:cxn modelId="{79F4A752-B472-4247-AD8F-F25967115209}" type="presParOf" srcId="{1CFC0447-C25F-431A-91E6-6C9AB29439F0}" destId="{27BF79FC-4242-48E0-A461-5D2DE41F4610}" srcOrd="0" destOrd="0" presId="urn:microsoft.com/office/officeart/2016/7/layout/RepeatingBendingProcessNew"/>
    <dgm:cxn modelId="{B6C6CAD3-D96C-47CC-9025-F842B4602C5B}" type="presParOf" srcId="{235DB8C5-64B4-4C44-B212-508B7C30A835}" destId="{89EF7CEE-3076-42D7-A71D-D7A726270976}" srcOrd="32" destOrd="0" presId="urn:microsoft.com/office/officeart/2016/7/layout/RepeatingBendingProcessNew"/>
    <dgm:cxn modelId="{5CDFA3E4-79D8-4FE2-8CEB-A42CF442176B}" type="presParOf" srcId="{235DB8C5-64B4-4C44-B212-508B7C30A835}" destId="{4B9F02B6-5251-4FF8-8777-E7F53CCE32A2}" srcOrd="33" destOrd="0" presId="urn:microsoft.com/office/officeart/2016/7/layout/RepeatingBendingProcessNew"/>
    <dgm:cxn modelId="{18B0DE7B-31FA-4AC5-ADE8-4FB3A48ED35C}" type="presParOf" srcId="{4B9F02B6-5251-4FF8-8777-E7F53CCE32A2}" destId="{71B3D830-99B4-4BD6-B33B-D5E10A740518}" srcOrd="0" destOrd="0" presId="urn:microsoft.com/office/officeart/2016/7/layout/RepeatingBendingProcessNew"/>
    <dgm:cxn modelId="{81E95199-C0AB-4A92-BB9B-CD99394C8A58}" type="presParOf" srcId="{235DB8C5-64B4-4C44-B212-508B7C30A835}" destId="{29F437AC-2F04-48AC-82E7-00CA2C74C88F}" srcOrd="34" destOrd="0" presId="urn:microsoft.com/office/officeart/2016/7/layout/RepeatingBendingProcessNew"/>
    <dgm:cxn modelId="{8F2432DB-EE31-475E-AEF0-36D73B8C22CE}" type="presParOf" srcId="{235DB8C5-64B4-4C44-B212-508B7C30A835}" destId="{31AE126D-423E-4690-937C-377AFA78F829}" srcOrd="35" destOrd="0" presId="urn:microsoft.com/office/officeart/2016/7/layout/RepeatingBendingProcessNew"/>
    <dgm:cxn modelId="{E45E0AFA-F52F-4021-8F1D-F35603007659}" type="presParOf" srcId="{31AE126D-423E-4690-937C-377AFA78F829}" destId="{8787923A-46A0-42C7-9EAB-B4BA95D6A929}" srcOrd="0" destOrd="0" presId="urn:microsoft.com/office/officeart/2016/7/layout/RepeatingBendingProcessNew"/>
    <dgm:cxn modelId="{EEBC6CFC-AC9D-4E6A-A916-9A4EA0844869}" type="presParOf" srcId="{235DB8C5-64B4-4C44-B212-508B7C30A835}" destId="{760BC7C9-87D3-49B8-AABE-3A57C66ABB75}" srcOrd="36" destOrd="0" presId="urn:microsoft.com/office/officeart/2016/7/layout/RepeatingBendingProcessNew"/>
    <dgm:cxn modelId="{332B494C-9431-49FD-9FC0-2C6104C70B1D}" type="presParOf" srcId="{235DB8C5-64B4-4C44-B212-508B7C30A835}" destId="{97E23D4E-7CF5-486B-998D-AA17190CCC33}" srcOrd="37" destOrd="0" presId="urn:microsoft.com/office/officeart/2016/7/layout/RepeatingBendingProcessNew"/>
    <dgm:cxn modelId="{8D9B96AE-A8A2-4AA1-9F3B-0A8F0AFD9C3F}" type="presParOf" srcId="{97E23D4E-7CF5-486B-998D-AA17190CCC33}" destId="{ECAB4DE7-5C31-415F-98D4-0EE3AAB919A1}" srcOrd="0" destOrd="0" presId="urn:microsoft.com/office/officeart/2016/7/layout/RepeatingBendingProcessNew"/>
    <dgm:cxn modelId="{5130CB08-E34F-4B8D-8192-54E69A2583D8}" type="presParOf" srcId="{235DB8C5-64B4-4C44-B212-508B7C30A835}" destId="{03F76791-025F-41C4-84DE-EE722281E04A}" srcOrd="38" destOrd="0" presId="urn:microsoft.com/office/officeart/2016/7/layout/RepeatingBendingProcessNew"/>
    <dgm:cxn modelId="{586BF60E-AA34-48DA-B298-72C4465A14D6}" type="presParOf" srcId="{235DB8C5-64B4-4C44-B212-508B7C30A835}" destId="{E49210D4-4799-4D6B-AADF-A25E7E2C1FA4}" srcOrd="39" destOrd="0" presId="urn:microsoft.com/office/officeart/2016/7/layout/RepeatingBendingProcessNew"/>
    <dgm:cxn modelId="{F6126699-AFDD-4D5C-894C-7915A2AB1BDF}" type="presParOf" srcId="{E49210D4-4799-4D6B-AADF-A25E7E2C1FA4}" destId="{BC95AA78-90CA-42D9-8530-9985A919DFF4}" srcOrd="0" destOrd="0" presId="urn:microsoft.com/office/officeart/2016/7/layout/RepeatingBendingProcessNew"/>
    <dgm:cxn modelId="{7BB3C955-2AF3-46EE-BE08-3469D8DEC93F}" type="presParOf" srcId="{235DB8C5-64B4-4C44-B212-508B7C30A835}" destId="{B1323D6A-9328-4BAB-9FCA-E496CB9CD24E}" srcOrd="40" destOrd="0" presId="urn:microsoft.com/office/officeart/2016/7/layout/RepeatingBendingProcessNew"/>
    <dgm:cxn modelId="{7A8FCB29-A83C-4BDE-99C7-6FABEC84BAF2}" type="presParOf" srcId="{235DB8C5-64B4-4C44-B212-508B7C30A835}" destId="{24828FA6-4EF7-4A3F-B7D9-F4CA2E0EF793}" srcOrd="41" destOrd="0" presId="urn:microsoft.com/office/officeart/2016/7/layout/RepeatingBendingProcessNew"/>
    <dgm:cxn modelId="{6C1B1A13-F395-4DC6-8D11-2B33BC0F4B14}" type="presParOf" srcId="{24828FA6-4EF7-4A3F-B7D9-F4CA2E0EF793}" destId="{DE6EB1CF-167C-46ED-B5D5-D434B17190F8}" srcOrd="0" destOrd="0" presId="urn:microsoft.com/office/officeart/2016/7/layout/RepeatingBendingProcessNew"/>
    <dgm:cxn modelId="{FC67346D-D646-4611-B08D-20ABF735A9B2}" type="presParOf" srcId="{235DB8C5-64B4-4C44-B212-508B7C30A835}" destId="{F30A754B-4010-468D-B8EC-9498AD852E74}" srcOrd="42" destOrd="0" presId="urn:microsoft.com/office/officeart/2016/7/layout/RepeatingBendingProcessNew"/>
    <dgm:cxn modelId="{EA99D8FF-B657-4C9B-BCDD-EB21504228FB}" type="presParOf" srcId="{235DB8C5-64B4-4C44-B212-508B7C30A835}" destId="{2F39EFFC-2399-4B3C-B55E-27C36B9950B0}" srcOrd="43" destOrd="0" presId="urn:microsoft.com/office/officeart/2016/7/layout/RepeatingBendingProcessNew"/>
    <dgm:cxn modelId="{57BFE66B-8EF1-4CB4-86C9-17DB2C0089C5}" type="presParOf" srcId="{2F39EFFC-2399-4B3C-B55E-27C36B9950B0}" destId="{F198D926-9A5E-4CF5-A350-48A46763760C}" srcOrd="0" destOrd="0" presId="urn:microsoft.com/office/officeart/2016/7/layout/RepeatingBendingProcessNew"/>
    <dgm:cxn modelId="{D4388A88-A9A0-4E61-A77F-49F1D84AE698}" type="presParOf" srcId="{235DB8C5-64B4-4C44-B212-508B7C30A835}" destId="{6F828FE9-0318-4866-B5CC-75BF2831E42E}" srcOrd="44" destOrd="0" presId="urn:microsoft.com/office/officeart/2016/7/layout/RepeatingBendingProcessNew"/>
    <dgm:cxn modelId="{E59715A4-FADD-4077-B37D-D0F08A393E80}" type="presParOf" srcId="{235DB8C5-64B4-4C44-B212-508B7C30A835}" destId="{1A203CA3-EC85-448A-A47A-9B100B7527D2}" srcOrd="45" destOrd="0" presId="urn:microsoft.com/office/officeart/2016/7/layout/RepeatingBendingProcessNew"/>
    <dgm:cxn modelId="{B16D2DB7-A475-44BD-B2A0-D5D75C4E129C}" type="presParOf" srcId="{1A203CA3-EC85-448A-A47A-9B100B7527D2}" destId="{4D9954FB-9F8D-4959-B1C7-339A2D28C69F}" srcOrd="0" destOrd="0" presId="urn:microsoft.com/office/officeart/2016/7/layout/RepeatingBendingProcessNew"/>
    <dgm:cxn modelId="{D34A20E1-E646-457E-BC01-5799B649702D}" type="presParOf" srcId="{235DB8C5-64B4-4C44-B212-508B7C30A835}" destId="{B726E35F-D26A-4093-91C3-37E4435DEE82}" srcOrd="46" destOrd="0" presId="urn:microsoft.com/office/officeart/2016/7/layout/RepeatingBendingProcessNew"/>
    <dgm:cxn modelId="{66A8D9BB-BF4B-4AB6-BADE-1158DA83B132}" type="presParOf" srcId="{235DB8C5-64B4-4C44-B212-508B7C30A835}" destId="{97ECC858-EC1A-4C0F-9CD4-D56A4D3DF2A5}" srcOrd="47" destOrd="0" presId="urn:microsoft.com/office/officeart/2016/7/layout/RepeatingBendingProcessNew"/>
    <dgm:cxn modelId="{E7BADD1E-4EFA-4FD9-8C81-57AF1A96E684}" type="presParOf" srcId="{97ECC858-EC1A-4C0F-9CD4-D56A4D3DF2A5}" destId="{3D91D31B-1B64-4B82-ACFA-7426ED18E70A}" srcOrd="0" destOrd="0" presId="urn:microsoft.com/office/officeart/2016/7/layout/RepeatingBendingProcessNew"/>
    <dgm:cxn modelId="{792862B0-29D5-4888-9956-68ED87EF2A03}" type="presParOf" srcId="{235DB8C5-64B4-4C44-B212-508B7C30A835}" destId="{C2A3F4F0-117C-48DE-9A4E-D1BCD18DE6CE}" srcOrd="4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4FDEA8-B44B-4C63-9915-30A01D24541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F073142-5E80-45FF-84BA-2C0BBADF5FA9}">
      <dgm:prSet/>
      <dgm:spPr/>
      <dgm:t>
        <a:bodyPr/>
        <a:lstStyle/>
        <a:p>
          <a:r>
            <a:rPr lang="en-US"/>
            <a:t>• ARM64 – Raspberry Pi (material técnico del curso)</a:t>
          </a:r>
        </a:p>
      </dgm:t>
    </dgm:pt>
    <dgm:pt modelId="{CF7E31C3-10E3-4D53-9574-431C42B9C926}" type="parTrans" cxnId="{C9C3E615-FD4D-4C66-B167-FED8622AA2CF}">
      <dgm:prSet/>
      <dgm:spPr/>
      <dgm:t>
        <a:bodyPr/>
        <a:lstStyle/>
        <a:p>
          <a:endParaRPr lang="en-US"/>
        </a:p>
      </dgm:t>
    </dgm:pt>
    <dgm:pt modelId="{3DD87EBD-5272-436C-9777-7F6BC9977A00}" type="sibTrans" cxnId="{C9C3E615-FD4D-4C66-B167-FED8622AA2CF}">
      <dgm:prSet/>
      <dgm:spPr/>
      <dgm:t>
        <a:bodyPr/>
        <a:lstStyle/>
        <a:p>
          <a:endParaRPr lang="en-US"/>
        </a:p>
      </dgm:t>
    </dgm:pt>
    <dgm:pt modelId="{BADC23A9-513B-4372-8EEF-C65A8612BDD2}">
      <dgm:prSet/>
      <dgm:spPr/>
      <dgm:t>
        <a:bodyPr/>
        <a:lstStyle/>
        <a:p>
          <a:r>
            <a:rPr lang="en-US"/>
            <a:t>• Patterson, D., &amp; Hennessy, J. (2018). *Computer Organization and Design ARM Edition.*</a:t>
          </a:r>
        </a:p>
      </dgm:t>
    </dgm:pt>
    <dgm:pt modelId="{11C2734B-4E91-4C04-886D-867E51213146}" type="parTrans" cxnId="{75A0B5EF-3BE2-441B-B8B4-5B3D680254DD}">
      <dgm:prSet/>
      <dgm:spPr/>
      <dgm:t>
        <a:bodyPr/>
        <a:lstStyle/>
        <a:p>
          <a:endParaRPr lang="en-US"/>
        </a:p>
      </dgm:t>
    </dgm:pt>
    <dgm:pt modelId="{37F40EE7-F2B5-461E-903D-716590CFF54B}" type="sibTrans" cxnId="{75A0B5EF-3BE2-441B-B8B4-5B3D680254DD}">
      <dgm:prSet/>
      <dgm:spPr/>
      <dgm:t>
        <a:bodyPr/>
        <a:lstStyle/>
        <a:p>
          <a:endParaRPr lang="en-US"/>
        </a:p>
      </dgm:t>
    </dgm:pt>
    <dgm:pt modelId="{1FA25AC4-3236-4BC6-806E-C29DFB34A158}" type="pres">
      <dgm:prSet presAssocID="{0B4FDEA8-B44B-4C63-9915-30A01D245411}" presName="root" presStyleCnt="0">
        <dgm:presLayoutVars>
          <dgm:dir/>
          <dgm:resizeHandles val="exact"/>
        </dgm:presLayoutVars>
      </dgm:prSet>
      <dgm:spPr/>
    </dgm:pt>
    <dgm:pt modelId="{E5F3269C-7556-4138-815F-6727C0363C1A}" type="pres">
      <dgm:prSet presAssocID="{9F073142-5E80-45FF-84BA-2C0BBADF5FA9}" presName="compNode" presStyleCnt="0"/>
      <dgm:spPr/>
    </dgm:pt>
    <dgm:pt modelId="{CA001457-C6DC-4EB4-B488-D14948606335}" type="pres">
      <dgm:prSet presAssocID="{9F073142-5E80-45FF-84BA-2C0BBADF5FA9}" presName="bgRect" presStyleLbl="bgShp" presStyleIdx="0" presStyleCnt="2"/>
      <dgm:spPr/>
    </dgm:pt>
    <dgm:pt modelId="{CBBCF14A-7F58-4BA5-AF54-F06D1FEF68AE}" type="pres">
      <dgm:prSet presAssocID="{9F073142-5E80-45FF-84BA-2C0BBADF5FA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090D7F78-6CA0-4E29-893C-6F887A35262A}" type="pres">
      <dgm:prSet presAssocID="{9F073142-5E80-45FF-84BA-2C0BBADF5FA9}" presName="spaceRect" presStyleCnt="0"/>
      <dgm:spPr/>
    </dgm:pt>
    <dgm:pt modelId="{66A6ED10-1E83-47D0-8E65-D8C17262D628}" type="pres">
      <dgm:prSet presAssocID="{9F073142-5E80-45FF-84BA-2C0BBADF5FA9}" presName="parTx" presStyleLbl="revTx" presStyleIdx="0" presStyleCnt="2">
        <dgm:presLayoutVars>
          <dgm:chMax val="0"/>
          <dgm:chPref val="0"/>
        </dgm:presLayoutVars>
      </dgm:prSet>
      <dgm:spPr/>
    </dgm:pt>
    <dgm:pt modelId="{FF412F83-E275-4421-B774-CF8604D49C87}" type="pres">
      <dgm:prSet presAssocID="{3DD87EBD-5272-436C-9777-7F6BC9977A00}" presName="sibTrans" presStyleCnt="0"/>
      <dgm:spPr/>
    </dgm:pt>
    <dgm:pt modelId="{7D986A38-5AD2-493F-B24D-BC06E9B00AAE}" type="pres">
      <dgm:prSet presAssocID="{BADC23A9-513B-4372-8EEF-C65A8612BDD2}" presName="compNode" presStyleCnt="0"/>
      <dgm:spPr/>
    </dgm:pt>
    <dgm:pt modelId="{FAE9BD37-386E-4613-A742-464A1898EFB2}" type="pres">
      <dgm:prSet presAssocID="{BADC23A9-513B-4372-8EEF-C65A8612BDD2}" presName="bgRect" presStyleLbl="bgShp" presStyleIdx="1" presStyleCnt="2"/>
      <dgm:spPr/>
    </dgm:pt>
    <dgm:pt modelId="{9AC0988D-F6E4-4C85-9AF7-0B92327C1CCE}" type="pres">
      <dgm:prSet presAssocID="{BADC23A9-513B-4372-8EEF-C65A8612BDD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édico"/>
        </a:ext>
      </dgm:extLst>
    </dgm:pt>
    <dgm:pt modelId="{B42D5DC1-5928-4AAC-BE74-984A338A6A39}" type="pres">
      <dgm:prSet presAssocID="{BADC23A9-513B-4372-8EEF-C65A8612BDD2}" presName="spaceRect" presStyleCnt="0"/>
      <dgm:spPr/>
    </dgm:pt>
    <dgm:pt modelId="{8EE793B6-2CB0-4851-9322-F2AA3853B13B}" type="pres">
      <dgm:prSet presAssocID="{BADC23A9-513B-4372-8EEF-C65A8612BDD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9089A11-F2FF-498B-A1F8-C1FA03BB1FA9}" type="presOf" srcId="{9F073142-5E80-45FF-84BA-2C0BBADF5FA9}" destId="{66A6ED10-1E83-47D0-8E65-D8C17262D628}" srcOrd="0" destOrd="0" presId="urn:microsoft.com/office/officeart/2018/2/layout/IconVerticalSolidList"/>
    <dgm:cxn modelId="{C9C3E615-FD4D-4C66-B167-FED8622AA2CF}" srcId="{0B4FDEA8-B44B-4C63-9915-30A01D245411}" destId="{9F073142-5E80-45FF-84BA-2C0BBADF5FA9}" srcOrd="0" destOrd="0" parTransId="{CF7E31C3-10E3-4D53-9574-431C42B9C926}" sibTransId="{3DD87EBD-5272-436C-9777-7F6BC9977A00}"/>
    <dgm:cxn modelId="{FA3376DD-5CE8-4BA7-AF35-E0695FAD461C}" type="presOf" srcId="{BADC23A9-513B-4372-8EEF-C65A8612BDD2}" destId="{8EE793B6-2CB0-4851-9322-F2AA3853B13B}" srcOrd="0" destOrd="0" presId="urn:microsoft.com/office/officeart/2018/2/layout/IconVerticalSolidList"/>
    <dgm:cxn modelId="{7CE064E9-A7F0-4092-AD7F-30F19EE53368}" type="presOf" srcId="{0B4FDEA8-B44B-4C63-9915-30A01D245411}" destId="{1FA25AC4-3236-4BC6-806E-C29DFB34A158}" srcOrd="0" destOrd="0" presId="urn:microsoft.com/office/officeart/2018/2/layout/IconVerticalSolidList"/>
    <dgm:cxn modelId="{75A0B5EF-3BE2-441B-B8B4-5B3D680254DD}" srcId="{0B4FDEA8-B44B-4C63-9915-30A01D245411}" destId="{BADC23A9-513B-4372-8EEF-C65A8612BDD2}" srcOrd="1" destOrd="0" parTransId="{11C2734B-4E91-4C04-886D-867E51213146}" sibTransId="{37F40EE7-F2B5-461E-903D-716590CFF54B}"/>
    <dgm:cxn modelId="{EA7B2A7C-FB01-4AFD-82C5-4B4A5891944D}" type="presParOf" srcId="{1FA25AC4-3236-4BC6-806E-C29DFB34A158}" destId="{E5F3269C-7556-4138-815F-6727C0363C1A}" srcOrd="0" destOrd="0" presId="urn:microsoft.com/office/officeart/2018/2/layout/IconVerticalSolidList"/>
    <dgm:cxn modelId="{66B2BE74-8C5A-4ED8-A3D1-B039F2396C13}" type="presParOf" srcId="{E5F3269C-7556-4138-815F-6727C0363C1A}" destId="{CA001457-C6DC-4EB4-B488-D14948606335}" srcOrd="0" destOrd="0" presId="urn:microsoft.com/office/officeart/2018/2/layout/IconVerticalSolidList"/>
    <dgm:cxn modelId="{A736372C-66A5-4525-965F-2C286C60726B}" type="presParOf" srcId="{E5F3269C-7556-4138-815F-6727C0363C1A}" destId="{CBBCF14A-7F58-4BA5-AF54-F06D1FEF68AE}" srcOrd="1" destOrd="0" presId="urn:microsoft.com/office/officeart/2018/2/layout/IconVerticalSolidList"/>
    <dgm:cxn modelId="{E2FAC911-3E88-4147-B846-A4CE97539AF3}" type="presParOf" srcId="{E5F3269C-7556-4138-815F-6727C0363C1A}" destId="{090D7F78-6CA0-4E29-893C-6F887A35262A}" srcOrd="2" destOrd="0" presId="urn:microsoft.com/office/officeart/2018/2/layout/IconVerticalSolidList"/>
    <dgm:cxn modelId="{720EF879-05AA-43A5-B22B-CD349A9C1CB5}" type="presParOf" srcId="{E5F3269C-7556-4138-815F-6727C0363C1A}" destId="{66A6ED10-1E83-47D0-8E65-D8C17262D628}" srcOrd="3" destOrd="0" presId="urn:microsoft.com/office/officeart/2018/2/layout/IconVerticalSolidList"/>
    <dgm:cxn modelId="{ED4ED6A9-774D-409E-84DE-71D94DF0A452}" type="presParOf" srcId="{1FA25AC4-3236-4BC6-806E-C29DFB34A158}" destId="{FF412F83-E275-4421-B774-CF8604D49C87}" srcOrd="1" destOrd="0" presId="urn:microsoft.com/office/officeart/2018/2/layout/IconVerticalSolidList"/>
    <dgm:cxn modelId="{233943F3-1ADE-4034-8932-9C9F95DEF73E}" type="presParOf" srcId="{1FA25AC4-3236-4BC6-806E-C29DFB34A158}" destId="{7D986A38-5AD2-493F-B24D-BC06E9B00AAE}" srcOrd="2" destOrd="0" presId="urn:microsoft.com/office/officeart/2018/2/layout/IconVerticalSolidList"/>
    <dgm:cxn modelId="{7C2ECCF4-84AD-4AF9-BCB7-DF3438FAC8C1}" type="presParOf" srcId="{7D986A38-5AD2-493F-B24D-BC06E9B00AAE}" destId="{FAE9BD37-386E-4613-A742-464A1898EFB2}" srcOrd="0" destOrd="0" presId="urn:microsoft.com/office/officeart/2018/2/layout/IconVerticalSolidList"/>
    <dgm:cxn modelId="{F41F3C3C-7D29-42C7-88A2-7F1046BE03BF}" type="presParOf" srcId="{7D986A38-5AD2-493F-B24D-BC06E9B00AAE}" destId="{9AC0988D-F6E4-4C85-9AF7-0B92327C1CCE}" srcOrd="1" destOrd="0" presId="urn:microsoft.com/office/officeart/2018/2/layout/IconVerticalSolidList"/>
    <dgm:cxn modelId="{D50BD8C3-B53B-4054-8452-6B94069362A0}" type="presParOf" srcId="{7D986A38-5AD2-493F-B24D-BC06E9B00AAE}" destId="{B42D5DC1-5928-4AAC-BE74-984A338A6A39}" srcOrd="2" destOrd="0" presId="urn:microsoft.com/office/officeart/2018/2/layout/IconVerticalSolidList"/>
    <dgm:cxn modelId="{4EAC88F9-F81E-4543-9330-5F1F8F5BF402}" type="presParOf" srcId="{7D986A38-5AD2-493F-B24D-BC06E9B00AAE}" destId="{8EE793B6-2CB0-4851-9322-F2AA3853B13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8C68E0-B695-465F-AF65-8C3DADE3932C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4D8667-EB66-4866-9666-0566CC049EC9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28CB8-4AAB-418A-837C-A85597F79EAB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Saltos condicionales e incondicionales: B, BL, BEQ, BNE, BGT, BLT.</a:t>
          </a:r>
        </a:p>
      </dsp:txBody>
      <dsp:txXfrm>
        <a:off x="518589" y="1265836"/>
        <a:ext cx="1582031" cy="632812"/>
      </dsp:txXfrm>
    </dsp:sp>
    <dsp:sp modelId="{6D0934BA-BAD9-4D43-9E58-4FF0A8366597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19B035-5E9E-4032-9E98-4AEF7CF02950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028AE4-0200-45CA-AB44-04C193F56671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Comparaciones con CMP y banderas de condición.</a:t>
          </a:r>
        </a:p>
      </dsp:txBody>
      <dsp:txXfrm>
        <a:off x="2377476" y="1265836"/>
        <a:ext cx="1582031" cy="632812"/>
      </dsp:txXfrm>
    </dsp:sp>
    <dsp:sp modelId="{3427F148-967D-44E9-9BCE-61D74473F675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056B80-CD76-403B-9B32-3A52AD2BE136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5F0412-C634-455A-8E6D-193FDB8F55B1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Estructuras de control IF–ELSE.</a:t>
          </a:r>
        </a:p>
      </dsp:txBody>
      <dsp:txXfrm>
        <a:off x="4236363" y="1265836"/>
        <a:ext cx="1582031" cy="632812"/>
      </dsp:txXfrm>
    </dsp:sp>
    <dsp:sp modelId="{C683EECF-AC97-4858-8AA8-5CA9D13FB80F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DE6502-6328-4EF2-BBDA-40C063607C59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A8BE00-7FAA-4FE9-AB3F-7C16EBB9D81C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Ciclos WHILE y FOR con saltos.</a:t>
          </a:r>
        </a:p>
      </dsp:txBody>
      <dsp:txXfrm>
        <a:off x="6095249" y="1265836"/>
        <a:ext cx="1582031" cy="632812"/>
      </dsp:txXfrm>
    </dsp:sp>
    <dsp:sp modelId="{E57F5255-55B7-4E44-9F37-EDA3EC5856D5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3A587-23FD-4AE6-905A-DE42DA1A2840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AB378-360D-41E1-A55D-E7D6FFAB8CA6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Control del flujo de ejecución mediante etiquetas.</a:t>
          </a:r>
        </a:p>
      </dsp:txBody>
      <dsp:txXfrm>
        <a:off x="3306919" y="3559781"/>
        <a:ext cx="1582031" cy="632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F4EFC6-F451-4CBB-B3F1-05F228544FC5}">
      <dsp:nvSpPr>
        <dsp:cNvPr id="0" name=""/>
        <dsp:cNvSpPr/>
      </dsp:nvSpPr>
      <dsp:spPr>
        <a:xfrm>
          <a:off x="0" y="83282"/>
          <a:ext cx="8195871" cy="9547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Los saltos condicionales dependen del resultado del registro PSTATE.</a:t>
          </a:r>
        </a:p>
      </dsp:txBody>
      <dsp:txXfrm>
        <a:off x="46606" y="129888"/>
        <a:ext cx="8102659" cy="861507"/>
      </dsp:txXfrm>
    </dsp:sp>
    <dsp:sp modelId="{9E676B36-B55C-4CC1-94F0-40E7A0D10029}">
      <dsp:nvSpPr>
        <dsp:cNvPr id="0" name=""/>
        <dsp:cNvSpPr/>
      </dsp:nvSpPr>
      <dsp:spPr>
        <a:xfrm>
          <a:off x="0" y="1107122"/>
          <a:ext cx="8195871" cy="95471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CMP compara registros y actualiza las banderas Z, N, C y V.</a:t>
          </a:r>
        </a:p>
      </dsp:txBody>
      <dsp:txXfrm>
        <a:off x="46606" y="1153728"/>
        <a:ext cx="8102659" cy="861507"/>
      </dsp:txXfrm>
    </dsp:sp>
    <dsp:sp modelId="{74BBCA9A-0E6C-4B65-9BB3-CBAA083B97D8}">
      <dsp:nvSpPr>
        <dsp:cNvPr id="0" name=""/>
        <dsp:cNvSpPr/>
      </dsp:nvSpPr>
      <dsp:spPr>
        <a:xfrm>
          <a:off x="0" y="2130962"/>
          <a:ext cx="8195871" cy="95471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Las estructuras de control permiten decisiones lógicas y repeticiones.</a:t>
          </a:r>
        </a:p>
      </dsp:txBody>
      <dsp:txXfrm>
        <a:off x="46606" y="2177568"/>
        <a:ext cx="8102659" cy="861507"/>
      </dsp:txXfrm>
    </dsp:sp>
    <dsp:sp modelId="{74E99016-99C9-435E-99A9-5DDA4F09247A}">
      <dsp:nvSpPr>
        <dsp:cNvPr id="0" name=""/>
        <dsp:cNvSpPr/>
      </dsp:nvSpPr>
      <dsp:spPr>
        <a:xfrm>
          <a:off x="0" y="3154802"/>
          <a:ext cx="8195871" cy="95471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Las etiquetas sirven como puntos de referencia en el flujo del programa.</a:t>
          </a:r>
        </a:p>
      </dsp:txBody>
      <dsp:txXfrm>
        <a:off x="46606" y="3201408"/>
        <a:ext cx="8102659" cy="8615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0E6CA-902D-49E5-9DDE-E798BC31CC44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A5D0B0-3F9F-4AD6-BCE5-055238EBFD4D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Responsabilidad y lógica: estructurar el código de manera ordenada.</a:t>
          </a:r>
        </a:p>
      </dsp:txBody>
      <dsp:txXfrm>
        <a:off x="78583" y="2435142"/>
        <a:ext cx="2399612" cy="720000"/>
      </dsp:txXfrm>
    </dsp:sp>
    <dsp:sp modelId="{B8E2A04B-D86C-4190-8093-7EC5690F2F9C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E1F226-7767-42FA-8E45-337F1DF93DD1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Disciplina: validar condiciones correctamente.</a:t>
          </a:r>
        </a:p>
      </dsp:txBody>
      <dsp:txXfrm>
        <a:off x="2898129" y="2435142"/>
        <a:ext cx="2399612" cy="720000"/>
      </dsp:txXfrm>
    </dsp:sp>
    <dsp:sp modelId="{0FC8B79C-9CFB-4E74-BC97-106B2A7D4655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BE9C98-0FAA-49DA-98BC-58FC53CB6F77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Integridad: mantener claridad y consistencia en los bucles y saltos.</a:t>
          </a:r>
        </a:p>
      </dsp:txBody>
      <dsp:txXfrm>
        <a:off x="5717674" y="2435142"/>
        <a:ext cx="239961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852544-2363-474C-BBE7-6762508C33C3}">
      <dsp:nvSpPr>
        <dsp:cNvPr id="0" name=""/>
        <dsp:cNvSpPr/>
      </dsp:nvSpPr>
      <dsp:spPr>
        <a:xfrm>
          <a:off x="1769901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5648" y="335139"/>
        <a:ext cx="12741" cy="2550"/>
      </dsp:txXfrm>
    </dsp:sp>
    <dsp:sp modelId="{39D7DAE9-9EAA-4008-843B-92A2A0AA538C}">
      <dsp:nvSpPr>
        <dsp:cNvPr id="0" name=""/>
        <dsp:cNvSpPr/>
      </dsp:nvSpPr>
      <dsp:spPr>
        <a:xfrm>
          <a:off x="663717" y="402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¿Qué instrucción compara dos registros?</a:t>
          </a:r>
        </a:p>
      </dsp:txBody>
      <dsp:txXfrm>
        <a:off x="663717" y="4020"/>
        <a:ext cx="1107984" cy="664790"/>
      </dsp:txXfrm>
    </dsp:sp>
    <dsp:sp modelId="{D2BC3B31-BA7E-4B3F-A18B-2C892A03B246}">
      <dsp:nvSpPr>
        <dsp:cNvPr id="0" name=""/>
        <dsp:cNvSpPr/>
      </dsp:nvSpPr>
      <dsp:spPr>
        <a:xfrm>
          <a:off x="3132721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203544"/>
              <a:satOff val="-254"/>
              <a:lumOff val="6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8468" y="335139"/>
        <a:ext cx="12741" cy="2550"/>
      </dsp:txXfrm>
    </dsp:sp>
    <dsp:sp modelId="{6E2E31A5-7AAD-46EA-A47C-2BDCFFFBE961}">
      <dsp:nvSpPr>
        <dsp:cNvPr id="0" name=""/>
        <dsp:cNvSpPr/>
      </dsp:nvSpPr>
      <dsp:spPr>
        <a:xfrm>
          <a:off x="2026537" y="402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95063"/>
                <a:satOff val="-243"/>
                <a:lumOff val="5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95063"/>
                <a:satOff val="-243"/>
                <a:lumOff val="5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CMP</a:t>
          </a:r>
        </a:p>
      </dsp:txBody>
      <dsp:txXfrm>
        <a:off x="2026537" y="4020"/>
        <a:ext cx="1107984" cy="664790"/>
      </dsp:txXfrm>
    </dsp:sp>
    <dsp:sp modelId="{7FAC8D11-EDA2-4B4A-9D9A-1CF1423BB9F9}">
      <dsp:nvSpPr>
        <dsp:cNvPr id="0" name=""/>
        <dsp:cNvSpPr/>
      </dsp:nvSpPr>
      <dsp:spPr>
        <a:xfrm>
          <a:off x="4495542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407089"/>
              <a:satOff val="-508"/>
              <a:lumOff val="11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01289" y="335139"/>
        <a:ext cx="12741" cy="2550"/>
      </dsp:txXfrm>
    </dsp:sp>
    <dsp:sp modelId="{40E3A341-8AF3-4FC0-A985-27AC6059C0F4}">
      <dsp:nvSpPr>
        <dsp:cNvPr id="0" name=""/>
        <dsp:cNvSpPr/>
      </dsp:nvSpPr>
      <dsp:spPr>
        <a:xfrm>
          <a:off x="3389357" y="402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90127"/>
                <a:satOff val="-487"/>
                <a:lumOff val="1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90127"/>
                <a:satOff val="-487"/>
                <a:lumOff val="1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TST</a:t>
          </a:r>
        </a:p>
      </dsp:txBody>
      <dsp:txXfrm>
        <a:off x="3389357" y="4020"/>
        <a:ext cx="1107984" cy="664790"/>
      </dsp:txXfrm>
    </dsp:sp>
    <dsp:sp modelId="{51780073-E994-4B1B-A54C-E27D7A5FAC22}">
      <dsp:nvSpPr>
        <dsp:cNvPr id="0" name=""/>
        <dsp:cNvSpPr/>
      </dsp:nvSpPr>
      <dsp:spPr>
        <a:xfrm>
          <a:off x="5858362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610633"/>
              <a:satOff val="-762"/>
              <a:lumOff val="17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64109" y="335139"/>
        <a:ext cx="12741" cy="2550"/>
      </dsp:txXfrm>
    </dsp:sp>
    <dsp:sp modelId="{E36E37E2-2A06-4424-937A-B711CE645DBA}">
      <dsp:nvSpPr>
        <dsp:cNvPr id="0" name=""/>
        <dsp:cNvSpPr/>
      </dsp:nvSpPr>
      <dsp:spPr>
        <a:xfrm>
          <a:off x="4752178" y="402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585190"/>
                <a:satOff val="-730"/>
                <a:lumOff val="17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585190"/>
                <a:satOff val="-730"/>
                <a:lumOff val="17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MOV</a:t>
          </a:r>
        </a:p>
      </dsp:txBody>
      <dsp:txXfrm>
        <a:off x="4752178" y="4020"/>
        <a:ext cx="1107984" cy="664790"/>
      </dsp:txXfrm>
    </dsp:sp>
    <dsp:sp modelId="{72803728-F7A2-4909-AF8F-3726C183CC49}">
      <dsp:nvSpPr>
        <dsp:cNvPr id="0" name=""/>
        <dsp:cNvSpPr/>
      </dsp:nvSpPr>
      <dsp:spPr>
        <a:xfrm>
          <a:off x="1217709" y="667010"/>
          <a:ext cx="5451281" cy="224236"/>
        </a:xfrm>
        <a:custGeom>
          <a:avLst/>
          <a:gdLst/>
          <a:ahLst/>
          <a:cxnLst/>
          <a:rect l="0" t="0" r="0" b="0"/>
          <a:pathLst>
            <a:path>
              <a:moveTo>
                <a:pt x="5451281" y="0"/>
              </a:moveTo>
              <a:lnTo>
                <a:pt x="5451281" y="129218"/>
              </a:lnTo>
              <a:lnTo>
                <a:pt x="0" y="129218"/>
              </a:lnTo>
              <a:lnTo>
                <a:pt x="0" y="224236"/>
              </a:lnTo>
            </a:path>
          </a:pathLst>
        </a:custGeom>
        <a:noFill/>
        <a:ln w="9525" cap="flat" cmpd="sng" algn="ctr">
          <a:solidFill>
            <a:schemeClr val="accent2">
              <a:hueOff val="814177"/>
              <a:satOff val="-1015"/>
              <a:lumOff val="23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6919" y="777853"/>
        <a:ext cx="272861" cy="2550"/>
      </dsp:txXfrm>
    </dsp:sp>
    <dsp:sp modelId="{C201D1BA-BA20-465E-8CAA-A8A5A21E9319}">
      <dsp:nvSpPr>
        <dsp:cNvPr id="0" name=""/>
        <dsp:cNvSpPr/>
      </dsp:nvSpPr>
      <dsp:spPr>
        <a:xfrm>
          <a:off x="6114998" y="402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780253"/>
                <a:satOff val="-973"/>
                <a:lumOff val="22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780253"/>
                <a:satOff val="-973"/>
                <a:lumOff val="22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SUB</a:t>
          </a:r>
        </a:p>
      </dsp:txBody>
      <dsp:txXfrm>
        <a:off x="6114998" y="4020"/>
        <a:ext cx="1107984" cy="664790"/>
      </dsp:txXfrm>
    </dsp:sp>
    <dsp:sp modelId="{C4801F8B-7118-4C36-AA68-4A77B1719293}">
      <dsp:nvSpPr>
        <dsp:cNvPr id="0" name=""/>
        <dsp:cNvSpPr/>
      </dsp:nvSpPr>
      <dsp:spPr>
        <a:xfrm>
          <a:off x="1769901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1017721"/>
              <a:satOff val="-1269"/>
              <a:lumOff val="29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5648" y="1254766"/>
        <a:ext cx="12741" cy="2550"/>
      </dsp:txXfrm>
    </dsp:sp>
    <dsp:sp modelId="{11D41588-5BF5-471B-860B-A69A114F4B21}">
      <dsp:nvSpPr>
        <dsp:cNvPr id="0" name=""/>
        <dsp:cNvSpPr/>
      </dsp:nvSpPr>
      <dsp:spPr>
        <a:xfrm>
          <a:off x="663717" y="923646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975316"/>
                <a:satOff val="-1216"/>
                <a:lumOff val="2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975316"/>
                <a:satOff val="-1216"/>
                <a:lumOff val="2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¿Qué instrucción realiza un salto incondicional?</a:t>
          </a:r>
        </a:p>
      </dsp:txBody>
      <dsp:txXfrm>
        <a:off x="663717" y="923646"/>
        <a:ext cx="1107984" cy="664790"/>
      </dsp:txXfrm>
    </dsp:sp>
    <dsp:sp modelId="{7C0DE92C-E935-4CEC-88E2-21CE4D5AE522}">
      <dsp:nvSpPr>
        <dsp:cNvPr id="0" name=""/>
        <dsp:cNvSpPr/>
      </dsp:nvSpPr>
      <dsp:spPr>
        <a:xfrm>
          <a:off x="3132721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1221266"/>
              <a:satOff val="-1523"/>
              <a:lumOff val="3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8468" y="1254766"/>
        <a:ext cx="12741" cy="2550"/>
      </dsp:txXfrm>
    </dsp:sp>
    <dsp:sp modelId="{EABEA0B8-2B9B-4A10-ABB2-57FDCB3FF334}">
      <dsp:nvSpPr>
        <dsp:cNvPr id="0" name=""/>
        <dsp:cNvSpPr/>
      </dsp:nvSpPr>
      <dsp:spPr>
        <a:xfrm>
          <a:off x="2026537" y="923646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B</a:t>
          </a:r>
        </a:p>
      </dsp:txBody>
      <dsp:txXfrm>
        <a:off x="2026537" y="923646"/>
        <a:ext cx="1107984" cy="664790"/>
      </dsp:txXfrm>
    </dsp:sp>
    <dsp:sp modelId="{E0966B59-6A86-4ADB-9484-057987E41F0B}">
      <dsp:nvSpPr>
        <dsp:cNvPr id="0" name=""/>
        <dsp:cNvSpPr/>
      </dsp:nvSpPr>
      <dsp:spPr>
        <a:xfrm>
          <a:off x="4495542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1424810"/>
              <a:satOff val="-1777"/>
              <a:lumOff val="41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01289" y="1254766"/>
        <a:ext cx="12741" cy="2550"/>
      </dsp:txXfrm>
    </dsp:sp>
    <dsp:sp modelId="{F970C794-8807-456E-8F88-86ACD62E7924}">
      <dsp:nvSpPr>
        <dsp:cNvPr id="0" name=""/>
        <dsp:cNvSpPr/>
      </dsp:nvSpPr>
      <dsp:spPr>
        <a:xfrm>
          <a:off x="3389357" y="923646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365443"/>
                <a:satOff val="-1703"/>
                <a:lumOff val="40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365443"/>
                <a:satOff val="-1703"/>
                <a:lumOff val="40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BEQ</a:t>
          </a:r>
        </a:p>
      </dsp:txBody>
      <dsp:txXfrm>
        <a:off x="3389357" y="923646"/>
        <a:ext cx="1107984" cy="664790"/>
      </dsp:txXfrm>
    </dsp:sp>
    <dsp:sp modelId="{B7937917-E2C2-4DAC-9E6E-EF2910405430}">
      <dsp:nvSpPr>
        <dsp:cNvPr id="0" name=""/>
        <dsp:cNvSpPr/>
      </dsp:nvSpPr>
      <dsp:spPr>
        <a:xfrm>
          <a:off x="5858362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1628354"/>
              <a:satOff val="-2031"/>
              <a:lumOff val="47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64109" y="1254766"/>
        <a:ext cx="12741" cy="2550"/>
      </dsp:txXfrm>
    </dsp:sp>
    <dsp:sp modelId="{ACE6105B-DCE6-4D5D-B116-CA10D6CB0010}">
      <dsp:nvSpPr>
        <dsp:cNvPr id="0" name=""/>
        <dsp:cNvSpPr/>
      </dsp:nvSpPr>
      <dsp:spPr>
        <a:xfrm>
          <a:off x="4752178" y="923646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CMP</a:t>
          </a:r>
        </a:p>
      </dsp:txBody>
      <dsp:txXfrm>
        <a:off x="4752178" y="923646"/>
        <a:ext cx="1107984" cy="664790"/>
      </dsp:txXfrm>
    </dsp:sp>
    <dsp:sp modelId="{EFBAC568-ADCE-43E8-9A89-F1FC6E69A321}">
      <dsp:nvSpPr>
        <dsp:cNvPr id="0" name=""/>
        <dsp:cNvSpPr/>
      </dsp:nvSpPr>
      <dsp:spPr>
        <a:xfrm>
          <a:off x="1217709" y="1586637"/>
          <a:ext cx="5451281" cy="224236"/>
        </a:xfrm>
        <a:custGeom>
          <a:avLst/>
          <a:gdLst/>
          <a:ahLst/>
          <a:cxnLst/>
          <a:rect l="0" t="0" r="0" b="0"/>
          <a:pathLst>
            <a:path>
              <a:moveTo>
                <a:pt x="5451281" y="0"/>
              </a:moveTo>
              <a:lnTo>
                <a:pt x="5451281" y="129218"/>
              </a:lnTo>
              <a:lnTo>
                <a:pt x="0" y="129218"/>
              </a:lnTo>
              <a:lnTo>
                <a:pt x="0" y="224236"/>
              </a:lnTo>
            </a:path>
          </a:pathLst>
        </a:custGeom>
        <a:noFill/>
        <a:ln w="9525" cap="flat" cmpd="sng" algn="ctr">
          <a:solidFill>
            <a:schemeClr val="accent2">
              <a:hueOff val="1831899"/>
              <a:satOff val="-2285"/>
              <a:lumOff val="53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6919" y="1697480"/>
        <a:ext cx="272861" cy="2550"/>
      </dsp:txXfrm>
    </dsp:sp>
    <dsp:sp modelId="{6C4DF16E-2CBD-4D5A-B874-465AFAC22012}">
      <dsp:nvSpPr>
        <dsp:cNvPr id="0" name=""/>
        <dsp:cNvSpPr/>
      </dsp:nvSpPr>
      <dsp:spPr>
        <a:xfrm>
          <a:off x="6114998" y="923646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755570"/>
                <a:satOff val="-2190"/>
                <a:lumOff val="5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755570"/>
                <a:satOff val="-2190"/>
                <a:lumOff val="5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BLT</a:t>
          </a:r>
        </a:p>
      </dsp:txBody>
      <dsp:txXfrm>
        <a:off x="6114998" y="923646"/>
        <a:ext cx="1107984" cy="664790"/>
      </dsp:txXfrm>
    </dsp:sp>
    <dsp:sp modelId="{D793B28C-BD87-4D52-91C8-A5C277580CCC}">
      <dsp:nvSpPr>
        <dsp:cNvPr id="0" name=""/>
        <dsp:cNvSpPr/>
      </dsp:nvSpPr>
      <dsp:spPr>
        <a:xfrm>
          <a:off x="1769901" y="2129949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2035443"/>
              <a:satOff val="-2539"/>
              <a:lumOff val="59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5648" y="2174393"/>
        <a:ext cx="12741" cy="2550"/>
      </dsp:txXfrm>
    </dsp:sp>
    <dsp:sp modelId="{67396D75-195E-4120-B818-04B7BF277F35}">
      <dsp:nvSpPr>
        <dsp:cNvPr id="0" name=""/>
        <dsp:cNvSpPr/>
      </dsp:nvSpPr>
      <dsp:spPr>
        <a:xfrm>
          <a:off x="663717" y="1843273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950633"/>
                <a:satOff val="-2433"/>
                <a:lumOff val="57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950633"/>
                <a:satOff val="-2433"/>
                <a:lumOff val="57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3. ¿Qué bandera indica igualdad tras una comparación?</a:t>
          </a:r>
        </a:p>
      </dsp:txBody>
      <dsp:txXfrm>
        <a:off x="663717" y="1843273"/>
        <a:ext cx="1107984" cy="664790"/>
      </dsp:txXfrm>
    </dsp:sp>
    <dsp:sp modelId="{0ACCD7D2-7661-4669-B721-B2BBE94DE01C}">
      <dsp:nvSpPr>
        <dsp:cNvPr id="0" name=""/>
        <dsp:cNvSpPr/>
      </dsp:nvSpPr>
      <dsp:spPr>
        <a:xfrm>
          <a:off x="3132721" y="2129949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2238987"/>
              <a:satOff val="-2793"/>
              <a:lumOff val="65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8468" y="2174393"/>
        <a:ext cx="12741" cy="2550"/>
      </dsp:txXfrm>
    </dsp:sp>
    <dsp:sp modelId="{D7944AFC-31A8-408E-9AF8-43BB519F3E56}">
      <dsp:nvSpPr>
        <dsp:cNvPr id="0" name=""/>
        <dsp:cNvSpPr/>
      </dsp:nvSpPr>
      <dsp:spPr>
        <a:xfrm>
          <a:off x="2026537" y="1843273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2145696"/>
                <a:satOff val="-2676"/>
                <a:lumOff val="62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145696"/>
                <a:satOff val="-2676"/>
                <a:lumOff val="62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N</a:t>
          </a:r>
        </a:p>
      </dsp:txBody>
      <dsp:txXfrm>
        <a:off x="2026537" y="1843273"/>
        <a:ext cx="1107984" cy="664790"/>
      </dsp:txXfrm>
    </dsp:sp>
    <dsp:sp modelId="{98B7676C-1FBD-48A2-93D7-7F786B8F2DE5}">
      <dsp:nvSpPr>
        <dsp:cNvPr id="0" name=""/>
        <dsp:cNvSpPr/>
      </dsp:nvSpPr>
      <dsp:spPr>
        <a:xfrm>
          <a:off x="4495542" y="2129949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2442532"/>
              <a:satOff val="-3046"/>
              <a:lumOff val="71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01289" y="2174393"/>
        <a:ext cx="12741" cy="2550"/>
      </dsp:txXfrm>
    </dsp:sp>
    <dsp:sp modelId="{1164B87A-C5B3-4A84-BD6B-E1CF4492F41A}">
      <dsp:nvSpPr>
        <dsp:cNvPr id="0" name=""/>
        <dsp:cNvSpPr/>
      </dsp:nvSpPr>
      <dsp:spPr>
        <a:xfrm>
          <a:off x="3389357" y="1843273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Z</a:t>
          </a:r>
        </a:p>
      </dsp:txBody>
      <dsp:txXfrm>
        <a:off x="3389357" y="1843273"/>
        <a:ext cx="1107984" cy="664790"/>
      </dsp:txXfrm>
    </dsp:sp>
    <dsp:sp modelId="{9AEFBACC-7EC5-43F0-A6A7-7E492D4156A7}">
      <dsp:nvSpPr>
        <dsp:cNvPr id="0" name=""/>
        <dsp:cNvSpPr/>
      </dsp:nvSpPr>
      <dsp:spPr>
        <a:xfrm>
          <a:off x="5858362" y="2129949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2646076"/>
              <a:satOff val="-3300"/>
              <a:lumOff val="77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64109" y="2174393"/>
        <a:ext cx="12741" cy="2550"/>
      </dsp:txXfrm>
    </dsp:sp>
    <dsp:sp modelId="{EDD54739-C0E3-42E0-8F65-0F08D05454D4}">
      <dsp:nvSpPr>
        <dsp:cNvPr id="0" name=""/>
        <dsp:cNvSpPr/>
      </dsp:nvSpPr>
      <dsp:spPr>
        <a:xfrm>
          <a:off x="4752178" y="1843273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2535823"/>
                <a:satOff val="-3163"/>
                <a:lumOff val="74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535823"/>
                <a:satOff val="-3163"/>
                <a:lumOff val="74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C</a:t>
          </a:r>
        </a:p>
      </dsp:txBody>
      <dsp:txXfrm>
        <a:off x="4752178" y="1843273"/>
        <a:ext cx="1107984" cy="664790"/>
      </dsp:txXfrm>
    </dsp:sp>
    <dsp:sp modelId="{6F3B77BC-EF99-4873-A304-888CA20D034D}">
      <dsp:nvSpPr>
        <dsp:cNvPr id="0" name=""/>
        <dsp:cNvSpPr/>
      </dsp:nvSpPr>
      <dsp:spPr>
        <a:xfrm>
          <a:off x="1217709" y="2506264"/>
          <a:ext cx="5451281" cy="224236"/>
        </a:xfrm>
        <a:custGeom>
          <a:avLst/>
          <a:gdLst/>
          <a:ahLst/>
          <a:cxnLst/>
          <a:rect l="0" t="0" r="0" b="0"/>
          <a:pathLst>
            <a:path>
              <a:moveTo>
                <a:pt x="5451281" y="0"/>
              </a:moveTo>
              <a:lnTo>
                <a:pt x="5451281" y="129218"/>
              </a:lnTo>
              <a:lnTo>
                <a:pt x="0" y="129218"/>
              </a:lnTo>
              <a:lnTo>
                <a:pt x="0" y="224236"/>
              </a:lnTo>
            </a:path>
          </a:pathLst>
        </a:custGeom>
        <a:noFill/>
        <a:ln w="9525" cap="flat" cmpd="sng" algn="ctr">
          <a:solidFill>
            <a:schemeClr val="accent2">
              <a:hueOff val="2849620"/>
              <a:satOff val="-3554"/>
              <a:lumOff val="83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6919" y="2617106"/>
        <a:ext cx="272861" cy="2550"/>
      </dsp:txXfrm>
    </dsp:sp>
    <dsp:sp modelId="{A7F88C6F-9954-4E69-B349-E6DF3FFA1BB6}">
      <dsp:nvSpPr>
        <dsp:cNvPr id="0" name=""/>
        <dsp:cNvSpPr/>
      </dsp:nvSpPr>
      <dsp:spPr>
        <a:xfrm>
          <a:off x="6114998" y="1843273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2730886"/>
                <a:satOff val="-3406"/>
                <a:lumOff val="80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730886"/>
                <a:satOff val="-3406"/>
                <a:lumOff val="80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V</a:t>
          </a:r>
        </a:p>
      </dsp:txBody>
      <dsp:txXfrm>
        <a:off x="6114998" y="1843273"/>
        <a:ext cx="1107984" cy="664790"/>
      </dsp:txXfrm>
    </dsp:sp>
    <dsp:sp modelId="{1CFC0447-C25F-431A-91E6-6C9AB29439F0}">
      <dsp:nvSpPr>
        <dsp:cNvPr id="0" name=""/>
        <dsp:cNvSpPr/>
      </dsp:nvSpPr>
      <dsp:spPr>
        <a:xfrm>
          <a:off x="1769901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3053165"/>
              <a:satOff val="-3808"/>
              <a:lumOff val="89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5648" y="3094020"/>
        <a:ext cx="12741" cy="2550"/>
      </dsp:txXfrm>
    </dsp:sp>
    <dsp:sp modelId="{D331805B-51B0-4DBD-B2C8-587B52DB4E82}">
      <dsp:nvSpPr>
        <dsp:cNvPr id="0" name=""/>
        <dsp:cNvSpPr/>
      </dsp:nvSpPr>
      <dsp:spPr>
        <a:xfrm>
          <a:off x="663717" y="276290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2925949"/>
                <a:satOff val="-3649"/>
                <a:lumOff val="8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925949"/>
                <a:satOff val="-3649"/>
                <a:lumOff val="8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4. ¿Qué instrucción permite implementar un ciclo?</a:t>
          </a:r>
        </a:p>
      </dsp:txBody>
      <dsp:txXfrm>
        <a:off x="663717" y="2762900"/>
        <a:ext cx="1107984" cy="664790"/>
      </dsp:txXfrm>
    </dsp:sp>
    <dsp:sp modelId="{4B9F02B6-5251-4FF8-8777-E7F53CCE32A2}">
      <dsp:nvSpPr>
        <dsp:cNvPr id="0" name=""/>
        <dsp:cNvSpPr/>
      </dsp:nvSpPr>
      <dsp:spPr>
        <a:xfrm>
          <a:off x="3132721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3256709"/>
              <a:satOff val="-4062"/>
              <a:lumOff val="95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8468" y="3094020"/>
        <a:ext cx="12741" cy="2550"/>
      </dsp:txXfrm>
    </dsp:sp>
    <dsp:sp modelId="{89EF7CEE-3076-42D7-A71D-D7A726270976}">
      <dsp:nvSpPr>
        <dsp:cNvPr id="0" name=""/>
        <dsp:cNvSpPr/>
      </dsp:nvSpPr>
      <dsp:spPr>
        <a:xfrm>
          <a:off x="2026537" y="276290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B</a:t>
          </a:r>
        </a:p>
      </dsp:txBody>
      <dsp:txXfrm>
        <a:off x="2026537" y="2762900"/>
        <a:ext cx="1107984" cy="664790"/>
      </dsp:txXfrm>
    </dsp:sp>
    <dsp:sp modelId="{31AE126D-423E-4690-937C-377AFA78F829}">
      <dsp:nvSpPr>
        <dsp:cNvPr id="0" name=""/>
        <dsp:cNvSpPr/>
      </dsp:nvSpPr>
      <dsp:spPr>
        <a:xfrm>
          <a:off x="4495542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3460253"/>
              <a:satOff val="-4316"/>
              <a:lumOff val="10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01289" y="3094020"/>
        <a:ext cx="12741" cy="2550"/>
      </dsp:txXfrm>
    </dsp:sp>
    <dsp:sp modelId="{29F437AC-2F04-48AC-82E7-00CA2C74C88F}">
      <dsp:nvSpPr>
        <dsp:cNvPr id="0" name=""/>
        <dsp:cNvSpPr/>
      </dsp:nvSpPr>
      <dsp:spPr>
        <a:xfrm>
          <a:off x="3389357" y="276290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316076"/>
                <a:satOff val="-4136"/>
                <a:lumOff val="9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316076"/>
                <a:satOff val="-4136"/>
                <a:lumOff val="9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CMP</a:t>
          </a:r>
        </a:p>
      </dsp:txBody>
      <dsp:txXfrm>
        <a:off x="3389357" y="2762900"/>
        <a:ext cx="1107984" cy="664790"/>
      </dsp:txXfrm>
    </dsp:sp>
    <dsp:sp modelId="{97E23D4E-7CF5-486B-998D-AA17190CCC33}">
      <dsp:nvSpPr>
        <dsp:cNvPr id="0" name=""/>
        <dsp:cNvSpPr/>
      </dsp:nvSpPr>
      <dsp:spPr>
        <a:xfrm>
          <a:off x="5858362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3663797"/>
              <a:satOff val="-4570"/>
              <a:lumOff val="107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64109" y="3094020"/>
        <a:ext cx="12741" cy="2550"/>
      </dsp:txXfrm>
    </dsp:sp>
    <dsp:sp modelId="{760BC7C9-87D3-49B8-AABE-3A57C66ABB75}">
      <dsp:nvSpPr>
        <dsp:cNvPr id="0" name=""/>
        <dsp:cNvSpPr/>
      </dsp:nvSpPr>
      <dsp:spPr>
        <a:xfrm>
          <a:off x="4752178" y="276290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RET</a:t>
          </a:r>
        </a:p>
      </dsp:txBody>
      <dsp:txXfrm>
        <a:off x="4752178" y="2762900"/>
        <a:ext cx="1107984" cy="664790"/>
      </dsp:txXfrm>
    </dsp:sp>
    <dsp:sp modelId="{E49210D4-4799-4D6B-AADF-A25E7E2C1FA4}">
      <dsp:nvSpPr>
        <dsp:cNvPr id="0" name=""/>
        <dsp:cNvSpPr/>
      </dsp:nvSpPr>
      <dsp:spPr>
        <a:xfrm>
          <a:off x="1217709" y="3425891"/>
          <a:ext cx="5451281" cy="224236"/>
        </a:xfrm>
        <a:custGeom>
          <a:avLst/>
          <a:gdLst/>
          <a:ahLst/>
          <a:cxnLst/>
          <a:rect l="0" t="0" r="0" b="0"/>
          <a:pathLst>
            <a:path>
              <a:moveTo>
                <a:pt x="5451281" y="0"/>
              </a:moveTo>
              <a:lnTo>
                <a:pt x="5451281" y="129218"/>
              </a:lnTo>
              <a:lnTo>
                <a:pt x="0" y="129218"/>
              </a:lnTo>
              <a:lnTo>
                <a:pt x="0" y="224236"/>
              </a:lnTo>
            </a:path>
          </a:pathLst>
        </a:custGeom>
        <a:noFill/>
        <a:ln w="9525" cap="flat" cmpd="sng" algn="ctr">
          <a:solidFill>
            <a:schemeClr val="accent2">
              <a:hueOff val="3867342"/>
              <a:satOff val="-4824"/>
              <a:lumOff val="113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6919" y="3536733"/>
        <a:ext cx="272861" cy="2550"/>
      </dsp:txXfrm>
    </dsp:sp>
    <dsp:sp modelId="{03F76791-025F-41C4-84DE-EE722281E04A}">
      <dsp:nvSpPr>
        <dsp:cNvPr id="0" name=""/>
        <dsp:cNvSpPr/>
      </dsp:nvSpPr>
      <dsp:spPr>
        <a:xfrm>
          <a:off x="6114998" y="276290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706203"/>
                <a:satOff val="-4623"/>
                <a:lumOff val="108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706203"/>
                <a:satOff val="-4623"/>
                <a:lumOff val="108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MOV</a:t>
          </a:r>
        </a:p>
      </dsp:txBody>
      <dsp:txXfrm>
        <a:off x="6114998" y="2762900"/>
        <a:ext cx="1107984" cy="664790"/>
      </dsp:txXfrm>
    </dsp:sp>
    <dsp:sp modelId="{24828FA6-4EF7-4A3F-B7D9-F4CA2E0EF793}">
      <dsp:nvSpPr>
        <dsp:cNvPr id="0" name=""/>
        <dsp:cNvSpPr/>
      </dsp:nvSpPr>
      <dsp:spPr>
        <a:xfrm>
          <a:off x="1769901" y="396920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4070886"/>
              <a:satOff val="-5077"/>
              <a:lumOff val="119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5648" y="4013647"/>
        <a:ext cx="12741" cy="2550"/>
      </dsp:txXfrm>
    </dsp:sp>
    <dsp:sp modelId="{B1323D6A-9328-4BAB-9FCA-E496CB9CD24E}">
      <dsp:nvSpPr>
        <dsp:cNvPr id="0" name=""/>
        <dsp:cNvSpPr/>
      </dsp:nvSpPr>
      <dsp:spPr>
        <a:xfrm>
          <a:off x="663717" y="3682527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901266"/>
                <a:satOff val="-4866"/>
                <a:lumOff val="114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901266"/>
                <a:satOff val="-4866"/>
                <a:lumOff val="114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5. ¿Qué estructura lógica permite ejecutar instrucciones repetidamente?</a:t>
          </a:r>
        </a:p>
      </dsp:txBody>
      <dsp:txXfrm>
        <a:off x="663717" y="3682527"/>
        <a:ext cx="1107984" cy="664790"/>
      </dsp:txXfrm>
    </dsp:sp>
    <dsp:sp modelId="{2F39EFFC-2399-4B3C-B55E-27C36B9950B0}">
      <dsp:nvSpPr>
        <dsp:cNvPr id="0" name=""/>
        <dsp:cNvSpPr/>
      </dsp:nvSpPr>
      <dsp:spPr>
        <a:xfrm>
          <a:off x="3132721" y="396920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4274431"/>
              <a:satOff val="-5331"/>
              <a:lumOff val="125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8468" y="4013647"/>
        <a:ext cx="12741" cy="2550"/>
      </dsp:txXfrm>
    </dsp:sp>
    <dsp:sp modelId="{F30A754B-4010-468D-B8EC-9498AD852E74}">
      <dsp:nvSpPr>
        <dsp:cNvPr id="0" name=""/>
        <dsp:cNvSpPr/>
      </dsp:nvSpPr>
      <dsp:spPr>
        <a:xfrm>
          <a:off x="2026537" y="3682527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4096329"/>
                <a:satOff val="-5109"/>
                <a:lumOff val="120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096329"/>
                <a:satOff val="-5109"/>
                <a:lumOff val="120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IF</a:t>
          </a:r>
        </a:p>
      </dsp:txBody>
      <dsp:txXfrm>
        <a:off x="2026537" y="3682527"/>
        <a:ext cx="1107984" cy="664790"/>
      </dsp:txXfrm>
    </dsp:sp>
    <dsp:sp modelId="{1A203CA3-EC85-448A-A47A-9B100B7527D2}">
      <dsp:nvSpPr>
        <dsp:cNvPr id="0" name=""/>
        <dsp:cNvSpPr/>
      </dsp:nvSpPr>
      <dsp:spPr>
        <a:xfrm>
          <a:off x="4495542" y="396920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4477975"/>
              <a:satOff val="-5585"/>
              <a:lumOff val="131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01289" y="4013647"/>
        <a:ext cx="12741" cy="2550"/>
      </dsp:txXfrm>
    </dsp:sp>
    <dsp:sp modelId="{6F828FE9-0318-4866-B5CC-75BF2831E42E}">
      <dsp:nvSpPr>
        <dsp:cNvPr id="0" name=""/>
        <dsp:cNvSpPr/>
      </dsp:nvSpPr>
      <dsp:spPr>
        <a:xfrm>
          <a:off x="3389357" y="3682527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4291393"/>
                <a:satOff val="-5352"/>
                <a:lumOff val="125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291393"/>
                <a:satOff val="-5352"/>
                <a:lumOff val="125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LOOP</a:t>
          </a:r>
        </a:p>
      </dsp:txBody>
      <dsp:txXfrm>
        <a:off x="3389357" y="3682527"/>
        <a:ext cx="1107984" cy="664790"/>
      </dsp:txXfrm>
    </dsp:sp>
    <dsp:sp modelId="{97ECC858-EC1A-4C0F-9CD4-D56A4D3DF2A5}">
      <dsp:nvSpPr>
        <dsp:cNvPr id="0" name=""/>
        <dsp:cNvSpPr/>
      </dsp:nvSpPr>
      <dsp:spPr>
        <a:xfrm>
          <a:off x="5858362" y="396920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64109" y="4013647"/>
        <a:ext cx="12741" cy="2550"/>
      </dsp:txXfrm>
    </dsp:sp>
    <dsp:sp modelId="{B726E35F-D26A-4093-91C3-37E4435DEE82}">
      <dsp:nvSpPr>
        <dsp:cNvPr id="0" name=""/>
        <dsp:cNvSpPr/>
      </dsp:nvSpPr>
      <dsp:spPr>
        <a:xfrm>
          <a:off x="4752178" y="3682527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4486456"/>
                <a:satOff val="-5596"/>
                <a:lumOff val="131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486456"/>
                <a:satOff val="-5596"/>
                <a:lumOff val="131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CALL</a:t>
          </a:r>
        </a:p>
      </dsp:txBody>
      <dsp:txXfrm>
        <a:off x="4752178" y="3682527"/>
        <a:ext cx="1107984" cy="664790"/>
      </dsp:txXfrm>
    </dsp:sp>
    <dsp:sp modelId="{C2A3F4F0-117C-48DE-9A4E-D1BCD18DE6CE}">
      <dsp:nvSpPr>
        <dsp:cNvPr id="0" name=""/>
        <dsp:cNvSpPr/>
      </dsp:nvSpPr>
      <dsp:spPr>
        <a:xfrm>
          <a:off x="6114998" y="3682527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RET</a:t>
          </a:r>
        </a:p>
      </dsp:txBody>
      <dsp:txXfrm>
        <a:off x="6114998" y="3682527"/>
        <a:ext cx="1107984" cy="6647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01457-C6DC-4EB4-B488-D14948606335}">
      <dsp:nvSpPr>
        <dsp:cNvPr id="0" name=""/>
        <dsp:cNvSpPr/>
      </dsp:nvSpPr>
      <dsp:spPr>
        <a:xfrm>
          <a:off x="0" y="681330"/>
          <a:ext cx="8195871" cy="1257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BCF14A-7F58-4BA5-AF54-F06D1FEF68AE}">
      <dsp:nvSpPr>
        <dsp:cNvPr id="0" name=""/>
        <dsp:cNvSpPr/>
      </dsp:nvSpPr>
      <dsp:spPr>
        <a:xfrm>
          <a:off x="380497" y="964345"/>
          <a:ext cx="691812" cy="691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A6ED10-1E83-47D0-8E65-D8C17262D628}">
      <dsp:nvSpPr>
        <dsp:cNvPr id="0" name=""/>
        <dsp:cNvSpPr/>
      </dsp:nvSpPr>
      <dsp:spPr>
        <a:xfrm>
          <a:off x="1452806" y="681330"/>
          <a:ext cx="6743064" cy="125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22" tIns="133122" rIns="133122" bIns="13312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ARM64 – Raspberry Pi (material técnico del curso)</a:t>
          </a:r>
        </a:p>
      </dsp:txBody>
      <dsp:txXfrm>
        <a:off x="1452806" y="681330"/>
        <a:ext cx="6743064" cy="1257841"/>
      </dsp:txXfrm>
    </dsp:sp>
    <dsp:sp modelId="{FAE9BD37-386E-4613-A742-464A1898EFB2}">
      <dsp:nvSpPr>
        <dsp:cNvPr id="0" name=""/>
        <dsp:cNvSpPr/>
      </dsp:nvSpPr>
      <dsp:spPr>
        <a:xfrm>
          <a:off x="0" y="2253632"/>
          <a:ext cx="8195871" cy="12578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C0988D-F6E4-4C85-9AF7-0B92327C1CCE}">
      <dsp:nvSpPr>
        <dsp:cNvPr id="0" name=""/>
        <dsp:cNvSpPr/>
      </dsp:nvSpPr>
      <dsp:spPr>
        <a:xfrm>
          <a:off x="380497" y="2536647"/>
          <a:ext cx="691812" cy="691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793B6-2CB0-4851-9322-F2AA3853B13B}">
      <dsp:nvSpPr>
        <dsp:cNvPr id="0" name=""/>
        <dsp:cNvSpPr/>
      </dsp:nvSpPr>
      <dsp:spPr>
        <a:xfrm>
          <a:off x="1452806" y="2253632"/>
          <a:ext cx="6743064" cy="125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22" tIns="133122" rIns="133122" bIns="13312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Patterson, D., &amp; Hennessy, J. (2018). *Computer Organization and Design ARM Edition.*</a:t>
          </a:r>
        </a:p>
      </dsp:txBody>
      <dsp:txXfrm>
        <a:off x="1452806" y="2253632"/>
        <a:ext cx="6743064" cy="12578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1489497"/>
            <a:ext cx="3172575" cy="338749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 defTabSz="914400">
              <a:spcBef>
                <a:spcPts val="0"/>
              </a:spcBef>
              <a:spcAft>
                <a:spcPts val="600"/>
              </a:spcAft>
            </a:pPr>
            <a:r>
              <a:rPr lang="es-ES" sz="2800" dirty="0">
                <a:solidFill>
                  <a:schemeClr val="bg1"/>
                </a:solidFill>
                <a:ea typeface="Calibri"/>
                <a:cs typeface="Calibri"/>
              </a:rPr>
              <a:t>Escuela de Ingeniería en Ciencias y Sistemas</a:t>
            </a:r>
            <a:endParaRPr lang="en-US" sz="2800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 defTabSz="914400">
              <a:spcBef>
                <a:spcPts val="0"/>
              </a:spcBef>
              <a:spcAft>
                <a:spcPts val="600"/>
              </a:spcAft>
            </a:pPr>
            <a:r>
              <a:rPr lang="es-ES" sz="2800" dirty="0">
                <a:solidFill>
                  <a:schemeClr val="bg1"/>
                </a:solidFill>
                <a:ea typeface="Calibri"/>
                <a:cs typeface="Calibri"/>
              </a:rPr>
              <a:t>Facultad de Ingeniería</a:t>
            </a:r>
            <a:endParaRPr lang="en-US" sz="2800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 defTabSz="914400">
              <a:spcBef>
                <a:spcPts val="0"/>
              </a:spcBef>
              <a:spcAft>
                <a:spcPts val="600"/>
              </a:spcAft>
            </a:pPr>
            <a:r>
              <a:rPr lang="es-ES" sz="2800" dirty="0">
                <a:solidFill>
                  <a:schemeClr val="bg1"/>
                </a:solidFill>
                <a:ea typeface="Calibri"/>
                <a:cs typeface="Calibri"/>
              </a:rPr>
              <a:t>Universidad de San Carlos de Guatemala</a:t>
            </a:r>
            <a:endParaRPr lang="en-US" sz="6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8" name="TextBox 2"/>
          <p:cNvSpPr txBox="1"/>
          <p:nvPr/>
        </p:nvSpPr>
        <p:spPr>
          <a:xfrm>
            <a:off x="4877368" y="649480"/>
            <a:ext cx="3646835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ctr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 err="1"/>
              <a:t>Arquitectura</a:t>
            </a:r>
            <a:r>
              <a:rPr lang="en-US" sz="3000" dirty="0"/>
              <a:t> de </a:t>
            </a:r>
            <a:r>
              <a:rPr lang="en-US" sz="3000" dirty="0" err="1"/>
              <a:t>Computadoras</a:t>
            </a:r>
            <a:r>
              <a:rPr lang="en-US" sz="3000" dirty="0"/>
              <a:t> y </a:t>
            </a:r>
            <a:r>
              <a:rPr lang="en-US" sz="3000" dirty="0" err="1"/>
              <a:t>Ensambladores</a:t>
            </a:r>
            <a:r>
              <a:rPr lang="en-US" sz="3000" dirty="0"/>
              <a:t> 1</a:t>
            </a:r>
          </a:p>
          <a:p>
            <a:pPr indent="-228600" algn="ctr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Semana 8: Control de </a:t>
            </a:r>
            <a:r>
              <a:rPr lang="en-US" sz="3000" dirty="0" err="1"/>
              <a:t>Flujo</a:t>
            </a:r>
            <a:r>
              <a:rPr lang="en-US" sz="3000" dirty="0"/>
              <a:t> y </a:t>
            </a:r>
            <a:r>
              <a:rPr lang="en-US" sz="3000" dirty="0" err="1"/>
              <a:t>Ciclos</a:t>
            </a:r>
            <a:r>
              <a:rPr lang="en-US" sz="3000" dirty="0"/>
              <a:t> </a:t>
            </a:r>
            <a:r>
              <a:rPr lang="en-US" sz="3000" dirty="0" err="1"/>
              <a:t>en</a:t>
            </a:r>
            <a:r>
              <a:rPr lang="en-US" sz="3000" dirty="0"/>
              <a:t> ARM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Competencia que desarrollaremos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1700"/>
              <a:t>El estudiante diseña estructuras de control en lenguaje ensamblador ARM64 utilizando saltos condicionales y bucles para resolver problemas secuenciales y repetitivos.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Contenido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8976B9-B653-906E-93FF-DB8C44B093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387425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Ejemplo práctico – Estructura IF–ELSE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1700"/>
              <a:t>MOV x0, #10</a:t>
            </a:r>
          </a:p>
          <a:p>
            <a:r>
              <a:rPr lang="es-ES" sz="1700"/>
              <a:t>MOV x1, #20</a:t>
            </a:r>
          </a:p>
          <a:p>
            <a:r>
              <a:rPr lang="es-ES" sz="1700"/>
              <a:t>CMP x0, x1</a:t>
            </a:r>
          </a:p>
          <a:p>
            <a:r>
              <a:rPr lang="es-ES" sz="1700"/>
              <a:t>B.GT mayor</a:t>
            </a:r>
          </a:p>
          <a:p>
            <a:r>
              <a:rPr lang="es-ES" sz="1700"/>
              <a:t>MOV x2, #0</a:t>
            </a:r>
          </a:p>
          <a:p>
            <a:r>
              <a:rPr lang="es-ES" sz="1700"/>
              <a:t>B fin</a:t>
            </a:r>
          </a:p>
          <a:p>
            <a:r>
              <a:rPr lang="es-ES" sz="1700"/>
              <a:t>mayor:</a:t>
            </a:r>
          </a:p>
          <a:p>
            <a:r>
              <a:rPr lang="es-ES" sz="1700"/>
              <a:t>MOV x2, #1</a:t>
            </a:r>
          </a:p>
          <a:p>
            <a:r>
              <a:rPr lang="es-ES" sz="1700"/>
              <a:t>fin:</a:t>
            </a:r>
          </a:p>
          <a:p>
            <a:r>
              <a:rPr lang="es-ES" sz="1700"/>
              <a:t>RET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Ejemplo práctico – Ciclo 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1700"/>
              <a:t>MOV x0, #0</a:t>
            </a:r>
          </a:p>
          <a:p>
            <a:r>
              <a:rPr lang="es-ES" sz="1700"/>
              <a:t>MOV x1, #5</a:t>
            </a:r>
          </a:p>
          <a:p>
            <a:r>
              <a:rPr lang="es-ES" sz="1700"/>
              <a:t>loop:</a:t>
            </a:r>
          </a:p>
          <a:p>
            <a:r>
              <a:rPr lang="es-ES" sz="1700"/>
              <a:t>CMP x0, x1</a:t>
            </a:r>
          </a:p>
          <a:p>
            <a:r>
              <a:rPr lang="es-ES" sz="1700"/>
              <a:t>B.EQ fin</a:t>
            </a:r>
          </a:p>
          <a:p>
            <a:r>
              <a:rPr lang="es-ES" sz="1700"/>
              <a:t>ADD x0, x0, #1</a:t>
            </a:r>
          </a:p>
          <a:p>
            <a:r>
              <a:rPr lang="es-ES" sz="1700"/>
              <a:t>B loop</a:t>
            </a:r>
          </a:p>
          <a:p>
            <a:r>
              <a:rPr lang="es-ES" sz="1700"/>
              <a:t>fin:</a:t>
            </a:r>
          </a:p>
          <a:p>
            <a:r>
              <a:rPr lang="es-ES" sz="1700"/>
              <a:t>RET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Conceptos clave aprendidos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81F9E3-0B71-5D64-90A9-29F17F2D63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904850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Valor y/o actitud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432679-EBE3-9842-1F4C-FD382D54FA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764444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B0A7A3-C6A1-7258-5E41-F56E84CBB78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8251" r="8044" b="5809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/>
              <a:t>Evaluación - Semana 8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5B897623-E6AC-3F3F-3879-F29DA16BD1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78254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Referencias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135BBE-DACE-D518-4195-655712ED6B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373020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429</Words>
  <Application>Microsoft Office PowerPoint</Application>
  <PresentationFormat>Presentación en pantalla (4:3)</PresentationFormat>
  <Paragraphs>72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Escuela de Ingeniería en Ciencias y Sistemas Facultad de Ingeniería Universidad de San Carlos de Guatemala</vt:lpstr>
      <vt:lpstr>Competencia que desarrollaremos</vt:lpstr>
      <vt:lpstr>Contenido</vt:lpstr>
      <vt:lpstr>Ejemplo práctico – Estructura IF–ELSE</vt:lpstr>
      <vt:lpstr>Ejemplo práctico – Ciclo WHILE</vt:lpstr>
      <vt:lpstr>Conceptos clave aprendidos</vt:lpstr>
      <vt:lpstr>Valor y/o actitud</vt:lpstr>
      <vt:lpstr>Evaluación - Semana 8</vt:lpstr>
      <vt:lpstr>Referencias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C IT</cp:lastModifiedBy>
  <cp:revision>18</cp:revision>
  <dcterms:created xsi:type="dcterms:W3CDTF">2013-01-27T09:14:16Z</dcterms:created>
  <dcterms:modified xsi:type="dcterms:W3CDTF">2025-11-05T22:04:59Z</dcterms:modified>
  <cp:category/>
</cp:coreProperties>
</file>