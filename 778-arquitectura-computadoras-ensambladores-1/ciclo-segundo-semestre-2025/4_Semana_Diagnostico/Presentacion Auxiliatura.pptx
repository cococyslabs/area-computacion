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Sor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/hiJV7q2SWOMFPFL4JI1nwUT0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ra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11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11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11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4" name="Google Shape;14;p11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" name="Google Shape;15;p11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11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7" name="Google Shape;17;p11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8" name="Google Shape;18;p11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11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0" name="Google Shape;20;p11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1" name="Google Shape;21;p11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22" name="Google Shape;22;p11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11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1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12"/>
          <p:cNvSpPr txBox="1"/>
          <p:nvPr>
            <p:ph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12"/>
          <p:cNvSpPr txBox="1"/>
          <p:nvPr>
            <p:ph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12"/>
          <p:cNvSpPr txBox="1"/>
          <p:nvPr>
            <p:ph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12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" name="Google Shape;36;p12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" name="Google Shape;37;p12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" name="Google Shape;38;p12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9" name="Google Shape;39;p12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40" name="Google Shape;40;p12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12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3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" name="Google Shape;50;p1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51" name="Google Shape;51;p1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2" name="Google Shape;52;p1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3" name="Google Shape;53;p1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57" name="Google Shape;57;p14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58" name="Google Shape;58;p14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59" name="Google Shape;59;p1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63" name="Google Shape;63;p14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4" name="Google Shape;64;p14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8" name="Google Shape;68;p15"/>
          <p:cNvGrpSpPr/>
          <p:nvPr/>
        </p:nvGrpSpPr>
        <p:grpSpPr>
          <a:xfrm>
            <a:off x="-135425" y="-190387"/>
            <a:ext cx="9421725" cy="5232812"/>
            <a:chOff x="-135425" y="-190387"/>
            <a:chExt cx="9421725" cy="5232812"/>
          </a:xfrm>
        </p:grpSpPr>
        <p:cxnSp>
          <p:nvCxnSpPr>
            <p:cNvPr id="69" name="Google Shape;69;p15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0" name="Google Shape;70;p15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1" name="Google Shape;71;p15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2" name="Google Shape;72;p15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3" name="Google Shape;73;p15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74" name="Google Shape;74;p15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75" name="Google Shape;75;p1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80" name="Google Shape;80;p16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81" name="Google Shape;81;p16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88" name="Google Shape;88;p1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89" name="Google Shape;89;p18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90" name="Google Shape;90;p18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91" name="Google Shape;91;p1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92" name="Google Shape;92;p18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93" name="Google Shape;93;p18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94" name="Google Shape;94;p1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95" name="Google Shape;95;p1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96" name="Google Shape;96;p1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97" name="Google Shape;97;p1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98" name="Google Shape;98;p18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102" name="Google Shape;102;p1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3" name="Google Shape;103;p1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4" name="Google Shape;104;p1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05" name="Google Shape;105;p19"/>
          <p:cNvGrpSpPr/>
          <p:nvPr/>
        </p:nvGrpSpPr>
        <p:grpSpPr>
          <a:xfrm>
            <a:off x="64493" y="394791"/>
            <a:ext cx="400449" cy="2933145"/>
            <a:chOff x="7553711" y="-2334286"/>
            <a:chExt cx="455625" cy="3337291"/>
          </a:xfrm>
        </p:grpSpPr>
        <p:sp>
          <p:nvSpPr>
            <p:cNvPr id="106" name="Google Shape;106;p1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3013781500101@ingenieria.usac.edu.gt" TargetMode="External"/><Relationship Id="rId4" Type="http://schemas.openxmlformats.org/officeDocument/2006/relationships/hyperlink" Target="mailto:josemalopezlemus@gmail.com" TargetMode="External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/>
              <a:t>Arquitectura de Computadores y Ensambladores 1</a:t>
            </a:r>
            <a:endParaRPr sz="3600"/>
          </a:p>
        </p:txBody>
      </p:sp>
      <p:sp>
        <p:nvSpPr>
          <p:cNvPr id="114" name="Google Shape;114;p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Horario: </a:t>
            </a:r>
            <a:r>
              <a:rPr lang="en"/>
              <a:t>13:50 a 15:30   </a:t>
            </a:r>
            <a:r>
              <a:rPr b="1" lang="en"/>
              <a:t>Salón: </a:t>
            </a:r>
            <a:r>
              <a:rPr lang="en"/>
              <a:t>209 T-3</a:t>
            </a:r>
            <a:endParaRPr/>
          </a:p>
        </p:txBody>
      </p:sp>
      <p:cxnSp>
        <p:nvCxnSpPr>
          <p:cNvPr id="115" name="Google Shape;115;p1"/>
          <p:cNvCxnSpPr>
            <a:endCxn id="114" idx="1"/>
          </p:cNvCxnSpPr>
          <p:nvPr/>
        </p:nvCxnSpPr>
        <p:spPr>
          <a:xfrm flipH="1" rot="-5400000">
            <a:off x="1987200" y="10095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16" name="Google Shape;116;p1"/>
          <p:cNvSpPr/>
          <p:nvPr/>
        </p:nvSpPr>
        <p:spPr>
          <a:xfrm>
            <a:off x="2668473" y="3505539"/>
            <a:ext cx="1443253" cy="1153471"/>
          </a:xfrm>
          <a:custGeom>
            <a:rect b="b" l="l" r="r" t="t"/>
            <a:pathLst>
              <a:path extrusionOk="0" h="3896454" w="4659436">
                <a:moveTo>
                  <a:pt x="0" y="0"/>
                </a:moveTo>
                <a:lnTo>
                  <a:pt x="4659436" y="0"/>
                </a:lnTo>
                <a:lnTo>
                  <a:pt x="4659436" y="3896453"/>
                </a:lnTo>
                <a:lnTo>
                  <a:pt x="0" y="3896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bujo animado de un personaje animado&#10;&#10;El contenido generado por IA puede ser incorrecto." id="117" name="Google Shape;1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300" y="573900"/>
            <a:ext cx="2663800" cy="39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811440" y="6088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/>
              <a:t>Agenda</a:t>
            </a:r>
            <a:endParaRPr sz="4000"/>
          </a:p>
        </p:txBody>
      </p:sp>
      <p:sp>
        <p:nvSpPr>
          <p:cNvPr id="123" name="Google Shape;123;p2"/>
          <p:cNvSpPr txBox="1"/>
          <p:nvPr>
            <p:ph idx="5" type="title"/>
          </p:nvPr>
        </p:nvSpPr>
        <p:spPr>
          <a:xfrm>
            <a:off x="3031352" y="1641624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/>
              <a:t>01</a:t>
            </a:r>
            <a:endParaRPr/>
          </a:p>
        </p:txBody>
      </p:sp>
      <p:sp>
        <p:nvSpPr>
          <p:cNvPr id="124" name="Google Shape;124;p2"/>
          <p:cNvSpPr txBox="1"/>
          <p:nvPr>
            <p:ph idx="9" type="subTitle"/>
          </p:nvPr>
        </p:nvSpPr>
        <p:spPr>
          <a:xfrm>
            <a:off x="3532247" y="1695369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Presentación Auxiliar</a:t>
            </a:r>
            <a:endParaRPr/>
          </a:p>
        </p:txBody>
      </p:sp>
      <p:sp>
        <p:nvSpPr>
          <p:cNvPr id="125" name="Google Shape;125;p2"/>
          <p:cNvSpPr txBox="1"/>
          <p:nvPr>
            <p:ph idx="13" type="subTitle"/>
          </p:nvPr>
        </p:nvSpPr>
        <p:spPr>
          <a:xfrm>
            <a:off x="3532247" y="210180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Presentación de Estudiantes</a:t>
            </a:r>
            <a:endParaRPr/>
          </a:p>
        </p:txBody>
      </p:sp>
      <p:sp>
        <p:nvSpPr>
          <p:cNvPr id="126" name="Google Shape;126;p2"/>
          <p:cNvSpPr txBox="1"/>
          <p:nvPr>
            <p:ph idx="14" type="subTitle"/>
          </p:nvPr>
        </p:nvSpPr>
        <p:spPr>
          <a:xfrm>
            <a:off x="3532247" y="2489729"/>
            <a:ext cx="4896830" cy="4127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Evaluación Conocimientos Previos</a:t>
            </a:r>
            <a:endParaRPr/>
          </a:p>
        </p:txBody>
      </p:sp>
      <p:sp>
        <p:nvSpPr>
          <p:cNvPr id="127" name="Google Shape;127;p2"/>
          <p:cNvSpPr txBox="1"/>
          <p:nvPr>
            <p:ph idx="15" type="subTitle"/>
          </p:nvPr>
        </p:nvSpPr>
        <p:spPr>
          <a:xfrm>
            <a:off x="3532247" y="293261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Lectura Programa del Curso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3532247" y="3400373"/>
            <a:ext cx="4983193" cy="31304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Evaluación Conocimientos Actuales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3532247" y="381901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Preguntas o Dudas del curso?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3031352" y="2036838"/>
            <a:ext cx="500892" cy="33559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3031350" y="2497265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3031350" y="2924467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3031349" y="3329152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3031348" y="3756354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/>
          </a:p>
        </p:txBody>
      </p:sp>
      <p:pic>
        <p:nvPicPr>
          <p:cNvPr descr="Forma&#10;&#10;El contenido generado por IA puede ser incorrecto." id="135" name="Google Shape;1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501" y="1046755"/>
            <a:ext cx="2138845" cy="3298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¿Quien soy?</a:t>
            </a:r>
            <a:endParaRPr/>
          </a:p>
        </p:txBody>
      </p:sp>
      <p:sp>
        <p:nvSpPr>
          <p:cNvPr id="141" name="Google Shape;141;p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Presentación Auxiliar</a:t>
            </a:r>
            <a:endParaRPr/>
          </a:p>
        </p:txBody>
      </p:sp>
      <p:cxnSp>
        <p:nvCxnSpPr>
          <p:cNvPr id="142" name="Google Shape;142;p3"/>
          <p:cNvCxnSpPr>
            <a:stCxn id="141" idx="3"/>
          </p:cNvCxnSpPr>
          <p:nvPr/>
        </p:nvCxnSpPr>
        <p:spPr>
          <a:xfrm flipH="1" rot="10800000">
            <a:off x="4764900" y="10580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43" name="Google Shape;143;p3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Dibujo animado de un personaje animado&#10;&#10;El contenido generado por IA puede ser incorrecto." id="144" name="Google Shape;1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865929"/>
            <a:ext cx="2479212" cy="368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4906675" y="89929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Jose Manuel López Lemus</a:t>
            </a:r>
            <a:endParaRPr/>
          </a:p>
        </p:txBody>
      </p:sp>
      <p:sp>
        <p:nvSpPr>
          <p:cNvPr id="150" name="Google Shape;150;p4"/>
          <p:cNvSpPr txBox="1"/>
          <p:nvPr>
            <p:ph idx="1" type="subTitle"/>
          </p:nvPr>
        </p:nvSpPr>
        <p:spPr>
          <a:xfrm>
            <a:off x="4906675" y="240939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Correo Institucional: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3013781500101@ingenieria.usac.edu.gt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Correo Personal: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josemalopezlemus@gmail.com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Imagen que contiene Icono&#10;&#10;El contenido generado por IA puede ser incorrecto." id="151" name="Google Shape;1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4566" y="645587"/>
            <a:ext cx="2771684" cy="415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400"/>
              <a:t>Presentación de Estudiantes</a:t>
            </a:r>
            <a:endParaRPr sz="4400"/>
          </a:p>
        </p:txBody>
      </p:sp>
      <p:cxnSp>
        <p:nvCxnSpPr>
          <p:cNvPr id="157" name="Google Shape;157;p5"/>
          <p:cNvCxnSpPr>
            <a:endCxn id="156" idx="0"/>
          </p:cNvCxnSpPr>
          <p:nvPr/>
        </p:nvCxnSpPr>
        <p:spPr>
          <a:xfrm flipH="1" rot="-5400000">
            <a:off x="3319200" y="302813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58" name="Google Shape;158;p5"/>
          <p:cNvCxnSpPr>
            <a:stCxn id="156" idx="3"/>
          </p:cNvCxnSpPr>
          <p:nvPr/>
        </p:nvCxnSpPr>
        <p:spPr>
          <a:xfrm>
            <a:off x="7860000" y="2235713"/>
            <a:ext cx="600" cy="10380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59" name="Google Shape;159;p5"/>
          <p:cNvCxnSpPr/>
          <p:nvPr/>
        </p:nvCxnSpPr>
        <p:spPr>
          <a:xfrm>
            <a:off x="4572000" y="3456488"/>
            <a:ext cx="4025700" cy="8631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60" name="Google Shape;160;p5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Imagen que contiene Forma&#10;&#10;El contenido generado por IA puede ser incorrecto."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5211" y="2700869"/>
            <a:ext cx="1485686" cy="2282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1112520" y="532425"/>
            <a:ext cx="18440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Cuál ha sido el curso que más se te ha dificultado?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6344920" y="505211"/>
            <a:ext cx="18440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Cuál ha sido el curso más fácil que has ganado?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112520" y="3407776"/>
            <a:ext cx="18440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Qué has escuchado acerca del curso de ACYE1?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711110" y="3580700"/>
            <a:ext cx="214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Habilidad que tengas o un dato random que quisieras compartir?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>
            <a:off x="3957770" y="1427010"/>
            <a:ext cx="4416102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/>
              <a:t>Evaluación Conocimientos Previos</a:t>
            </a:r>
            <a:endParaRPr sz="4000"/>
          </a:p>
        </p:txBody>
      </p:sp>
      <p:pic>
        <p:nvPicPr>
          <p:cNvPr descr="Dibujo animado de un personaje animado&#10;&#10;El contenido generado por IA puede ser incorrecto."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8162" y="581895"/>
            <a:ext cx="2383010" cy="3796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400"/>
              <a:t>Lectura Programa del Curso</a:t>
            </a:r>
            <a:endParaRPr sz="4400"/>
          </a:p>
        </p:txBody>
      </p:sp>
      <p:cxnSp>
        <p:nvCxnSpPr>
          <p:cNvPr id="177" name="Google Shape;177;p7"/>
          <p:cNvCxnSpPr>
            <a:endCxn id="176" idx="0"/>
          </p:cNvCxnSpPr>
          <p:nvPr/>
        </p:nvCxnSpPr>
        <p:spPr>
          <a:xfrm flipH="1" rot="-5400000">
            <a:off x="3319200" y="302813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78" name="Google Shape;178;p7"/>
          <p:cNvCxnSpPr>
            <a:stCxn id="176" idx="3"/>
          </p:cNvCxnSpPr>
          <p:nvPr/>
        </p:nvCxnSpPr>
        <p:spPr>
          <a:xfrm>
            <a:off x="7860000" y="2235713"/>
            <a:ext cx="600" cy="10380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79" name="Google Shape;179;p7"/>
          <p:cNvCxnSpPr/>
          <p:nvPr/>
        </p:nvCxnSpPr>
        <p:spPr>
          <a:xfrm>
            <a:off x="4572000" y="3456488"/>
            <a:ext cx="4025700" cy="8631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80" name="Google Shape;180;p7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Dibujo animado de un personaje animado&#10;&#10;El contenido generado por IA puede ser incorrecto.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4850" y="2060448"/>
            <a:ext cx="1768828" cy="308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3866330" y="1366050"/>
            <a:ext cx="4416102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/>
              <a:t>Evaluación Conocimientos Actuales</a:t>
            </a:r>
            <a:endParaRPr sz="4000"/>
          </a:p>
        </p:txBody>
      </p:sp>
      <p:pic>
        <p:nvPicPr>
          <p:cNvPr descr="Icono&#10;&#10;El contenido generado por IA puede ser incorrecto."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195" y="606825"/>
            <a:ext cx="2616758" cy="36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400"/>
              <a:t>Preguntas o Dudas?</a:t>
            </a:r>
            <a:endParaRPr sz="4400"/>
          </a:p>
        </p:txBody>
      </p:sp>
      <p:cxnSp>
        <p:nvCxnSpPr>
          <p:cNvPr id="193" name="Google Shape;193;p9"/>
          <p:cNvCxnSpPr>
            <a:endCxn id="192" idx="0"/>
          </p:cNvCxnSpPr>
          <p:nvPr/>
        </p:nvCxnSpPr>
        <p:spPr>
          <a:xfrm flipH="1" rot="-5400000">
            <a:off x="3319200" y="302813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94" name="Google Shape;194;p9"/>
          <p:cNvCxnSpPr>
            <a:stCxn id="192" idx="3"/>
          </p:cNvCxnSpPr>
          <p:nvPr/>
        </p:nvCxnSpPr>
        <p:spPr>
          <a:xfrm>
            <a:off x="7860000" y="2235713"/>
            <a:ext cx="600" cy="10380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95" name="Google Shape;195;p9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Dibujo animado de un personaje animado&#10;&#10;El contenido generado por IA puede ser incorrecto.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2421" y="2452217"/>
            <a:ext cx="1439158" cy="250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Angela Escobar</dc:creator>
</cp:coreProperties>
</file>