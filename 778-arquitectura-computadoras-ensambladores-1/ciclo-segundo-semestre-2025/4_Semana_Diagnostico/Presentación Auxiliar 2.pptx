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5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3" r:id="rId11"/>
    <p:sldId id="262" r:id="rId12"/>
  </p:sldIdLst>
  <p:sldSz cx="12192000" cy="6858000"/>
  <p:notesSz cx="6858000" cy="9144000"/>
  <p:defaultTextStyle>
    <a:defPPr>
      <a:defRPr lang="es-G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hyperlink" Target="mailto:josueguevara792@gmail.com" TargetMode="External"/><Relationship Id="rId1" Type="http://schemas.openxmlformats.org/officeDocument/2006/relationships/hyperlink" Target="mailto:3663830780101@ingenieria.usac.edu.gt" TargetMode="External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hyperlink" Target="mailto:josueguevara792@gmail.com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9.sv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8.png"/><Relationship Id="rId5" Type="http://schemas.openxmlformats.org/officeDocument/2006/relationships/hyperlink" Target="mailto:3663830780101@ingenieria.usac.edu.gt" TargetMode="External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2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37206AE-DABC-452B-B404-295E19F36C7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7372998-19D4-4F66-AFD1-2D75C8B80200}">
      <dgm:prSet/>
      <dgm:spPr/>
      <dgm:t>
        <a:bodyPr/>
        <a:lstStyle/>
        <a:p>
          <a:r>
            <a:rPr lang="es-GT"/>
            <a:t>Presentación Auxiliar</a:t>
          </a:r>
          <a:endParaRPr lang="en-US"/>
        </a:p>
      </dgm:t>
    </dgm:pt>
    <dgm:pt modelId="{6261E33A-604F-434E-8044-304E53F8E72E}" type="parTrans" cxnId="{0F0F1955-BED3-4BF0-AFC0-91A261A167AB}">
      <dgm:prSet/>
      <dgm:spPr/>
      <dgm:t>
        <a:bodyPr/>
        <a:lstStyle/>
        <a:p>
          <a:endParaRPr lang="en-US"/>
        </a:p>
      </dgm:t>
    </dgm:pt>
    <dgm:pt modelId="{533E7170-3EBF-4165-806A-1603ADCD3FCD}" type="sibTrans" cxnId="{0F0F1955-BED3-4BF0-AFC0-91A261A167AB}">
      <dgm:prSet/>
      <dgm:spPr/>
      <dgm:t>
        <a:bodyPr/>
        <a:lstStyle/>
        <a:p>
          <a:endParaRPr lang="en-US"/>
        </a:p>
      </dgm:t>
    </dgm:pt>
    <dgm:pt modelId="{F32CFAAF-F2AB-4820-BAE9-82AAE5482667}">
      <dgm:prSet/>
      <dgm:spPr/>
      <dgm:t>
        <a:bodyPr/>
        <a:lstStyle/>
        <a:p>
          <a:r>
            <a:rPr lang="es-GT"/>
            <a:t>Presentación de Estudiantes</a:t>
          </a:r>
          <a:endParaRPr lang="en-US"/>
        </a:p>
      </dgm:t>
    </dgm:pt>
    <dgm:pt modelId="{065A62D4-B5BD-4964-B395-368C4391A969}" type="parTrans" cxnId="{68C0B28A-3B2F-41BC-BB6E-D5EBB21C203B}">
      <dgm:prSet/>
      <dgm:spPr/>
      <dgm:t>
        <a:bodyPr/>
        <a:lstStyle/>
        <a:p>
          <a:endParaRPr lang="en-US"/>
        </a:p>
      </dgm:t>
    </dgm:pt>
    <dgm:pt modelId="{B7BFF85B-3854-4274-B4DF-88D6030EC213}" type="sibTrans" cxnId="{68C0B28A-3B2F-41BC-BB6E-D5EBB21C203B}">
      <dgm:prSet/>
      <dgm:spPr/>
      <dgm:t>
        <a:bodyPr/>
        <a:lstStyle/>
        <a:p>
          <a:endParaRPr lang="en-US"/>
        </a:p>
      </dgm:t>
    </dgm:pt>
    <dgm:pt modelId="{5B1C9124-F516-4F9B-9B06-001AE44D70F1}">
      <dgm:prSet/>
      <dgm:spPr/>
      <dgm:t>
        <a:bodyPr/>
        <a:lstStyle/>
        <a:p>
          <a:r>
            <a:rPr lang="es-GT"/>
            <a:t>Evaluación Conocimientos Previos</a:t>
          </a:r>
          <a:endParaRPr lang="en-US"/>
        </a:p>
      </dgm:t>
    </dgm:pt>
    <dgm:pt modelId="{33277A5C-23E0-4153-8D17-AB9B28EB0F9A}" type="parTrans" cxnId="{7E4F994D-2E98-4C47-A594-9C8E11BF77E0}">
      <dgm:prSet/>
      <dgm:spPr/>
      <dgm:t>
        <a:bodyPr/>
        <a:lstStyle/>
        <a:p>
          <a:endParaRPr lang="en-US"/>
        </a:p>
      </dgm:t>
    </dgm:pt>
    <dgm:pt modelId="{0C666451-B7AB-4EEC-A5C4-28110D90E96A}" type="sibTrans" cxnId="{7E4F994D-2E98-4C47-A594-9C8E11BF77E0}">
      <dgm:prSet/>
      <dgm:spPr/>
      <dgm:t>
        <a:bodyPr/>
        <a:lstStyle/>
        <a:p>
          <a:endParaRPr lang="en-US"/>
        </a:p>
      </dgm:t>
    </dgm:pt>
    <dgm:pt modelId="{57597699-DC0B-474F-885F-7856F2177FB7}">
      <dgm:prSet/>
      <dgm:spPr/>
      <dgm:t>
        <a:bodyPr/>
        <a:lstStyle/>
        <a:p>
          <a:r>
            <a:rPr lang="es-GT"/>
            <a:t>Lectura Programa del curso</a:t>
          </a:r>
          <a:endParaRPr lang="en-US"/>
        </a:p>
      </dgm:t>
    </dgm:pt>
    <dgm:pt modelId="{F25AB3C9-0455-4094-89BF-9FD3F35B30AD}" type="parTrans" cxnId="{69482E1C-15C3-4B48-984C-E71E9449DBDE}">
      <dgm:prSet/>
      <dgm:spPr/>
      <dgm:t>
        <a:bodyPr/>
        <a:lstStyle/>
        <a:p>
          <a:endParaRPr lang="en-US"/>
        </a:p>
      </dgm:t>
    </dgm:pt>
    <dgm:pt modelId="{6C7BF653-D139-4A7C-B373-A5E2C2D58216}" type="sibTrans" cxnId="{69482E1C-15C3-4B48-984C-E71E9449DBDE}">
      <dgm:prSet/>
      <dgm:spPr/>
      <dgm:t>
        <a:bodyPr/>
        <a:lstStyle/>
        <a:p>
          <a:endParaRPr lang="en-US"/>
        </a:p>
      </dgm:t>
    </dgm:pt>
    <dgm:pt modelId="{190FD033-1F3E-4D73-B57A-7BE8E158FFD0}">
      <dgm:prSet/>
      <dgm:spPr/>
      <dgm:t>
        <a:bodyPr/>
        <a:lstStyle/>
        <a:p>
          <a:r>
            <a:rPr lang="es-GT"/>
            <a:t>Evaluación Conocimientos Actuales</a:t>
          </a:r>
          <a:endParaRPr lang="en-US"/>
        </a:p>
      </dgm:t>
    </dgm:pt>
    <dgm:pt modelId="{F1D241ED-019B-46E7-927D-D8F5FDBC40BF}" type="parTrans" cxnId="{CDAD2B74-FBCC-43FC-ADE1-A41DCEFEBE77}">
      <dgm:prSet/>
      <dgm:spPr/>
      <dgm:t>
        <a:bodyPr/>
        <a:lstStyle/>
        <a:p>
          <a:endParaRPr lang="en-US"/>
        </a:p>
      </dgm:t>
    </dgm:pt>
    <dgm:pt modelId="{72F2630F-B844-40B7-92FC-E0ED028578E9}" type="sibTrans" cxnId="{CDAD2B74-FBCC-43FC-ADE1-A41DCEFEBE77}">
      <dgm:prSet/>
      <dgm:spPr/>
      <dgm:t>
        <a:bodyPr/>
        <a:lstStyle/>
        <a:p>
          <a:endParaRPr lang="en-US"/>
        </a:p>
      </dgm:t>
    </dgm:pt>
    <dgm:pt modelId="{9909AB23-0F0D-43DD-AAB4-395FBE43FFEA}">
      <dgm:prSet/>
      <dgm:spPr/>
      <dgm:t>
        <a:bodyPr/>
        <a:lstStyle/>
        <a:p>
          <a:r>
            <a:rPr lang="es-GT"/>
            <a:t>Preguntas o Dudas del Curso</a:t>
          </a:r>
          <a:endParaRPr lang="en-US"/>
        </a:p>
      </dgm:t>
    </dgm:pt>
    <dgm:pt modelId="{109467DB-6ED5-41CA-8C15-BDFC95050031}" type="parTrans" cxnId="{955476D0-4BA5-467A-AF20-66CAA8902C33}">
      <dgm:prSet/>
      <dgm:spPr/>
      <dgm:t>
        <a:bodyPr/>
        <a:lstStyle/>
        <a:p>
          <a:endParaRPr lang="en-US"/>
        </a:p>
      </dgm:t>
    </dgm:pt>
    <dgm:pt modelId="{415F9EB2-162D-499D-89C0-1FDD3C59CC0E}" type="sibTrans" cxnId="{955476D0-4BA5-467A-AF20-66CAA8902C33}">
      <dgm:prSet/>
      <dgm:spPr/>
      <dgm:t>
        <a:bodyPr/>
        <a:lstStyle/>
        <a:p>
          <a:endParaRPr lang="en-US"/>
        </a:p>
      </dgm:t>
    </dgm:pt>
    <dgm:pt modelId="{CA1934DF-2D7A-45A0-8150-7F54965BE65B}" type="pres">
      <dgm:prSet presAssocID="{F37206AE-DABC-452B-B404-295E19F36C73}" presName="root" presStyleCnt="0">
        <dgm:presLayoutVars>
          <dgm:dir/>
          <dgm:resizeHandles val="exact"/>
        </dgm:presLayoutVars>
      </dgm:prSet>
      <dgm:spPr/>
    </dgm:pt>
    <dgm:pt modelId="{5D28FF84-D87B-4C33-9766-7B3541A57AC1}" type="pres">
      <dgm:prSet presAssocID="{17372998-19D4-4F66-AFD1-2D75C8B80200}" presName="compNode" presStyleCnt="0"/>
      <dgm:spPr/>
    </dgm:pt>
    <dgm:pt modelId="{A779188B-8D34-44EE-A80C-86CA74ED851E}" type="pres">
      <dgm:prSet presAssocID="{17372998-19D4-4F66-AFD1-2D75C8B80200}" presName="bgRect" presStyleLbl="bgShp" presStyleIdx="0" presStyleCnt="6"/>
      <dgm:spPr/>
    </dgm:pt>
    <dgm:pt modelId="{B2B78E4B-0005-421F-B23F-355DBDDC0621}" type="pres">
      <dgm:prSet presAssocID="{17372998-19D4-4F66-AFD1-2D75C8B80200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estro"/>
        </a:ext>
      </dgm:extLst>
    </dgm:pt>
    <dgm:pt modelId="{705797CD-7BD2-4E91-A19C-7D0ECE200189}" type="pres">
      <dgm:prSet presAssocID="{17372998-19D4-4F66-AFD1-2D75C8B80200}" presName="spaceRect" presStyleCnt="0"/>
      <dgm:spPr/>
    </dgm:pt>
    <dgm:pt modelId="{2BF8C423-5593-4D8D-A489-F00A14C235B0}" type="pres">
      <dgm:prSet presAssocID="{17372998-19D4-4F66-AFD1-2D75C8B80200}" presName="parTx" presStyleLbl="revTx" presStyleIdx="0" presStyleCnt="6">
        <dgm:presLayoutVars>
          <dgm:chMax val="0"/>
          <dgm:chPref val="0"/>
        </dgm:presLayoutVars>
      </dgm:prSet>
      <dgm:spPr/>
    </dgm:pt>
    <dgm:pt modelId="{720CA8C8-DCF4-4CEB-AC4A-12DFA6A541A8}" type="pres">
      <dgm:prSet presAssocID="{533E7170-3EBF-4165-806A-1603ADCD3FCD}" presName="sibTrans" presStyleCnt="0"/>
      <dgm:spPr/>
    </dgm:pt>
    <dgm:pt modelId="{BD58647F-BF17-4A6F-9678-DD3FD88A3EFA}" type="pres">
      <dgm:prSet presAssocID="{F32CFAAF-F2AB-4820-BAE9-82AAE5482667}" presName="compNode" presStyleCnt="0"/>
      <dgm:spPr/>
    </dgm:pt>
    <dgm:pt modelId="{8874C5F1-6625-4D73-8A38-20710759E96E}" type="pres">
      <dgm:prSet presAssocID="{F32CFAAF-F2AB-4820-BAE9-82AAE5482667}" presName="bgRect" presStyleLbl="bgShp" presStyleIdx="1" presStyleCnt="6"/>
      <dgm:spPr/>
    </dgm:pt>
    <dgm:pt modelId="{F63104B3-428F-47A2-A349-22D7F38B077C}" type="pres">
      <dgm:prSet presAssocID="{F32CFAAF-F2AB-4820-BAE9-82AAE548266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97D6B6F2-E9CB-455D-AB80-7D7114C7B882}" type="pres">
      <dgm:prSet presAssocID="{F32CFAAF-F2AB-4820-BAE9-82AAE5482667}" presName="spaceRect" presStyleCnt="0"/>
      <dgm:spPr/>
    </dgm:pt>
    <dgm:pt modelId="{127B4AB9-1BFD-45EE-B189-A4ECF8CD9857}" type="pres">
      <dgm:prSet presAssocID="{F32CFAAF-F2AB-4820-BAE9-82AAE5482667}" presName="parTx" presStyleLbl="revTx" presStyleIdx="1" presStyleCnt="6">
        <dgm:presLayoutVars>
          <dgm:chMax val="0"/>
          <dgm:chPref val="0"/>
        </dgm:presLayoutVars>
      </dgm:prSet>
      <dgm:spPr/>
    </dgm:pt>
    <dgm:pt modelId="{3D40275B-01E8-4B31-A9B1-2E36F263A21F}" type="pres">
      <dgm:prSet presAssocID="{B7BFF85B-3854-4274-B4DF-88D6030EC213}" presName="sibTrans" presStyleCnt="0"/>
      <dgm:spPr/>
    </dgm:pt>
    <dgm:pt modelId="{42EA47F4-3CD7-4E01-829D-CA6F3025A981}" type="pres">
      <dgm:prSet presAssocID="{5B1C9124-F516-4F9B-9B06-001AE44D70F1}" presName="compNode" presStyleCnt="0"/>
      <dgm:spPr/>
    </dgm:pt>
    <dgm:pt modelId="{1E14405F-B1D7-42B3-AAE8-660ED5C13DD3}" type="pres">
      <dgm:prSet presAssocID="{5B1C9124-F516-4F9B-9B06-001AE44D70F1}" presName="bgRect" presStyleLbl="bgShp" presStyleIdx="2" presStyleCnt="6"/>
      <dgm:spPr/>
    </dgm:pt>
    <dgm:pt modelId="{1652820E-3D87-43CB-85F4-E966F37F9943}" type="pres">
      <dgm:prSet presAssocID="{5B1C9124-F516-4F9B-9B06-001AE44D70F1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0C495718-56AB-4B26-BECC-206533918E35}" type="pres">
      <dgm:prSet presAssocID="{5B1C9124-F516-4F9B-9B06-001AE44D70F1}" presName="spaceRect" presStyleCnt="0"/>
      <dgm:spPr/>
    </dgm:pt>
    <dgm:pt modelId="{82B7A506-6223-4A16-8775-9C7B62EF97FD}" type="pres">
      <dgm:prSet presAssocID="{5B1C9124-F516-4F9B-9B06-001AE44D70F1}" presName="parTx" presStyleLbl="revTx" presStyleIdx="2" presStyleCnt="6">
        <dgm:presLayoutVars>
          <dgm:chMax val="0"/>
          <dgm:chPref val="0"/>
        </dgm:presLayoutVars>
      </dgm:prSet>
      <dgm:spPr/>
    </dgm:pt>
    <dgm:pt modelId="{77D70343-C4D5-4B5D-9F89-330D8DF684D4}" type="pres">
      <dgm:prSet presAssocID="{0C666451-B7AB-4EEC-A5C4-28110D90E96A}" presName="sibTrans" presStyleCnt="0"/>
      <dgm:spPr/>
    </dgm:pt>
    <dgm:pt modelId="{BD0174FE-7C8F-423B-A668-4200B212BCB8}" type="pres">
      <dgm:prSet presAssocID="{57597699-DC0B-474F-885F-7856F2177FB7}" presName="compNode" presStyleCnt="0"/>
      <dgm:spPr/>
    </dgm:pt>
    <dgm:pt modelId="{5A29F501-BAAF-4BD2-BF89-221B0C953D15}" type="pres">
      <dgm:prSet presAssocID="{57597699-DC0B-474F-885F-7856F2177FB7}" presName="bgRect" presStyleLbl="bgShp" presStyleIdx="3" presStyleCnt="6"/>
      <dgm:spPr/>
    </dgm:pt>
    <dgm:pt modelId="{2AC5C40A-761B-4A86-87E9-DD6B2FDDAABA}" type="pres">
      <dgm:prSet presAssocID="{57597699-DC0B-474F-885F-7856F2177FB7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bros"/>
        </a:ext>
      </dgm:extLst>
    </dgm:pt>
    <dgm:pt modelId="{E1CC1CEE-8F1A-49C0-B6CB-1F617286A701}" type="pres">
      <dgm:prSet presAssocID="{57597699-DC0B-474F-885F-7856F2177FB7}" presName="spaceRect" presStyleCnt="0"/>
      <dgm:spPr/>
    </dgm:pt>
    <dgm:pt modelId="{065587C5-CD24-4525-AFCA-8F616A94E402}" type="pres">
      <dgm:prSet presAssocID="{57597699-DC0B-474F-885F-7856F2177FB7}" presName="parTx" presStyleLbl="revTx" presStyleIdx="3" presStyleCnt="6">
        <dgm:presLayoutVars>
          <dgm:chMax val="0"/>
          <dgm:chPref val="0"/>
        </dgm:presLayoutVars>
      </dgm:prSet>
      <dgm:spPr/>
    </dgm:pt>
    <dgm:pt modelId="{39762DDF-55BE-46B5-9C2F-6CC152E46357}" type="pres">
      <dgm:prSet presAssocID="{6C7BF653-D139-4A7C-B373-A5E2C2D58216}" presName="sibTrans" presStyleCnt="0"/>
      <dgm:spPr/>
    </dgm:pt>
    <dgm:pt modelId="{4875B62E-D3AE-4EDB-BF82-88B99CB320BD}" type="pres">
      <dgm:prSet presAssocID="{190FD033-1F3E-4D73-B57A-7BE8E158FFD0}" presName="compNode" presStyleCnt="0"/>
      <dgm:spPr/>
    </dgm:pt>
    <dgm:pt modelId="{834702A1-7A25-4CD6-A4E8-2D6BA79BB0AC}" type="pres">
      <dgm:prSet presAssocID="{190FD033-1F3E-4D73-B57A-7BE8E158FFD0}" presName="bgRect" presStyleLbl="bgShp" presStyleIdx="4" presStyleCnt="6"/>
      <dgm:spPr/>
    </dgm:pt>
    <dgm:pt modelId="{5C682E4E-9C76-47F6-8C80-2EC7C881AD67}" type="pres">
      <dgm:prSet presAssocID="{190FD033-1F3E-4D73-B57A-7BE8E158FFD0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38D40D2-21F0-400C-9852-6DD9811621FB}" type="pres">
      <dgm:prSet presAssocID="{190FD033-1F3E-4D73-B57A-7BE8E158FFD0}" presName="spaceRect" presStyleCnt="0"/>
      <dgm:spPr/>
    </dgm:pt>
    <dgm:pt modelId="{30F2F122-F5D1-4A1D-A8C4-75A7DFE174FA}" type="pres">
      <dgm:prSet presAssocID="{190FD033-1F3E-4D73-B57A-7BE8E158FFD0}" presName="parTx" presStyleLbl="revTx" presStyleIdx="4" presStyleCnt="6">
        <dgm:presLayoutVars>
          <dgm:chMax val="0"/>
          <dgm:chPref val="0"/>
        </dgm:presLayoutVars>
      </dgm:prSet>
      <dgm:spPr/>
    </dgm:pt>
    <dgm:pt modelId="{EC780CDA-3337-40E2-9ABC-32C7027047F7}" type="pres">
      <dgm:prSet presAssocID="{72F2630F-B844-40B7-92FC-E0ED028578E9}" presName="sibTrans" presStyleCnt="0"/>
      <dgm:spPr/>
    </dgm:pt>
    <dgm:pt modelId="{B8CA9AC0-27E9-447D-93B2-B7DB52A7BAAF}" type="pres">
      <dgm:prSet presAssocID="{9909AB23-0F0D-43DD-AAB4-395FBE43FFEA}" presName="compNode" presStyleCnt="0"/>
      <dgm:spPr/>
    </dgm:pt>
    <dgm:pt modelId="{83832E7A-9C9B-4305-90C4-824653D1AAE1}" type="pres">
      <dgm:prSet presAssocID="{9909AB23-0F0D-43DD-AAB4-395FBE43FFEA}" presName="bgRect" presStyleLbl="bgShp" presStyleIdx="5" presStyleCnt="6"/>
      <dgm:spPr/>
    </dgm:pt>
    <dgm:pt modelId="{AFEC4F8C-7CFA-4629-8F6C-3675BA8D61B3}" type="pres">
      <dgm:prSet presAssocID="{9909AB23-0F0D-43DD-AAB4-395FBE43FFE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6904C4A5-D5D0-485C-9179-B803F78E2D2B}" type="pres">
      <dgm:prSet presAssocID="{9909AB23-0F0D-43DD-AAB4-395FBE43FFEA}" presName="spaceRect" presStyleCnt="0"/>
      <dgm:spPr/>
    </dgm:pt>
    <dgm:pt modelId="{387389F4-24EC-49C8-B623-F0A8E84E079C}" type="pres">
      <dgm:prSet presAssocID="{9909AB23-0F0D-43DD-AAB4-395FBE43FFE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08B5A19-C892-4A29-B6B4-252FC8855679}" type="presOf" srcId="{17372998-19D4-4F66-AFD1-2D75C8B80200}" destId="{2BF8C423-5593-4D8D-A489-F00A14C235B0}" srcOrd="0" destOrd="0" presId="urn:microsoft.com/office/officeart/2018/2/layout/IconVerticalSolidList"/>
    <dgm:cxn modelId="{69482E1C-15C3-4B48-984C-E71E9449DBDE}" srcId="{F37206AE-DABC-452B-B404-295E19F36C73}" destId="{57597699-DC0B-474F-885F-7856F2177FB7}" srcOrd="3" destOrd="0" parTransId="{F25AB3C9-0455-4094-89BF-9FD3F35B30AD}" sibTransId="{6C7BF653-D139-4A7C-B373-A5E2C2D58216}"/>
    <dgm:cxn modelId="{B654643C-E16C-444E-8FDD-7401E9C3E00F}" type="presOf" srcId="{F37206AE-DABC-452B-B404-295E19F36C73}" destId="{CA1934DF-2D7A-45A0-8150-7F54965BE65B}" srcOrd="0" destOrd="0" presId="urn:microsoft.com/office/officeart/2018/2/layout/IconVerticalSolidList"/>
    <dgm:cxn modelId="{7E4F994D-2E98-4C47-A594-9C8E11BF77E0}" srcId="{F37206AE-DABC-452B-B404-295E19F36C73}" destId="{5B1C9124-F516-4F9B-9B06-001AE44D70F1}" srcOrd="2" destOrd="0" parTransId="{33277A5C-23E0-4153-8D17-AB9B28EB0F9A}" sibTransId="{0C666451-B7AB-4EEC-A5C4-28110D90E96A}"/>
    <dgm:cxn modelId="{CDAD2B74-FBCC-43FC-ADE1-A41DCEFEBE77}" srcId="{F37206AE-DABC-452B-B404-295E19F36C73}" destId="{190FD033-1F3E-4D73-B57A-7BE8E158FFD0}" srcOrd="4" destOrd="0" parTransId="{F1D241ED-019B-46E7-927D-D8F5FDBC40BF}" sibTransId="{72F2630F-B844-40B7-92FC-E0ED028578E9}"/>
    <dgm:cxn modelId="{0F0F1955-BED3-4BF0-AFC0-91A261A167AB}" srcId="{F37206AE-DABC-452B-B404-295E19F36C73}" destId="{17372998-19D4-4F66-AFD1-2D75C8B80200}" srcOrd="0" destOrd="0" parTransId="{6261E33A-604F-434E-8044-304E53F8E72E}" sibTransId="{533E7170-3EBF-4165-806A-1603ADCD3FCD}"/>
    <dgm:cxn modelId="{E29BEE89-A69C-4AE1-A124-310BD53982A4}" type="presOf" srcId="{57597699-DC0B-474F-885F-7856F2177FB7}" destId="{065587C5-CD24-4525-AFCA-8F616A94E402}" srcOrd="0" destOrd="0" presId="urn:microsoft.com/office/officeart/2018/2/layout/IconVerticalSolidList"/>
    <dgm:cxn modelId="{68C0B28A-3B2F-41BC-BB6E-D5EBB21C203B}" srcId="{F37206AE-DABC-452B-B404-295E19F36C73}" destId="{F32CFAAF-F2AB-4820-BAE9-82AAE5482667}" srcOrd="1" destOrd="0" parTransId="{065A62D4-B5BD-4964-B395-368C4391A969}" sibTransId="{B7BFF85B-3854-4274-B4DF-88D6030EC213}"/>
    <dgm:cxn modelId="{955476D0-4BA5-467A-AF20-66CAA8902C33}" srcId="{F37206AE-DABC-452B-B404-295E19F36C73}" destId="{9909AB23-0F0D-43DD-AAB4-395FBE43FFEA}" srcOrd="5" destOrd="0" parTransId="{109467DB-6ED5-41CA-8C15-BDFC95050031}" sibTransId="{415F9EB2-162D-499D-89C0-1FDD3C59CC0E}"/>
    <dgm:cxn modelId="{E3E919EC-7290-4283-A799-2638BB9D848D}" type="presOf" srcId="{190FD033-1F3E-4D73-B57A-7BE8E158FFD0}" destId="{30F2F122-F5D1-4A1D-A8C4-75A7DFE174FA}" srcOrd="0" destOrd="0" presId="urn:microsoft.com/office/officeart/2018/2/layout/IconVerticalSolidList"/>
    <dgm:cxn modelId="{7C2A0BF0-B869-4E30-9B51-F7FA102B2EFD}" type="presOf" srcId="{F32CFAAF-F2AB-4820-BAE9-82AAE5482667}" destId="{127B4AB9-1BFD-45EE-B189-A4ECF8CD9857}" srcOrd="0" destOrd="0" presId="urn:microsoft.com/office/officeart/2018/2/layout/IconVerticalSolidList"/>
    <dgm:cxn modelId="{7B331EF3-7D52-468D-AF4F-CE26D46D6D0D}" type="presOf" srcId="{9909AB23-0F0D-43DD-AAB4-395FBE43FFEA}" destId="{387389F4-24EC-49C8-B623-F0A8E84E079C}" srcOrd="0" destOrd="0" presId="urn:microsoft.com/office/officeart/2018/2/layout/IconVerticalSolidList"/>
    <dgm:cxn modelId="{ED279EF4-69C0-4D63-9832-D8CE1AA07B49}" type="presOf" srcId="{5B1C9124-F516-4F9B-9B06-001AE44D70F1}" destId="{82B7A506-6223-4A16-8775-9C7B62EF97FD}" srcOrd="0" destOrd="0" presId="urn:microsoft.com/office/officeart/2018/2/layout/IconVerticalSolidList"/>
    <dgm:cxn modelId="{04EC2DE4-A634-4DA3-A5E9-337A5BC8CB22}" type="presParOf" srcId="{CA1934DF-2D7A-45A0-8150-7F54965BE65B}" destId="{5D28FF84-D87B-4C33-9766-7B3541A57AC1}" srcOrd="0" destOrd="0" presId="urn:microsoft.com/office/officeart/2018/2/layout/IconVerticalSolidList"/>
    <dgm:cxn modelId="{28E9C123-9F88-41B8-AC9F-0E7E74D336C7}" type="presParOf" srcId="{5D28FF84-D87B-4C33-9766-7B3541A57AC1}" destId="{A779188B-8D34-44EE-A80C-86CA74ED851E}" srcOrd="0" destOrd="0" presId="urn:microsoft.com/office/officeart/2018/2/layout/IconVerticalSolidList"/>
    <dgm:cxn modelId="{8E49B296-96B3-4D2B-95E6-D4CA8CB79CE9}" type="presParOf" srcId="{5D28FF84-D87B-4C33-9766-7B3541A57AC1}" destId="{B2B78E4B-0005-421F-B23F-355DBDDC0621}" srcOrd="1" destOrd="0" presId="urn:microsoft.com/office/officeart/2018/2/layout/IconVerticalSolidList"/>
    <dgm:cxn modelId="{95003AA3-D014-4A88-8D35-37BC5919EAC9}" type="presParOf" srcId="{5D28FF84-D87B-4C33-9766-7B3541A57AC1}" destId="{705797CD-7BD2-4E91-A19C-7D0ECE200189}" srcOrd="2" destOrd="0" presId="urn:microsoft.com/office/officeart/2018/2/layout/IconVerticalSolidList"/>
    <dgm:cxn modelId="{A3E5BF90-876D-4A40-97D3-D87BB7041DF8}" type="presParOf" srcId="{5D28FF84-D87B-4C33-9766-7B3541A57AC1}" destId="{2BF8C423-5593-4D8D-A489-F00A14C235B0}" srcOrd="3" destOrd="0" presId="urn:microsoft.com/office/officeart/2018/2/layout/IconVerticalSolidList"/>
    <dgm:cxn modelId="{8C20D9DE-9456-46AA-9D6D-E27CAFC1583A}" type="presParOf" srcId="{CA1934DF-2D7A-45A0-8150-7F54965BE65B}" destId="{720CA8C8-DCF4-4CEB-AC4A-12DFA6A541A8}" srcOrd="1" destOrd="0" presId="urn:microsoft.com/office/officeart/2018/2/layout/IconVerticalSolidList"/>
    <dgm:cxn modelId="{006B1349-F775-40FA-B790-2C6F57E4BCFB}" type="presParOf" srcId="{CA1934DF-2D7A-45A0-8150-7F54965BE65B}" destId="{BD58647F-BF17-4A6F-9678-DD3FD88A3EFA}" srcOrd="2" destOrd="0" presId="urn:microsoft.com/office/officeart/2018/2/layout/IconVerticalSolidList"/>
    <dgm:cxn modelId="{D29C53AE-B12E-4CF6-B797-840C3387265E}" type="presParOf" srcId="{BD58647F-BF17-4A6F-9678-DD3FD88A3EFA}" destId="{8874C5F1-6625-4D73-8A38-20710759E96E}" srcOrd="0" destOrd="0" presId="urn:microsoft.com/office/officeart/2018/2/layout/IconVerticalSolidList"/>
    <dgm:cxn modelId="{578800E8-84F5-4128-8793-E7098C849FF8}" type="presParOf" srcId="{BD58647F-BF17-4A6F-9678-DD3FD88A3EFA}" destId="{F63104B3-428F-47A2-A349-22D7F38B077C}" srcOrd="1" destOrd="0" presId="urn:microsoft.com/office/officeart/2018/2/layout/IconVerticalSolidList"/>
    <dgm:cxn modelId="{09ECCAEC-F4ED-4ABB-B1AC-8C8421C0C1AD}" type="presParOf" srcId="{BD58647F-BF17-4A6F-9678-DD3FD88A3EFA}" destId="{97D6B6F2-E9CB-455D-AB80-7D7114C7B882}" srcOrd="2" destOrd="0" presId="urn:microsoft.com/office/officeart/2018/2/layout/IconVerticalSolidList"/>
    <dgm:cxn modelId="{1FBB2506-88EC-43E6-A325-8D8AD90CEAAD}" type="presParOf" srcId="{BD58647F-BF17-4A6F-9678-DD3FD88A3EFA}" destId="{127B4AB9-1BFD-45EE-B189-A4ECF8CD9857}" srcOrd="3" destOrd="0" presId="urn:microsoft.com/office/officeart/2018/2/layout/IconVerticalSolidList"/>
    <dgm:cxn modelId="{DA90111A-DEC8-47C3-B03A-83A8FFB85390}" type="presParOf" srcId="{CA1934DF-2D7A-45A0-8150-7F54965BE65B}" destId="{3D40275B-01E8-4B31-A9B1-2E36F263A21F}" srcOrd="3" destOrd="0" presId="urn:microsoft.com/office/officeart/2018/2/layout/IconVerticalSolidList"/>
    <dgm:cxn modelId="{D9BA39EA-8EA4-47AF-A21A-C98F0162DA19}" type="presParOf" srcId="{CA1934DF-2D7A-45A0-8150-7F54965BE65B}" destId="{42EA47F4-3CD7-4E01-829D-CA6F3025A981}" srcOrd="4" destOrd="0" presId="urn:microsoft.com/office/officeart/2018/2/layout/IconVerticalSolidList"/>
    <dgm:cxn modelId="{8F8FF2FD-5C92-4FEC-9022-DDF3ABD78B39}" type="presParOf" srcId="{42EA47F4-3CD7-4E01-829D-CA6F3025A981}" destId="{1E14405F-B1D7-42B3-AAE8-660ED5C13DD3}" srcOrd="0" destOrd="0" presId="urn:microsoft.com/office/officeart/2018/2/layout/IconVerticalSolidList"/>
    <dgm:cxn modelId="{1CD685CD-4773-4567-961F-253D02081C63}" type="presParOf" srcId="{42EA47F4-3CD7-4E01-829D-CA6F3025A981}" destId="{1652820E-3D87-43CB-85F4-E966F37F9943}" srcOrd="1" destOrd="0" presId="urn:microsoft.com/office/officeart/2018/2/layout/IconVerticalSolidList"/>
    <dgm:cxn modelId="{5610EA7D-F589-49AD-A0DC-5646032F58F3}" type="presParOf" srcId="{42EA47F4-3CD7-4E01-829D-CA6F3025A981}" destId="{0C495718-56AB-4B26-BECC-206533918E35}" srcOrd="2" destOrd="0" presId="urn:microsoft.com/office/officeart/2018/2/layout/IconVerticalSolidList"/>
    <dgm:cxn modelId="{F14A52FD-65E9-4CBB-ABE5-7875C828DC54}" type="presParOf" srcId="{42EA47F4-3CD7-4E01-829D-CA6F3025A981}" destId="{82B7A506-6223-4A16-8775-9C7B62EF97FD}" srcOrd="3" destOrd="0" presId="urn:microsoft.com/office/officeart/2018/2/layout/IconVerticalSolidList"/>
    <dgm:cxn modelId="{1B1D69D2-E1A4-40EB-ABE5-1461F66F2D2D}" type="presParOf" srcId="{CA1934DF-2D7A-45A0-8150-7F54965BE65B}" destId="{77D70343-C4D5-4B5D-9F89-330D8DF684D4}" srcOrd="5" destOrd="0" presId="urn:microsoft.com/office/officeart/2018/2/layout/IconVerticalSolidList"/>
    <dgm:cxn modelId="{794681F6-8D42-474E-96F0-501E61F31504}" type="presParOf" srcId="{CA1934DF-2D7A-45A0-8150-7F54965BE65B}" destId="{BD0174FE-7C8F-423B-A668-4200B212BCB8}" srcOrd="6" destOrd="0" presId="urn:microsoft.com/office/officeart/2018/2/layout/IconVerticalSolidList"/>
    <dgm:cxn modelId="{B9F9E758-B020-485E-AD62-A5C6A3FBA89C}" type="presParOf" srcId="{BD0174FE-7C8F-423B-A668-4200B212BCB8}" destId="{5A29F501-BAAF-4BD2-BF89-221B0C953D15}" srcOrd="0" destOrd="0" presId="urn:microsoft.com/office/officeart/2018/2/layout/IconVerticalSolidList"/>
    <dgm:cxn modelId="{3216D6F5-39C9-4AC3-99F2-FE7F1BD54825}" type="presParOf" srcId="{BD0174FE-7C8F-423B-A668-4200B212BCB8}" destId="{2AC5C40A-761B-4A86-87E9-DD6B2FDDAABA}" srcOrd="1" destOrd="0" presId="urn:microsoft.com/office/officeart/2018/2/layout/IconVerticalSolidList"/>
    <dgm:cxn modelId="{B8E1D499-C089-4008-B2AB-E89648219EE6}" type="presParOf" srcId="{BD0174FE-7C8F-423B-A668-4200B212BCB8}" destId="{E1CC1CEE-8F1A-49C0-B6CB-1F617286A701}" srcOrd="2" destOrd="0" presId="urn:microsoft.com/office/officeart/2018/2/layout/IconVerticalSolidList"/>
    <dgm:cxn modelId="{29F2F8DA-ABDF-4724-A888-6B42823F0EFF}" type="presParOf" srcId="{BD0174FE-7C8F-423B-A668-4200B212BCB8}" destId="{065587C5-CD24-4525-AFCA-8F616A94E402}" srcOrd="3" destOrd="0" presId="urn:microsoft.com/office/officeart/2018/2/layout/IconVerticalSolidList"/>
    <dgm:cxn modelId="{4A336999-7AF0-4172-9163-4AA8D0036CF5}" type="presParOf" srcId="{CA1934DF-2D7A-45A0-8150-7F54965BE65B}" destId="{39762DDF-55BE-46B5-9C2F-6CC152E46357}" srcOrd="7" destOrd="0" presId="urn:microsoft.com/office/officeart/2018/2/layout/IconVerticalSolidList"/>
    <dgm:cxn modelId="{8BBB04E6-C73E-4EF3-BF0C-28D85CE82ABD}" type="presParOf" srcId="{CA1934DF-2D7A-45A0-8150-7F54965BE65B}" destId="{4875B62E-D3AE-4EDB-BF82-88B99CB320BD}" srcOrd="8" destOrd="0" presId="urn:microsoft.com/office/officeart/2018/2/layout/IconVerticalSolidList"/>
    <dgm:cxn modelId="{94906B55-51A6-46D2-A365-950336373106}" type="presParOf" srcId="{4875B62E-D3AE-4EDB-BF82-88B99CB320BD}" destId="{834702A1-7A25-4CD6-A4E8-2D6BA79BB0AC}" srcOrd="0" destOrd="0" presId="urn:microsoft.com/office/officeart/2018/2/layout/IconVerticalSolidList"/>
    <dgm:cxn modelId="{A02AE4C5-8821-4DBA-B07F-F04A42B86050}" type="presParOf" srcId="{4875B62E-D3AE-4EDB-BF82-88B99CB320BD}" destId="{5C682E4E-9C76-47F6-8C80-2EC7C881AD67}" srcOrd="1" destOrd="0" presId="urn:microsoft.com/office/officeart/2018/2/layout/IconVerticalSolidList"/>
    <dgm:cxn modelId="{B9F51319-2A5E-49FF-A1CA-F79CB22A069D}" type="presParOf" srcId="{4875B62E-D3AE-4EDB-BF82-88B99CB320BD}" destId="{538D40D2-21F0-400C-9852-6DD9811621FB}" srcOrd="2" destOrd="0" presId="urn:microsoft.com/office/officeart/2018/2/layout/IconVerticalSolidList"/>
    <dgm:cxn modelId="{E24DF46F-0870-44A4-8D51-204052C53522}" type="presParOf" srcId="{4875B62E-D3AE-4EDB-BF82-88B99CB320BD}" destId="{30F2F122-F5D1-4A1D-A8C4-75A7DFE174FA}" srcOrd="3" destOrd="0" presId="urn:microsoft.com/office/officeart/2018/2/layout/IconVerticalSolidList"/>
    <dgm:cxn modelId="{72F73A6E-9B06-41CE-8771-F70D4B4DC448}" type="presParOf" srcId="{CA1934DF-2D7A-45A0-8150-7F54965BE65B}" destId="{EC780CDA-3337-40E2-9ABC-32C7027047F7}" srcOrd="9" destOrd="0" presId="urn:microsoft.com/office/officeart/2018/2/layout/IconVerticalSolidList"/>
    <dgm:cxn modelId="{67492C14-4BC3-4090-89A0-1741CA174E70}" type="presParOf" srcId="{CA1934DF-2D7A-45A0-8150-7F54965BE65B}" destId="{B8CA9AC0-27E9-447D-93B2-B7DB52A7BAAF}" srcOrd="10" destOrd="0" presId="urn:microsoft.com/office/officeart/2018/2/layout/IconVerticalSolidList"/>
    <dgm:cxn modelId="{CAE6D1A5-FA0E-4063-B607-6F99EA47BAA1}" type="presParOf" srcId="{B8CA9AC0-27E9-447D-93B2-B7DB52A7BAAF}" destId="{83832E7A-9C9B-4305-90C4-824653D1AAE1}" srcOrd="0" destOrd="0" presId="urn:microsoft.com/office/officeart/2018/2/layout/IconVerticalSolidList"/>
    <dgm:cxn modelId="{3BDF984D-933D-4396-935A-99EBB513043A}" type="presParOf" srcId="{B8CA9AC0-27E9-447D-93B2-B7DB52A7BAAF}" destId="{AFEC4F8C-7CFA-4629-8F6C-3675BA8D61B3}" srcOrd="1" destOrd="0" presId="urn:microsoft.com/office/officeart/2018/2/layout/IconVerticalSolidList"/>
    <dgm:cxn modelId="{5E6CE84A-A368-4A5F-A418-73B97901223E}" type="presParOf" srcId="{B8CA9AC0-27E9-447D-93B2-B7DB52A7BAAF}" destId="{6904C4A5-D5D0-485C-9179-B803F78E2D2B}" srcOrd="2" destOrd="0" presId="urn:microsoft.com/office/officeart/2018/2/layout/IconVerticalSolidList"/>
    <dgm:cxn modelId="{A1C2A867-2DF0-455A-8196-1A08EBF5D6DA}" type="presParOf" srcId="{B8CA9AC0-27E9-447D-93B2-B7DB52A7BAAF}" destId="{387389F4-24EC-49C8-B623-F0A8E84E079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2EFE546-8970-4634-BCE4-3365B91BB43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82B72D7-9D88-4CFC-8237-48985786D339}">
      <dgm:prSet/>
      <dgm:spPr/>
      <dgm:t>
        <a:bodyPr/>
        <a:lstStyle/>
        <a:p>
          <a:r>
            <a:rPr lang="es-GT"/>
            <a:t>Diego Josue Guevara Abaj</a:t>
          </a:r>
          <a:endParaRPr lang="en-US"/>
        </a:p>
      </dgm:t>
    </dgm:pt>
    <dgm:pt modelId="{F784C2EF-9840-40D9-BD89-94A5F5A71500}" type="parTrans" cxnId="{1676AD73-9C0A-4D7D-95A6-838BC71F21D5}">
      <dgm:prSet/>
      <dgm:spPr/>
      <dgm:t>
        <a:bodyPr/>
        <a:lstStyle/>
        <a:p>
          <a:endParaRPr lang="en-US"/>
        </a:p>
      </dgm:t>
    </dgm:pt>
    <dgm:pt modelId="{FAC372CD-42AE-44DB-9441-360F7B45A9FB}" type="sibTrans" cxnId="{1676AD73-9C0A-4D7D-95A6-838BC71F21D5}">
      <dgm:prSet/>
      <dgm:spPr/>
      <dgm:t>
        <a:bodyPr/>
        <a:lstStyle/>
        <a:p>
          <a:endParaRPr lang="en-US"/>
        </a:p>
      </dgm:t>
    </dgm:pt>
    <dgm:pt modelId="{C2E4FB71-2E18-48B3-9CEF-0D96EBB11B8B}">
      <dgm:prSet/>
      <dgm:spPr/>
      <dgm:t>
        <a:bodyPr/>
        <a:lstStyle/>
        <a:p>
          <a:r>
            <a:rPr lang="es-GT"/>
            <a:t>Correo Institucional: </a:t>
          </a:r>
          <a:r>
            <a:rPr lang="es-GT">
              <a:hlinkClick xmlns:r="http://schemas.openxmlformats.org/officeDocument/2006/relationships" r:id="rId1"/>
            </a:rPr>
            <a:t>3663830780101@ingenieria.usac.edu.gt</a:t>
          </a:r>
          <a:br>
            <a:rPr lang="es-GT"/>
          </a:br>
          <a:endParaRPr lang="en-US"/>
        </a:p>
      </dgm:t>
    </dgm:pt>
    <dgm:pt modelId="{3C1A2C67-E186-4DE9-92A3-213E1E0F5DCD}" type="parTrans" cxnId="{EBA09711-E035-4AF2-8C84-7313E50A71DC}">
      <dgm:prSet/>
      <dgm:spPr/>
      <dgm:t>
        <a:bodyPr/>
        <a:lstStyle/>
        <a:p>
          <a:endParaRPr lang="en-US"/>
        </a:p>
      </dgm:t>
    </dgm:pt>
    <dgm:pt modelId="{3C1C526B-C347-487B-A178-D9BD5C121374}" type="sibTrans" cxnId="{EBA09711-E035-4AF2-8C84-7313E50A71DC}">
      <dgm:prSet/>
      <dgm:spPr/>
      <dgm:t>
        <a:bodyPr/>
        <a:lstStyle/>
        <a:p>
          <a:endParaRPr lang="en-US"/>
        </a:p>
      </dgm:t>
    </dgm:pt>
    <dgm:pt modelId="{EFD34AED-FED6-4074-9D2D-0DC3157E2C4F}">
      <dgm:prSet/>
      <dgm:spPr/>
      <dgm:t>
        <a:bodyPr/>
        <a:lstStyle/>
        <a:p>
          <a:r>
            <a:rPr lang="es-GT"/>
            <a:t>Correo Personal: </a:t>
          </a:r>
          <a:r>
            <a:rPr lang="es-GT">
              <a:hlinkClick xmlns:r="http://schemas.openxmlformats.org/officeDocument/2006/relationships" r:id="rId2"/>
            </a:rPr>
            <a:t>josueguevara792@gmail.com</a:t>
          </a:r>
          <a:r>
            <a:rPr lang="es-GT"/>
            <a:t> </a:t>
          </a:r>
          <a:endParaRPr lang="en-US"/>
        </a:p>
      </dgm:t>
    </dgm:pt>
    <dgm:pt modelId="{F6C75337-471C-4641-B1B9-7AAF3E816356}" type="parTrans" cxnId="{85D3EEB6-FEDA-43D2-970D-9B27B496D1AF}">
      <dgm:prSet/>
      <dgm:spPr/>
      <dgm:t>
        <a:bodyPr/>
        <a:lstStyle/>
        <a:p>
          <a:endParaRPr lang="en-US"/>
        </a:p>
      </dgm:t>
    </dgm:pt>
    <dgm:pt modelId="{CC7278B5-143F-4834-8887-11584906C7F6}" type="sibTrans" cxnId="{85D3EEB6-FEDA-43D2-970D-9B27B496D1AF}">
      <dgm:prSet/>
      <dgm:spPr/>
      <dgm:t>
        <a:bodyPr/>
        <a:lstStyle/>
        <a:p>
          <a:endParaRPr lang="en-US"/>
        </a:p>
      </dgm:t>
    </dgm:pt>
    <dgm:pt modelId="{4DE5D4CB-B5DA-4FEC-A3B7-B6F95F01F5B3}" type="pres">
      <dgm:prSet presAssocID="{F2EFE546-8970-4634-BCE4-3365B91BB432}" presName="root" presStyleCnt="0">
        <dgm:presLayoutVars>
          <dgm:dir/>
          <dgm:resizeHandles val="exact"/>
        </dgm:presLayoutVars>
      </dgm:prSet>
      <dgm:spPr/>
    </dgm:pt>
    <dgm:pt modelId="{ABC35195-B3DA-43DD-873B-587A1A8648E3}" type="pres">
      <dgm:prSet presAssocID="{982B72D7-9D88-4CFC-8237-48985786D339}" presName="compNode" presStyleCnt="0"/>
      <dgm:spPr/>
    </dgm:pt>
    <dgm:pt modelId="{C042D983-6F99-403A-B655-96F39A20537D}" type="pres">
      <dgm:prSet presAssocID="{982B72D7-9D88-4CFC-8237-48985786D339}" presName="bgRect" presStyleLbl="bgShp" presStyleIdx="0" presStyleCnt="3"/>
      <dgm:spPr/>
    </dgm:pt>
    <dgm:pt modelId="{BCA5510A-E847-4705-9E80-16A645565A61}" type="pres">
      <dgm:prSet presAssocID="{982B72D7-9D88-4CFC-8237-48985786D339}" presName="iconRect" presStyleLbl="node1" presStyleIdx="0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98A3CEAE-8B54-4C8A-A16C-1200EF76A55F}" type="pres">
      <dgm:prSet presAssocID="{982B72D7-9D88-4CFC-8237-48985786D339}" presName="spaceRect" presStyleCnt="0"/>
      <dgm:spPr/>
    </dgm:pt>
    <dgm:pt modelId="{1412DA1A-A036-44DE-B97C-8FDE65D2F627}" type="pres">
      <dgm:prSet presAssocID="{982B72D7-9D88-4CFC-8237-48985786D339}" presName="parTx" presStyleLbl="revTx" presStyleIdx="0" presStyleCnt="3">
        <dgm:presLayoutVars>
          <dgm:chMax val="0"/>
          <dgm:chPref val="0"/>
        </dgm:presLayoutVars>
      </dgm:prSet>
      <dgm:spPr/>
    </dgm:pt>
    <dgm:pt modelId="{9A769A33-1342-4907-8357-4FB2E4DD9F7E}" type="pres">
      <dgm:prSet presAssocID="{FAC372CD-42AE-44DB-9441-360F7B45A9FB}" presName="sibTrans" presStyleCnt="0"/>
      <dgm:spPr/>
    </dgm:pt>
    <dgm:pt modelId="{C7FF36F7-00E3-4423-B2A6-9732C41F6216}" type="pres">
      <dgm:prSet presAssocID="{C2E4FB71-2E18-48B3-9CEF-0D96EBB11B8B}" presName="compNode" presStyleCnt="0"/>
      <dgm:spPr/>
    </dgm:pt>
    <dgm:pt modelId="{645DC5CF-96E2-4F60-9196-EAFBE83D197C}" type="pres">
      <dgm:prSet presAssocID="{C2E4FB71-2E18-48B3-9CEF-0D96EBB11B8B}" presName="bgRect" presStyleLbl="bgShp" presStyleIdx="1" presStyleCnt="3"/>
      <dgm:spPr/>
    </dgm:pt>
    <dgm:pt modelId="{6B37E832-5EA6-40A7-A02C-3968B5829741}" type="pres">
      <dgm:prSet presAssocID="{C2E4FB71-2E18-48B3-9CEF-0D96EBB11B8B}" presName="iconRect" presStyleLbl="node1" presStyleIdx="1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bre"/>
        </a:ext>
      </dgm:extLst>
    </dgm:pt>
    <dgm:pt modelId="{328AB017-C97F-45FF-BE79-EB59FB74C648}" type="pres">
      <dgm:prSet presAssocID="{C2E4FB71-2E18-48B3-9CEF-0D96EBB11B8B}" presName="spaceRect" presStyleCnt="0"/>
      <dgm:spPr/>
    </dgm:pt>
    <dgm:pt modelId="{9CE9CAFB-F310-4EDE-B9D0-7FBAE476DC5B}" type="pres">
      <dgm:prSet presAssocID="{C2E4FB71-2E18-48B3-9CEF-0D96EBB11B8B}" presName="parTx" presStyleLbl="revTx" presStyleIdx="1" presStyleCnt="3">
        <dgm:presLayoutVars>
          <dgm:chMax val="0"/>
          <dgm:chPref val="0"/>
        </dgm:presLayoutVars>
      </dgm:prSet>
      <dgm:spPr/>
    </dgm:pt>
    <dgm:pt modelId="{A0F64C8D-7258-413D-A008-25E94FEC40F6}" type="pres">
      <dgm:prSet presAssocID="{3C1C526B-C347-487B-A178-D9BD5C121374}" presName="sibTrans" presStyleCnt="0"/>
      <dgm:spPr/>
    </dgm:pt>
    <dgm:pt modelId="{3B509B61-B973-4832-BA5C-821E2F64CF8B}" type="pres">
      <dgm:prSet presAssocID="{EFD34AED-FED6-4074-9D2D-0DC3157E2C4F}" presName="compNode" presStyleCnt="0"/>
      <dgm:spPr/>
    </dgm:pt>
    <dgm:pt modelId="{D463B9E7-7B2D-4C17-9DAA-DEB5603FCDB3}" type="pres">
      <dgm:prSet presAssocID="{EFD34AED-FED6-4074-9D2D-0DC3157E2C4F}" presName="bgRect" presStyleLbl="bgShp" presStyleIdx="2" presStyleCnt="3"/>
      <dgm:spPr/>
    </dgm:pt>
    <dgm:pt modelId="{CE02F3BE-89D2-4185-B1DF-9D9A22278BA9}" type="pres">
      <dgm:prSet presAssocID="{EFD34AED-FED6-4074-9D2D-0DC3157E2C4F}" presName="iconRect" presStyleLbl="node1" presStyleIdx="2" presStyleCnt="3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envelope"/>
        </a:ext>
      </dgm:extLst>
    </dgm:pt>
    <dgm:pt modelId="{8976502A-4A89-4713-B842-CADC620FC9FB}" type="pres">
      <dgm:prSet presAssocID="{EFD34AED-FED6-4074-9D2D-0DC3157E2C4F}" presName="spaceRect" presStyleCnt="0"/>
      <dgm:spPr/>
    </dgm:pt>
    <dgm:pt modelId="{94CBA0CD-C51F-420B-9F4D-99A3A8592301}" type="pres">
      <dgm:prSet presAssocID="{EFD34AED-FED6-4074-9D2D-0DC3157E2C4F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BA09711-E035-4AF2-8C84-7313E50A71DC}" srcId="{F2EFE546-8970-4634-BCE4-3365B91BB432}" destId="{C2E4FB71-2E18-48B3-9CEF-0D96EBB11B8B}" srcOrd="1" destOrd="0" parTransId="{3C1A2C67-E186-4DE9-92A3-213E1E0F5DCD}" sibTransId="{3C1C526B-C347-487B-A178-D9BD5C121374}"/>
    <dgm:cxn modelId="{8BA62961-A0FF-480A-B2B0-F3E426D55868}" type="presOf" srcId="{F2EFE546-8970-4634-BCE4-3365B91BB432}" destId="{4DE5D4CB-B5DA-4FEC-A3B7-B6F95F01F5B3}" srcOrd="0" destOrd="0" presId="urn:microsoft.com/office/officeart/2018/2/layout/IconVerticalSolidList"/>
    <dgm:cxn modelId="{E31C204A-AD0D-409B-8826-71E3D90996CE}" type="presOf" srcId="{982B72D7-9D88-4CFC-8237-48985786D339}" destId="{1412DA1A-A036-44DE-B97C-8FDE65D2F627}" srcOrd="0" destOrd="0" presId="urn:microsoft.com/office/officeart/2018/2/layout/IconVerticalSolidList"/>
    <dgm:cxn modelId="{1676AD73-9C0A-4D7D-95A6-838BC71F21D5}" srcId="{F2EFE546-8970-4634-BCE4-3365B91BB432}" destId="{982B72D7-9D88-4CFC-8237-48985786D339}" srcOrd="0" destOrd="0" parTransId="{F784C2EF-9840-40D9-BD89-94A5F5A71500}" sibTransId="{FAC372CD-42AE-44DB-9441-360F7B45A9FB}"/>
    <dgm:cxn modelId="{5ADC329B-9CDA-4FC9-B7DA-B719CE28B6C5}" type="presOf" srcId="{C2E4FB71-2E18-48B3-9CEF-0D96EBB11B8B}" destId="{9CE9CAFB-F310-4EDE-B9D0-7FBAE476DC5B}" srcOrd="0" destOrd="0" presId="urn:microsoft.com/office/officeart/2018/2/layout/IconVerticalSolidList"/>
    <dgm:cxn modelId="{85D3EEB6-FEDA-43D2-970D-9B27B496D1AF}" srcId="{F2EFE546-8970-4634-BCE4-3365B91BB432}" destId="{EFD34AED-FED6-4074-9D2D-0DC3157E2C4F}" srcOrd="2" destOrd="0" parTransId="{F6C75337-471C-4641-B1B9-7AAF3E816356}" sibTransId="{CC7278B5-143F-4834-8887-11584906C7F6}"/>
    <dgm:cxn modelId="{DC9C53D4-C4B5-44B6-B60B-758772A79249}" type="presOf" srcId="{EFD34AED-FED6-4074-9D2D-0DC3157E2C4F}" destId="{94CBA0CD-C51F-420B-9F4D-99A3A8592301}" srcOrd="0" destOrd="0" presId="urn:microsoft.com/office/officeart/2018/2/layout/IconVerticalSolidList"/>
    <dgm:cxn modelId="{24F35BF2-2C34-4498-9AB6-8CBF02040166}" type="presParOf" srcId="{4DE5D4CB-B5DA-4FEC-A3B7-B6F95F01F5B3}" destId="{ABC35195-B3DA-43DD-873B-587A1A8648E3}" srcOrd="0" destOrd="0" presId="urn:microsoft.com/office/officeart/2018/2/layout/IconVerticalSolidList"/>
    <dgm:cxn modelId="{7A2C8B8A-3E3F-4294-8097-2EF97C1FDD36}" type="presParOf" srcId="{ABC35195-B3DA-43DD-873B-587A1A8648E3}" destId="{C042D983-6F99-403A-B655-96F39A20537D}" srcOrd="0" destOrd="0" presId="urn:microsoft.com/office/officeart/2018/2/layout/IconVerticalSolidList"/>
    <dgm:cxn modelId="{A32C173C-4258-44B5-A118-308F716028DC}" type="presParOf" srcId="{ABC35195-B3DA-43DD-873B-587A1A8648E3}" destId="{BCA5510A-E847-4705-9E80-16A645565A61}" srcOrd="1" destOrd="0" presId="urn:microsoft.com/office/officeart/2018/2/layout/IconVerticalSolidList"/>
    <dgm:cxn modelId="{29C4CF9C-8291-4018-86F8-A6AFFF9F2A86}" type="presParOf" srcId="{ABC35195-B3DA-43DD-873B-587A1A8648E3}" destId="{98A3CEAE-8B54-4C8A-A16C-1200EF76A55F}" srcOrd="2" destOrd="0" presId="urn:microsoft.com/office/officeart/2018/2/layout/IconVerticalSolidList"/>
    <dgm:cxn modelId="{3C847FA3-A478-4AB3-B706-D704343C6654}" type="presParOf" srcId="{ABC35195-B3DA-43DD-873B-587A1A8648E3}" destId="{1412DA1A-A036-44DE-B97C-8FDE65D2F627}" srcOrd="3" destOrd="0" presId="urn:microsoft.com/office/officeart/2018/2/layout/IconVerticalSolidList"/>
    <dgm:cxn modelId="{649B1CE5-299D-42D7-968C-AA0081EFFA65}" type="presParOf" srcId="{4DE5D4CB-B5DA-4FEC-A3B7-B6F95F01F5B3}" destId="{9A769A33-1342-4907-8357-4FB2E4DD9F7E}" srcOrd="1" destOrd="0" presId="urn:microsoft.com/office/officeart/2018/2/layout/IconVerticalSolidList"/>
    <dgm:cxn modelId="{CB0F5D51-BD85-4372-9849-8CC08714410B}" type="presParOf" srcId="{4DE5D4CB-B5DA-4FEC-A3B7-B6F95F01F5B3}" destId="{C7FF36F7-00E3-4423-B2A6-9732C41F6216}" srcOrd="2" destOrd="0" presId="urn:microsoft.com/office/officeart/2018/2/layout/IconVerticalSolidList"/>
    <dgm:cxn modelId="{A6824076-C981-4A2C-9602-3AC76C022F11}" type="presParOf" srcId="{C7FF36F7-00E3-4423-B2A6-9732C41F6216}" destId="{645DC5CF-96E2-4F60-9196-EAFBE83D197C}" srcOrd="0" destOrd="0" presId="urn:microsoft.com/office/officeart/2018/2/layout/IconVerticalSolidList"/>
    <dgm:cxn modelId="{F1F2DE8C-B26C-420E-9247-73CCB695E95F}" type="presParOf" srcId="{C7FF36F7-00E3-4423-B2A6-9732C41F6216}" destId="{6B37E832-5EA6-40A7-A02C-3968B5829741}" srcOrd="1" destOrd="0" presId="urn:microsoft.com/office/officeart/2018/2/layout/IconVerticalSolidList"/>
    <dgm:cxn modelId="{B79D9BC2-5647-4523-B6DC-5E84925C8FBF}" type="presParOf" srcId="{C7FF36F7-00E3-4423-B2A6-9732C41F6216}" destId="{328AB017-C97F-45FF-BE79-EB59FB74C648}" srcOrd="2" destOrd="0" presId="urn:microsoft.com/office/officeart/2018/2/layout/IconVerticalSolidList"/>
    <dgm:cxn modelId="{976F377E-13CA-43EE-863D-A7D0ADF012CB}" type="presParOf" srcId="{C7FF36F7-00E3-4423-B2A6-9732C41F6216}" destId="{9CE9CAFB-F310-4EDE-B9D0-7FBAE476DC5B}" srcOrd="3" destOrd="0" presId="urn:microsoft.com/office/officeart/2018/2/layout/IconVerticalSolidList"/>
    <dgm:cxn modelId="{0BFBEAB8-F86B-4278-8F1D-81C89D831100}" type="presParOf" srcId="{4DE5D4CB-B5DA-4FEC-A3B7-B6F95F01F5B3}" destId="{A0F64C8D-7258-413D-A008-25E94FEC40F6}" srcOrd="3" destOrd="0" presId="urn:microsoft.com/office/officeart/2018/2/layout/IconVerticalSolidList"/>
    <dgm:cxn modelId="{577ECDC8-C1F3-4E7B-9BD6-8DC5CE8DCC99}" type="presParOf" srcId="{4DE5D4CB-B5DA-4FEC-A3B7-B6F95F01F5B3}" destId="{3B509B61-B973-4832-BA5C-821E2F64CF8B}" srcOrd="4" destOrd="0" presId="urn:microsoft.com/office/officeart/2018/2/layout/IconVerticalSolidList"/>
    <dgm:cxn modelId="{26E81D53-D6E1-4FCF-B365-4DCB1B549330}" type="presParOf" srcId="{3B509B61-B973-4832-BA5C-821E2F64CF8B}" destId="{D463B9E7-7B2D-4C17-9DAA-DEB5603FCDB3}" srcOrd="0" destOrd="0" presId="urn:microsoft.com/office/officeart/2018/2/layout/IconVerticalSolidList"/>
    <dgm:cxn modelId="{2B123E77-919B-4B69-AF98-E0DB43D947FD}" type="presParOf" srcId="{3B509B61-B973-4832-BA5C-821E2F64CF8B}" destId="{CE02F3BE-89D2-4185-B1DF-9D9A22278BA9}" srcOrd="1" destOrd="0" presId="urn:microsoft.com/office/officeart/2018/2/layout/IconVerticalSolidList"/>
    <dgm:cxn modelId="{B21C217F-209F-481E-AABD-9FD0063F9596}" type="presParOf" srcId="{3B509B61-B973-4832-BA5C-821E2F64CF8B}" destId="{8976502A-4A89-4713-B842-CADC620FC9FB}" srcOrd="2" destOrd="0" presId="urn:microsoft.com/office/officeart/2018/2/layout/IconVerticalSolidList"/>
    <dgm:cxn modelId="{4D2973EF-3B21-4AA4-8188-1CA7B976CFBF}" type="presParOf" srcId="{3B509B61-B973-4832-BA5C-821E2F64CF8B}" destId="{94CBA0CD-C51F-420B-9F4D-99A3A859230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22A8AD-D75C-49BC-9C16-F5804985CDF8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accent0_3" csCatId="mainScheme" phldr="1"/>
      <dgm:spPr/>
      <dgm:t>
        <a:bodyPr/>
        <a:lstStyle/>
        <a:p>
          <a:endParaRPr lang="en-US"/>
        </a:p>
      </dgm:t>
    </dgm:pt>
    <dgm:pt modelId="{02B97CDF-09E3-45E4-ACB5-2A35114E0033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GT"/>
            <a:t>¿Cuál ha sido el curso que te ha parecido más difícil?</a:t>
          </a:r>
          <a:endParaRPr lang="en-US"/>
        </a:p>
      </dgm:t>
    </dgm:pt>
    <dgm:pt modelId="{C6B90FA0-B5DE-4ACB-AF63-07E94B4DA53A}" type="parTrans" cxnId="{E3EFB01E-4943-4F64-B909-DA364107340A}">
      <dgm:prSet/>
      <dgm:spPr/>
      <dgm:t>
        <a:bodyPr/>
        <a:lstStyle/>
        <a:p>
          <a:endParaRPr lang="en-US"/>
        </a:p>
      </dgm:t>
    </dgm:pt>
    <dgm:pt modelId="{C0E85CDE-C7D5-469D-ABF3-F9A7C54CB390}" type="sibTrans" cxnId="{E3EFB01E-4943-4F64-B909-DA364107340A}">
      <dgm:prSet/>
      <dgm:spPr/>
      <dgm:t>
        <a:bodyPr/>
        <a:lstStyle/>
        <a:p>
          <a:endParaRPr lang="en-US"/>
        </a:p>
      </dgm:t>
    </dgm:pt>
    <dgm:pt modelId="{5E2BEA33-9CA8-482B-976E-6C2D6CEFE88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GT"/>
            <a:t>¿Cuál ha sido el curso que te ha parecido más fácil?</a:t>
          </a:r>
          <a:endParaRPr lang="en-US"/>
        </a:p>
      </dgm:t>
    </dgm:pt>
    <dgm:pt modelId="{889F8312-7789-44F0-AF71-CC898E77C486}" type="parTrans" cxnId="{6D65557E-987B-4935-A2B0-19CC3B1817FA}">
      <dgm:prSet/>
      <dgm:spPr/>
      <dgm:t>
        <a:bodyPr/>
        <a:lstStyle/>
        <a:p>
          <a:endParaRPr lang="en-US"/>
        </a:p>
      </dgm:t>
    </dgm:pt>
    <dgm:pt modelId="{2AE6CCEC-36B2-4EA9-9852-AAD723C108F1}" type="sibTrans" cxnId="{6D65557E-987B-4935-A2B0-19CC3B1817FA}">
      <dgm:prSet/>
      <dgm:spPr/>
      <dgm:t>
        <a:bodyPr/>
        <a:lstStyle/>
        <a:p>
          <a:endParaRPr lang="en-US"/>
        </a:p>
      </dgm:t>
    </dgm:pt>
    <dgm:pt modelId="{982B93DE-E888-4D6B-8429-35EFCADA41E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GT"/>
            <a:t>¿Qué has escuchado sobre ACYR1(Arqui1)?</a:t>
          </a:r>
          <a:endParaRPr lang="en-US"/>
        </a:p>
      </dgm:t>
    </dgm:pt>
    <dgm:pt modelId="{889DABE0-D785-40F9-ADF0-ABDCBC82F63F}" type="parTrans" cxnId="{838C0D07-4C87-4020-88F2-EFD970DD33C6}">
      <dgm:prSet/>
      <dgm:spPr/>
      <dgm:t>
        <a:bodyPr/>
        <a:lstStyle/>
        <a:p>
          <a:endParaRPr lang="en-US"/>
        </a:p>
      </dgm:t>
    </dgm:pt>
    <dgm:pt modelId="{7928297D-A10E-4AF6-96C6-1A546BA0C446}" type="sibTrans" cxnId="{838C0D07-4C87-4020-88F2-EFD970DD33C6}">
      <dgm:prSet/>
      <dgm:spPr/>
      <dgm:t>
        <a:bodyPr/>
        <a:lstStyle/>
        <a:p>
          <a:endParaRPr lang="en-US"/>
        </a:p>
      </dgm:t>
    </dgm:pt>
    <dgm:pt modelId="{9EC4850C-032F-47C5-9FF1-8682EB4E520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s-GT"/>
            <a:t>¿Un dato random que quieras compartir?</a:t>
          </a:r>
          <a:endParaRPr lang="en-US"/>
        </a:p>
      </dgm:t>
    </dgm:pt>
    <dgm:pt modelId="{019B4319-74F5-42A8-A46D-F9A11ADE61A2}" type="parTrans" cxnId="{0AA0DD70-3EF8-4C50-A247-A41CB8CB1F8D}">
      <dgm:prSet/>
      <dgm:spPr/>
      <dgm:t>
        <a:bodyPr/>
        <a:lstStyle/>
        <a:p>
          <a:endParaRPr lang="en-US"/>
        </a:p>
      </dgm:t>
    </dgm:pt>
    <dgm:pt modelId="{FB7F9871-D96A-405B-B8B3-8499A2695769}" type="sibTrans" cxnId="{0AA0DD70-3EF8-4C50-A247-A41CB8CB1F8D}">
      <dgm:prSet/>
      <dgm:spPr/>
      <dgm:t>
        <a:bodyPr/>
        <a:lstStyle/>
        <a:p>
          <a:endParaRPr lang="en-US"/>
        </a:p>
      </dgm:t>
    </dgm:pt>
    <dgm:pt modelId="{983F668E-0552-484F-8C88-9BF2F391D0DB}" type="pres">
      <dgm:prSet presAssocID="{5C22A8AD-D75C-49BC-9C16-F5804985CDF8}" presName="root" presStyleCnt="0">
        <dgm:presLayoutVars>
          <dgm:dir/>
          <dgm:resizeHandles val="exact"/>
        </dgm:presLayoutVars>
      </dgm:prSet>
      <dgm:spPr/>
    </dgm:pt>
    <dgm:pt modelId="{3F5426F5-76BF-43CC-A19D-DF7F019B472F}" type="pres">
      <dgm:prSet presAssocID="{02B97CDF-09E3-45E4-ACB5-2A35114E0033}" presName="compNode" presStyleCnt="0"/>
      <dgm:spPr/>
    </dgm:pt>
    <dgm:pt modelId="{FCA78448-7079-4C6F-9284-A37E91C04584}" type="pres">
      <dgm:prSet presAssocID="{02B97CDF-09E3-45E4-ACB5-2A35114E0033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4E3E9DDA-4906-48F3-8793-B5CA785EBA0A}" type="pres">
      <dgm:prSet presAssocID="{02B97CDF-09E3-45E4-ACB5-2A35114E0033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sconectado"/>
        </a:ext>
      </dgm:extLst>
    </dgm:pt>
    <dgm:pt modelId="{A73EB191-D84A-45C7-84B4-00DB6A05133F}" type="pres">
      <dgm:prSet presAssocID="{02B97CDF-09E3-45E4-ACB5-2A35114E0033}" presName="spaceRect" presStyleCnt="0"/>
      <dgm:spPr/>
    </dgm:pt>
    <dgm:pt modelId="{D3D1B9E1-875C-43D5-AB61-533646C3D9A9}" type="pres">
      <dgm:prSet presAssocID="{02B97CDF-09E3-45E4-ACB5-2A35114E0033}" presName="textRect" presStyleLbl="revTx" presStyleIdx="0" presStyleCnt="4">
        <dgm:presLayoutVars>
          <dgm:chMax val="1"/>
          <dgm:chPref val="1"/>
        </dgm:presLayoutVars>
      </dgm:prSet>
      <dgm:spPr/>
    </dgm:pt>
    <dgm:pt modelId="{5C2945E1-0F55-4793-B8E1-807EEA1BFCDC}" type="pres">
      <dgm:prSet presAssocID="{C0E85CDE-C7D5-469D-ABF3-F9A7C54CB390}" presName="sibTrans" presStyleCnt="0"/>
      <dgm:spPr/>
    </dgm:pt>
    <dgm:pt modelId="{87947AD2-12A7-4248-BABC-45A6B3269EA9}" type="pres">
      <dgm:prSet presAssocID="{5E2BEA33-9CA8-482B-976E-6C2D6CEFE885}" presName="compNode" presStyleCnt="0"/>
      <dgm:spPr/>
    </dgm:pt>
    <dgm:pt modelId="{055961D4-7830-41F7-BC5D-9AD9766EAB8E}" type="pres">
      <dgm:prSet presAssocID="{5E2BEA33-9CA8-482B-976E-6C2D6CEFE885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A6EABE7-B13D-4C5E-BFEB-563F9538A7D1}" type="pres">
      <dgm:prSet presAssocID="{5E2BEA33-9CA8-482B-976E-6C2D6CEFE88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D64FA050-7244-49FB-82CD-AB29DCCA4209}" type="pres">
      <dgm:prSet presAssocID="{5E2BEA33-9CA8-482B-976E-6C2D6CEFE885}" presName="spaceRect" presStyleCnt="0"/>
      <dgm:spPr/>
    </dgm:pt>
    <dgm:pt modelId="{71A03706-FAAC-42CF-8882-5994D8885ACE}" type="pres">
      <dgm:prSet presAssocID="{5E2BEA33-9CA8-482B-976E-6C2D6CEFE885}" presName="textRect" presStyleLbl="revTx" presStyleIdx="1" presStyleCnt="4">
        <dgm:presLayoutVars>
          <dgm:chMax val="1"/>
          <dgm:chPref val="1"/>
        </dgm:presLayoutVars>
      </dgm:prSet>
      <dgm:spPr/>
    </dgm:pt>
    <dgm:pt modelId="{9AA4A9E4-714E-408B-AF40-6D5D052DD9FF}" type="pres">
      <dgm:prSet presAssocID="{2AE6CCEC-36B2-4EA9-9852-AAD723C108F1}" presName="sibTrans" presStyleCnt="0"/>
      <dgm:spPr/>
    </dgm:pt>
    <dgm:pt modelId="{CA903872-5BF8-4FBD-ACE7-AB3371084838}" type="pres">
      <dgm:prSet presAssocID="{982B93DE-E888-4D6B-8429-35EFCADA41E1}" presName="compNode" presStyleCnt="0"/>
      <dgm:spPr/>
    </dgm:pt>
    <dgm:pt modelId="{7F830F6F-6349-4F13-8997-A867BA1965FE}" type="pres">
      <dgm:prSet presAssocID="{982B93DE-E888-4D6B-8429-35EFCADA41E1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FCBEBF32-7332-4537-B321-EFC2A9AF24DE}" type="pres">
      <dgm:prSet presAssocID="{982B93DE-E888-4D6B-8429-35EFCADA41E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ting"/>
        </a:ext>
      </dgm:extLst>
    </dgm:pt>
    <dgm:pt modelId="{ED81694A-DAA5-44C7-8CF3-7BB6D64E630D}" type="pres">
      <dgm:prSet presAssocID="{982B93DE-E888-4D6B-8429-35EFCADA41E1}" presName="spaceRect" presStyleCnt="0"/>
      <dgm:spPr/>
    </dgm:pt>
    <dgm:pt modelId="{B4F3758D-7267-41AC-BFF0-41DBF4CACF7F}" type="pres">
      <dgm:prSet presAssocID="{982B93DE-E888-4D6B-8429-35EFCADA41E1}" presName="textRect" presStyleLbl="revTx" presStyleIdx="2" presStyleCnt="4">
        <dgm:presLayoutVars>
          <dgm:chMax val="1"/>
          <dgm:chPref val="1"/>
        </dgm:presLayoutVars>
      </dgm:prSet>
      <dgm:spPr/>
    </dgm:pt>
    <dgm:pt modelId="{97C84755-27B5-491A-A9AC-6AF83C550FC4}" type="pres">
      <dgm:prSet presAssocID="{7928297D-A10E-4AF6-96C6-1A546BA0C446}" presName="sibTrans" presStyleCnt="0"/>
      <dgm:spPr/>
    </dgm:pt>
    <dgm:pt modelId="{B5949752-2BAB-46E0-9F3B-A31C1800AEEC}" type="pres">
      <dgm:prSet presAssocID="{9EC4850C-032F-47C5-9FF1-8682EB4E5207}" presName="compNode" presStyleCnt="0"/>
      <dgm:spPr/>
    </dgm:pt>
    <dgm:pt modelId="{E1EE57D8-749E-4B83-B52C-0790C65B7F8D}" type="pres">
      <dgm:prSet presAssocID="{9EC4850C-032F-47C5-9FF1-8682EB4E5207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907E566-F3B4-45D2-A76D-5DB80E04E247}" type="pres">
      <dgm:prSet presAssocID="{9EC4850C-032F-47C5-9FF1-8682EB4E520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D2708835-53D0-4BD3-970C-0E7DD8BD2B60}" type="pres">
      <dgm:prSet presAssocID="{9EC4850C-032F-47C5-9FF1-8682EB4E5207}" presName="spaceRect" presStyleCnt="0"/>
      <dgm:spPr/>
    </dgm:pt>
    <dgm:pt modelId="{5129E89F-7D2D-43B5-B635-3D7527F7C3A4}" type="pres">
      <dgm:prSet presAssocID="{9EC4850C-032F-47C5-9FF1-8682EB4E520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838C0D07-4C87-4020-88F2-EFD970DD33C6}" srcId="{5C22A8AD-D75C-49BC-9C16-F5804985CDF8}" destId="{982B93DE-E888-4D6B-8429-35EFCADA41E1}" srcOrd="2" destOrd="0" parTransId="{889DABE0-D785-40F9-ADF0-ABDCBC82F63F}" sibTransId="{7928297D-A10E-4AF6-96C6-1A546BA0C446}"/>
    <dgm:cxn modelId="{E3EFB01E-4943-4F64-B909-DA364107340A}" srcId="{5C22A8AD-D75C-49BC-9C16-F5804985CDF8}" destId="{02B97CDF-09E3-45E4-ACB5-2A35114E0033}" srcOrd="0" destOrd="0" parTransId="{C6B90FA0-B5DE-4ACB-AF63-07E94B4DA53A}" sibTransId="{C0E85CDE-C7D5-469D-ABF3-F9A7C54CB390}"/>
    <dgm:cxn modelId="{1536612A-8FBF-4E13-A302-8979052AC719}" type="presOf" srcId="{02B97CDF-09E3-45E4-ACB5-2A35114E0033}" destId="{D3D1B9E1-875C-43D5-AB61-533646C3D9A9}" srcOrd="0" destOrd="0" presId="urn:microsoft.com/office/officeart/2018/5/layout/IconLeafLabelList"/>
    <dgm:cxn modelId="{EC3A0430-8D13-4887-A3AF-91CBD59F7592}" type="presOf" srcId="{9EC4850C-032F-47C5-9FF1-8682EB4E5207}" destId="{5129E89F-7D2D-43B5-B635-3D7527F7C3A4}" srcOrd="0" destOrd="0" presId="urn:microsoft.com/office/officeart/2018/5/layout/IconLeafLabelList"/>
    <dgm:cxn modelId="{C1890B49-968A-4768-AFC0-A07D23BAD311}" type="presOf" srcId="{982B93DE-E888-4D6B-8429-35EFCADA41E1}" destId="{B4F3758D-7267-41AC-BFF0-41DBF4CACF7F}" srcOrd="0" destOrd="0" presId="urn:microsoft.com/office/officeart/2018/5/layout/IconLeafLabelList"/>
    <dgm:cxn modelId="{0AA0DD70-3EF8-4C50-A247-A41CB8CB1F8D}" srcId="{5C22A8AD-D75C-49BC-9C16-F5804985CDF8}" destId="{9EC4850C-032F-47C5-9FF1-8682EB4E5207}" srcOrd="3" destOrd="0" parTransId="{019B4319-74F5-42A8-A46D-F9A11ADE61A2}" sibTransId="{FB7F9871-D96A-405B-B8B3-8499A2695769}"/>
    <dgm:cxn modelId="{6D65557E-987B-4935-A2B0-19CC3B1817FA}" srcId="{5C22A8AD-D75C-49BC-9C16-F5804985CDF8}" destId="{5E2BEA33-9CA8-482B-976E-6C2D6CEFE885}" srcOrd="1" destOrd="0" parTransId="{889F8312-7789-44F0-AF71-CC898E77C486}" sibTransId="{2AE6CCEC-36B2-4EA9-9852-AAD723C108F1}"/>
    <dgm:cxn modelId="{0AEEBECD-8A12-47CF-AED1-5C27F20ED2F9}" type="presOf" srcId="{5E2BEA33-9CA8-482B-976E-6C2D6CEFE885}" destId="{71A03706-FAAC-42CF-8882-5994D8885ACE}" srcOrd="0" destOrd="0" presId="urn:microsoft.com/office/officeart/2018/5/layout/IconLeafLabelList"/>
    <dgm:cxn modelId="{241084CE-C823-45A8-99BA-249149A18814}" type="presOf" srcId="{5C22A8AD-D75C-49BC-9C16-F5804985CDF8}" destId="{983F668E-0552-484F-8C88-9BF2F391D0DB}" srcOrd="0" destOrd="0" presId="urn:microsoft.com/office/officeart/2018/5/layout/IconLeafLabelList"/>
    <dgm:cxn modelId="{DE9E700C-E381-4EB1-961D-917522E94684}" type="presParOf" srcId="{983F668E-0552-484F-8C88-9BF2F391D0DB}" destId="{3F5426F5-76BF-43CC-A19D-DF7F019B472F}" srcOrd="0" destOrd="0" presId="urn:microsoft.com/office/officeart/2018/5/layout/IconLeafLabelList"/>
    <dgm:cxn modelId="{57C5E5CC-24AF-4792-AB4E-E6EF7D8907E8}" type="presParOf" srcId="{3F5426F5-76BF-43CC-A19D-DF7F019B472F}" destId="{FCA78448-7079-4C6F-9284-A37E91C04584}" srcOrd="0" destOrd="0" presId="urn:microsoft.com/office/officeart/2018/5/layout/IconLeafLabelList"/>
    <dgm:cxn modelId="{74DF46B7-FD6B-4DB9-8CCE-2E73728DB6DC}" type="presParOf" srcId="{3F5426F5-76BF-43CC-A19D-DF7F019B472F}" destId="{4E3E9DDA-4906-48F3-8793-B5CA785EBA0A}" srcOrd="1" destOrd="0" presId="urn:microsoft.com/office/officeart/2018/5/layout/IconLeafLabelList"/>
    <dgm:cxn modelId="{8DD021F8-4571-4BE2-9669-B5CC66D079E0}" type="presParOf" srcId="{3F5426F5-76BF-43CC-A19D-DF7F019B472F}" destId="{A73EB191-D84A-45C7-84B4-00DB6A05133F}" srcOrd="2" destOrd="0" presId="urn:microsoft.com/office/officeart/2018/5/layout/IconLeafLabelList"/>
    <dgm:cxn modelId="{ECAE0975-1ABE-4210-902A-2A7318C0E27E}" type="presParOf" srcId="{3F5426F5-76BF-43CC-A19D-DF7F019B472F}" destId="{D3D1B9E1-875C-43D5-AB61-533646C3D9A9}" srcOrd="3" destOrd="0" presId="urn:microsoft.com/office/officeart/2018/5/layout/IconLeafLabelList"/>
    <dgm:cxn modelId="{39CFD74A-9EC3-4A5C-9F31-5C694127E59B}" type="presParOf" srcId="{983F668E-0552-484F-8C88-9BF2F391D0DB}" destId="{5C2945E1-0F55-4793-B8E1-807EEA1BFCDC}" srcOrd="1" destOrd="0" presId="urn:microsoft.com/office/officeart/2018/5/layout/IconLeafLabelList"/>
    <dgm:cxn modelId="{91756784-1283-4A7F-AE4C-5585DB581A71}" type="presParOf" srcId="{983F668E-0552-484F-8C88-9BF2F391D0DB}" destId="{87947AD2-12A7-4248-BABC-45A6B3269EA9}" srcOrd="2" destOrd="0" presId="urn:microsoft.com/office/officeart/2018/5/layout/IconLeafLabelList"/>
    <dgm:cxn modelId="{EF201BD5-A07E-4A88-8E91-287F0C88A23F}" type="presParOf" srcId="{87947AD2-12A7-4248-BABC-45A6B3269EA9}" destId="{055961D4-7830-41F7-BC5D-9AD9766EAB8E}" srcOrd="0" destOrd="0" presId="urn:microsoft.com/office/officeart/2018/5/layout/IconLeafLabelList"/>
    <dgm:cxn modelId="{6610D0D9-8046-40AB-A516-C978CF298F52}" type="presParOf" srcId="{87947AD2-12A7-4248-BABC-45A6B3269EA9}" destId="{DA6EABE7-B13D-4C5E-BFEB-563F9538A7D1}" srcOrd="1" destOrd="0" presId="urn:microsoft.com/office/officeart/2018/5/layout/IconLeafLabelList"/>
    <dgm:cxn modelId="{21AF55ED-282B-42FF-9051-205E26716C4B}" type="presParOf" srcId="{87947AD2-12A7-4248-BABC-45A6B3269EA9}" destId="{D64FA050-7244-49FB-82CD-AB29DCCA4209}" srcOrd="2" destOrd="0" presId="urn:microsoft.com/office/officeart/2018/5/layout/IconLeafLabelList"/>
    <dgm:cxn modelId="{50410774-6C41-42E6-A79A-2095D5D2A956}" type="presParOf" srcId="{87947AD2-12A7-4248-BABC-45A6B3269EA9}" destId="{71A03706-FAAC-42CF-8882-5994D8885ACE}" srcOrd="3" destOrd="0" presId="urn:microsoft.com/office/officeart/2018/5/layout/IconLeafLabelList"/>
    <dgm:cxn modelId="{C625624F-0974-4773-855F-645099A1007E}" type="presParOf" srcId="{983F668E-0552-484F-8C88-9BF2F391D0DB}" destId="{9AA4A9E4-714E-408B-AF40-6D5D052DD9FF}" srcOrd="3" destOrd="0" presId="urn:microsoft.com/office/officeart/2018/5/layout/IconLeafLabelList"/>
    <dgm:cxn modelId="{E9EC8219-3CAB-44A3-8D7D-94F0B8B921FC}" type="presParOf" srcId="{983F668E-0552-484F-8C88-9BF2F391D0DB}" destId="{CA903872-5BF8-4FBD-ACE7-AB3371084838}" srcOrd="4" destOrd="0" presId="urn:microsoft.com/office/officeart/2018/5/layout/IconLeafLabelList"/>
    <dgm:cxn modelId="{723AA780-9FB3-4864-B425-B44B945A3F4A}" type="presParOf" srcId="{CA903872-5BF8-4FBD-ACE7-AB3371084838}" destId="{7F830F6F-6349-4F13-8997-A867BA1965FE}" srcOrd="0" destOrd="0" presId="urn:microsoft.com/office/officeart/2018/5/layout/IconLeafLabelList"/>
    <dgm:cxn modelId="{2437A386-A353-4609-8EB0-3BDCA3757C42}" type="presParOf" srcId="{CA903872-5BF8-4FBD-ACE7-AB3371084838}" destId="{FCBEBF32-7332-4537-B321-EFC2A9AF24DE}" srcOrd="1" destOrd="0" presId="urn:microsoft.com/office/officeart/2018/5/layout/IconLeafLabelList"/>
    <dgm:cxn modelId="{74E64FD0-B4C6-4992-BBD3-2DAD835D164B}" type="presParOf" srcId="{CA903872-5BF8-4FBD-ACE7-AB3371084838}" destId="{ED81694A-DAA5-44C7-8CF3-7BB6D64E630D}" srcOrd="2" destOrd="0" presId="urn:microsoft.com/office/officeart/2018/5/layout/IconLeafLabelList"/>
    <dgm:cxn modelId="{41632EAD-511E-4095-953A-1D88AA49963B}" type="presParOf" srcId="{CA903872-5BF8-4FBD-ACE7-AB3371084838}" destId="{B4F3758D-7267-41AC-BFF0-41DBF4CACF7F}" srcOrd="3" destOrd="0" presId="urn:microsoft.com/office/officeart/2018/5/layout/IconLeafLabelList"/>
    <dgm:cxn modelId="{5AF44BFD-C74D-4C61-B7F5-7E25A16FE718}" type="presParOf" srcId="{983F668E-0552-484F-8C88-9BF2F391D0DB}" destId="{97C84755-27B5-491A-A9AC-6AF83C550FC4}" srcOrd="5" destOrd="0" presId="urn:microsoft.com/office/officeart/2018/5/layout/IconLeafLabelList"/>
    <dgm:cxn modelId="{8C97BA33-1243-4CDB-A5C5-E3123EC17E69}" type="presParOf" srcId="{983F668E-0552-484F-8C88-9BF2F391D0DB}" destId="{B5949752-2BAB-46E0-9F3B-A31C1800AEEC}" srcOrd="6" destOrd="0" presId="urn:microsoft.com/office/officeart/2018/5/layout/IconLeafLabelList"/>
    <dgm:cxn modelId="{D90C1F7C-6198-40E4-A045-20C70A2A8F8C}" type="presParOf" srcId="{B5949752-2BAB-46E0-9F3B-A31C1800AEEC}" destId="{E1EE57D8-749E-4B83-B52C-0790C65B7F8D}" srcOrd="0" destOrd="0" presId="urn:microsoft.com/office/officeart/2018/5/layout/IconLeafLabelList"/>
    <dgm:cxn modelId="{CF0F33C4-ADFD-434A-9235-82E2CEF514BD}" type="presParOf" srcId="{B5949752-2BAB-46E0-9F3B-A31C1800AEEC}" destId="{9907E566-F3B4-45D2-A76D-5DB80E04E247}" srcOrd="1" destOrd="0" presId="urn:microsoft.com/office/officeart/2018/5/layout/IconLeafLabelList"/>
    <dgm:cxn modelId="{32C633A0-B631-49B1-A33B-646D365E70B2}" type="presParOf" srcId="{B5949752-2BAB-46E0-9F3B-A31C1800AEEC}" destId="{D2708835-53D0-4BD3-970C-0E7DD8BD2B60}" srcOrd="2" destOrd="0" presId="urn:microsoft.com/office/officeart/2018/5/layout/IconLeafLabelList"/>
    <dgm:cxn modelId="{0EA3A9CA-9363-405C-BFE5-455C09B26555}" type="presParOf" srcId="{B5949752-2BAB-46E0-9F3B-A31C1800AEEC}" destId="{5129E89F-7D2D-43B5-B635-3D7527F7C3A4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79188B-8D34-44EE-A80C-86CA74ED851E}">
      <dsp:nvSpPr>
        <dsp:cNvPr id="0" name=""/>
        <dsp:cNvSpPr/>
      </dsp:nvSpPr>
      <dsp:spPr>
        <a:xfrm>
          <a:off x="0" y="1628"/>
          <a:ext cx="6132236" cy="6940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B78E4B-0005-421F-B23F-355DBDDC0621}">
      <dsp:nvSpPr>
        <dsp:cNvPr id="0" name=""/>
        <dsp:cNvSpPr/>
      </dsp:nvSpPr>
      <dsp:spPr>
        <a:xfrm>
          <a:off x="209943" y="157785"/>
          <a:ext cx="381715" cy="3817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F8C423-5593-4D8D-A489-F00A14C235B0}">
      <dsp:nvSpPr>
        <dsp:cNvPr id="0" name=""/>
        <dsp:cNvSpPr/>
      </dsp:nvSpPr>
      <dsp:spPr>
        <a:xfrm>
          <a:off x="801603" y="1628"/>
          <a:ext cx="5330633" cy="694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451" tIns="73451" rIns="73451" bIns="734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900" kern="1200"/>
            <a:t>Presentación Auxiliar</a:t>
          </a:r>
          <a:endParaRPr lang="en-US" sz="1900" kern="1200"/>
        </a:p>
      </dsp:txBody>
      <dsp:txXfrm>
        <a:off x="801603" y="1628"/>
        <a:ext cx="5330633" cy="694028"/>
      </dsp:txXfrm>
    </dsp:sp>
    <dsp:sp modelId="{8874C5F1-6625-4D73-8A38-20710759E96E}">
      <dsp:nvSpPr>
        <dsp:cNvPr id="0" name=""/>
        <dsp:cNvSpPr/>
      </dsp:nvSpPr>
      <dsp:spPr>
        <a:xfrm>
          <a:off x="0" y="869164"/>
          <a:ext cx="6132236" cy="6940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3104B3-428F-47A2-A349-22D7F38B077C}">
      <dsp:nvSpPr>
        <dsp:cNvPr id="0" name=""/>
        <dsp:cNvSpPr/>
      </dsp:nvSpPr>
      <dsp:spPr>
        <a:xfrm>
          <a:off x="209943" y="1025321"/>
          <a:ext cx="381715" cy="3817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7B4AB9-1BFD-45EE-B189-A4ECF8CD9857}">
      <dsp:nvSpPr>
        <dsp:cNvPr id="0" name=""/>
        <dsp:cNvSpPr/>
      </dsp:nvSpPr>
      <dsp:spPr>
        <a:xfrm>
          <a:off x="801603" y="869164"/>
          <a:ext cx="5330633" cy="694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451" tIns="73451" rIns="73451" bIns="734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900" kern="1200"/>
            <a:t>Presentación de Estudiantes</a:t>
          </a:r>
          <a:endParaRPr lang="en-US" sz="1900" kern="1200"/>
        </a:p>
      </dsp:txBody>
      <dsp:txXfrm>
        <a:off x="801603" y="869164"/>
        <a:ext cx="5330633" cy="694028"/>
      </dsp:txXfrm>
    </dsp:sp>
    <dsp:sp modelId="{1E14405F-B1D7-42B3-AAE8-660ED5C13DD3}">
      <dsp:nvSpPr>
        <dsp:cNvPr id="0" name=""/>
        <dsp:cNvSpPr/>
      </dsp:nvSpPr>
      <dsp:spPr>
        <a:xfrm>
          <a:off x="0" y="1736700"/>
          <a:ext cx="6132236" cy="6940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652820E-3D87-43CB-85F4-E966F37F9943}">
      <dsp:nvSpPr>
        <dsp:cNvPr id="0" name=""/>
        <dsp:cNvSpPr/>
      </dsp:nvSpPr>
      <dsp:spPr>
        <a:xfrm>
          <a:off x="209943" y="1892857"/>
          <a:ext cx="381715" cy="38171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B7A506-6223-4A16-8775-9C7B62EF97FD}">
      <dsp:nvSpPr>
        <dsp:cNvPr id="0" name=""/>
        <dsp:cNvSpPr/>
      </dsp:nvSpPr>
      <dsp:spPr>
        <a:xfrm>
          <a:off x="801603" y="1736700"/>
          <a:ext cx="5330633" cy="694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451" tIns="73451" rIns="73451" bIns="734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900" kern="1200"/>
            <a:t>Evaluación Conocimientos Previos</a:t>
          </a:r>
          <a:endParaRPr lang="en-US" sz="1900" kern="1200"/>
        </a:p>
      </dsp:txBody>
      <dsp:txXfrm>
        <a:off x="801603" y="1736700"/>
        <a:ext cx="5330633" cy="694028"/>
      </dsp:txXfrm>
    </dsp:sp>
    <dsp:sp modelId="{5A29F501-BAAF-4BD2-BF89-221B0C953D15}">
      <dsp:nvSpPr>
        <dsp:cNvPr id="0" name=""/>
        <dsp:cNvSpPr/>
      </dsp:nvSpPr>
      <dsp:spPr>
        <a:xfrm>
          <a:off x="0" y="2604236"/>
          <a:ext cx="6132236" cy="6940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C5C40A-761B-4A86-87E9-DD6B2FDDAABA}">
      <dsp:nvSpPr>
        <dsp:cNvPr id="0" name=""/>
        <dsp:cNvSpPr/>
      </dsp:nvSpPr>
      <dsp:spPr>
        <a:xfrm>
          <a:off x="209943" y="2760393"/>
          <a:ext cx="381715" cy="38171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5587C5-CD24-4525-AFCA-8F616A94E402}">
      <dsp:nvSpPr>
        <dsp:cNvPr id="0" name=""/>
        <dsp:cNvSpPr/>
      </dsp:nvSpPr>
      <dsp:spPr>
        <a:xfrm>
          <a:off x="801603" y="2604236"/>
          <a:ext cx="5330633" cy="694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451" tIns="73451" rIns="73451" bIns="734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900" kern="1200"/>
            <a:t>Lectura Programa del curso</a:t>
          </a:r>
          <a:endParaRPr lang="en-US" sz="1900" kern="1200"/>
        </a:p>
      </dsp:txBody>
      <dsp:txXfrm>
        <a:off x="801603" y="2604236"/>
        <a:ext cx="5330633" cy="694028"/>
      </dsp:txXfrm>
    </dsp:sp>
    <dsp:sp modelId="{834702A1-7A25-4CD6-A4E8-2D6BA79BB0AC}">
      <dsp:nvSpPr>
        <dsp:cNvPr id="0" name=""/>
        <dsp:cNvSpPr/>
      </dsp:nvSpPr>
      <dsp:spPr>
        <a:xfrm>
          <a:off x="0" y="3471772"/>
          <a:ext cx="6132236" cy="6940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682E4E-9C76-47F6-8C80-2EC7C881AD67}">
      <dsp:nvSpPr>
        <dsp:cNvPr id="0" name=""/>
        <dsp:cNvSpPr/>
      </dsp:nvSpPr>
      <dsp:spPr>
        <a:xfrm>
          <a:off x="209943" y="3627929"/>
          <a:ext cx="381715" cy="38171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2F122-F5D1-4A1D-A8C4-75A7DFE174FA}">
      <dsp:nvSpPr>
        <dsp:cNvPr id="0" name=""/>
        <dsp:cNvSpPr/>
      </dsp:nvSpPr>
      <dsp:spPr>
        <a:xfrm>
          <a:off x="801603" y="3471772"/>
          <a:ext cx="5330633" cy="694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451" tIns="73451" rIns="73451" bIns="734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900" kern="1200"/>
            <a:t>Evaluación Conocimientos Actuales</a:t>
          </a:r>
          <a:endParaRPr lang="en-US" sz="1900" kern="1200"/>
        </a:p>
      </dsp:txBody>
      <dsp:txXfrm>
        <a:off x="801603" y="3471772"/>
        <a:ext cx="5330633" cy="694028"/>
      </dsp:txXfrm>
    </dsp:sp>
    <dsp:sp modelId="{83832E7A-9C9B-4305-90C4-824653D1AAE1}">
      <dsp:nvSpPr>
        <dsp:cNvPr id="0" name=""/>
        <dsp:cNvSpPr/>
      </dsp:nvSpPr>
      <dsp:spPr>
        <a:xfrm>
          <a:off x="0" y="4339308"/>
          <a:ext cx="6132236" cy="6940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EC4F8C-7CFA-4629-8F6C-3675BA8D61B3}">
      <dsp:nvSpPr>
        <dsp:cNvPr id="0" name=""/>
        <dsp:cNvSpPr/>
      </dsp:nvSpPr>
      <dsp:spPr>
        <a:xfrm>
          <a:off x="209943" y="4495464"/>
          <a:ext cx="381715" cy="38171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7389F4-24EC-49C8-B623-F0A8E84E079C}">
      <dsp:nvSpPr>
        <dsp:cNvPr id="0" name=""/>
        <dsp:cNvSpPr/>
      </dsp:nvSpPr>
      <dsp:spPr>
        <a:xfrm>
          <a:off x="801603" y="4339308"/>
          <a:ext cx="5330633" cy="6940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451" tIns="73451" rIns="73451" bIns="7345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900" kern="1200"/>
            <a:t>Preguntas o Dudas del Curso</a:t>
          </a:r>
          <a:endParaRPr lang="en-US" sz="1900" kern="1200"/>
        </a:p>
      </dsp:txBody>
      <dsp:txXfrm>
        <a:off x="801603" y="4339308"/>
        <a:ext cx="5330633" cy="69402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2D983-6F99-403A-B655-96F39A20537D}">
      <dsp:nvSpPr>
        <dsp:cNvPr id="0" name=""/>
        <dsp:cNvSpPr/>
      </dsp:nvSpPr>
      <dsp:spPr>
        <a:xfrm>
          <a:off x="0" y="614"/>
          <a:ext cx="6132236" cy="14382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A5510A-E847-4705-9E80-16A645565A61}">
      <dsp:nvSpPr>
        <dsp:cNvPr id="0" name=""/>
        <dsp:cNvSpPr/>
      </dsp:nvSpPr>
      <dsp:spPr>
        <a:xfrm>
          <a:off x="435058" y="324211"/>
          <a:ext cx="791015" cy="79101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2DA1A-A036-44DE-B97C-8FDE65D2F627}">
      <dsp:nvSpPr>
        <dsp:cNvPr id="0" name=""/>
        <dsp:cNvSpPr/>
      </dsp:nvSpPr>
      <dsp:spPr>
        <a:xfrm>
          <a:off x="1661133" y="614"/>
          <a:ext cx="4471103" cy="1438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211" tIns="152211" rIns="152211" bIns="15221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700" kern="1200"/>
            <a:t>Diego Josue Guevara Abaj</a:t>
          </a:r>
          <a:endParaRPr lang="en-US" sz="1700" kern="1200"/>
        </a:p>
      </dsp:txBody>
      <dsp:txXfrm>
        <a:off x="1661133" y="614"/>
        <a:ext cx="4471103" cy="1438210"/>
      </dsp:txXfrm>
    </dsp:sp>
    <dsp:sp modelId="{645DC5CF-96E2-4F60-9196-EAFBE83D197C}">
      <dsp:nvSpPr>
        <dsp:cNvPr id="0" name=""/>
        <dsp:cNvSpPr/>
      </dsp:nvSpPr>
      <dsp:spPr>
        <a:xfrm>
          <a:off x="0" y="1798377"/>
          <a:ext cx="6132236" cy="14382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37E832-5EA6-40A7-A02C-3968B5829741}">
      <dsp:nvSpPr>
        <dsp:cNvPr id="0" name=""/>
        <dsp:cNvSpPr/>
      </dsp:nvSpPr>
      <dsp:spPr>
        <a:xfrm>
          <a:off x="435058" y="2121975"/>
          <a:ext cx="791015" cy="79101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9CAFB-F310-4EDE-B9D0-7FBAE476DC5B}">
      <dsp:nvSpPr>
        <dsp:cNvPr id="0" name=""/>
        <dsp:cNvSpPr/>
      </dsp:nvSpPr>
      <dsp:spPr>
        <a:xfrm>
          <a:off x="1661133" y="1798377"/>
          <a:ext cx="4471103" cy="1438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211" tIns="152211" rIns="152211" bIns="15221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700" kern="1200"/>
            <a:t>Correo Institucional: </a:t>
          </a:r>
          <a:r>
            <a:rPr lang="es-GT" sz="1700" kern="1200">
              <a:hlinkClick xmlns:r="http://schemas.openxmlformats.org/officeDocument/2006/relationships" r:id="rId5"/>
            </a:rPr>
            <a:t>3663830780101@ingenieria.usac.edu.gt</a:t>
          </a:r>
          <a:br>
            <a:rPr lang="es-GT" sz="1700" kern="1200"/>
          </a:br>
          <a:endParaRPr lang="en-US" sz="1700" kern="1200"/>
        </a:p>
      </dsp:txBody>
      <dsp:txXfrm>
        <a:off x="1661133" y="1798377"/>
        <a:ext cx="4471103" cy="1438210"/>
      </dsp:txXfrm>
    </dsp:sp>
    <dsp:sp modelId="{D463B9E7-7B2D-4C17-9DAA-DEB5603FCDB3}">
      <dsp:nvSpPr>
        <dsp:cNvPr id="0" name=""/>
        <dsp:cNvSpPr/>
      </dsp:nvSpPr>
      <dsp:spPr>
        <a:xfrm>
          <a:off x="0" y="3596140"/>
          <a:ext cx="6132236" cy="143821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02F3BE-89D2-4185-B1DF-9D9A22278BA9}">
      <dsp:nvSpPr>
        <dsp:cNvPr id="0" name=""/>
        <dsp:cNvSpPr/>
      </dsp:nvSpPr>
      <dsp:spPr>
        <a:xfrm>
          <a:off x="435058" y="3919738"/>
          <a:ext cx="791015" cy="791015"/>
        </a:xfrm>
        <a:prstGeom prst="rect">
          <a:avLst/>
        </a:prstGeom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CBA0CD-C51F-420B-9F4D-99A3A8592301}">
      <dsp:nvSpPr>
        <dsp:cNvPr id="0" name=""/>
        <dsp:cNvSpPr/>
      </dsp:nvSpPr>
      <dsp:spPr>
        <a:xfrm>
          <a:off x="1661133" y="3596140"/>
          <a:ext cx="4471103" cy="14382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211" tIns="152211" rIns="152211" bIns="152211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GT" sz="1700" kern="1200"/>
            <a:t>Correo Personal: </a:t>
          </a:r>
          <a:r>
            <a:rPr lang="es-GT" sz="1700" kern="1200">
              <a:hlinkClick xmlns:r="http://schemas.openxmlformats.org/officeDocument/2006/relationships" r:id="rId8"/>
            </a:rPr>
            <a:t>josueguevara792@gmail.com</a:t>
          </a:r>
          <a:r>
            <a:rPr lang="es-GT" sz="1700" kern="1200"/>
            <a:t> </a:t>
          </a:r>
          <a:endParaRPr lang="en-US" sz="1700" kern="1200"/>
        </a:p>
      </dsp:txBody>
      <dsp:txXfrm>
        <a:off x="1661133" y="3596140"/>
        <a:ext cx="4471103" cy="143821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A78448-7079-4C6F-9284-A37E91C04584}">
      <dsp:nvSpPr>
        <dsp:cNvPr id="0" name=""/>
        <dsp:cNvSpPr/>
      </dsp:nvSpPr>
      <dsp:spPr>
        <a:xfrm>
          <a:off x="469978" y="330954"/>
          <a:ext cx="1436441" cy="1436441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3E9DDA-4906-48F3-8793-B5CA785EBA0A}">
      <dsp:nvSpPr>
        <dsp:cNvPr id="0" name=""/>
        <dsp:cNvSpPr/>
      </dsp:nvSpPr>
      <dsp:spPr>
        <a:xfrm>
          <a:off x="776105" y="637081"/>
          <a:ext cx="824187" cy="824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D1B9E1-875C-43D5-AB61-533646C3D9A9}">
      <dsp:nvSpPr>
        <dsp:cNvPr id="0" name=""/>
        <dsp:cNvSpPr/>
      </dsp:nvSpPr>
      <dsp:spPr>
        <a:xfrm>
          <a:off x="10788" y="2214812"/>
          <a:ext cx="235482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GT" sz="1500" kern="1200"/>
            <a:t>¿Cuál ha sido el curso que te ha parecido más difícil?</a:t>
          </a:r>
          <a:endParaRPr lang="en-US" sz="1500" kern="1200"/>
        </a:p>
      </dsp:txBody>
      <dsp:txXfrm>
        <a:off x="10788" y="2214812"/>
        <a:ext cx="2354821" cy="720000"/>
      </dsp:txXfrm>
    </dsp:sp>
    <dsp:sp modelId="{055961D4-7830-41F7-BC5D-9AD9766EAB8E}">
      <dsp:nvSpPr>
        <dsp:cNvPr id="0" name=""/>
        <dsp:cNvSpPr/>
      </dsp:nvSpPr>
      <dsp:spPr>
        <a:xfrm>
          <a:off x="3236893" y="330954"/>
          <a:ext cx="1436441" cy="1436441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EABE7-B13D-4C5E-BFEB-563F9538A7D1}">
      <dsp:nvSpPr>
        <dsp:cNvPr id="0" name=""/>
        <dsp:cNvSpPr/>
      </dsp:nvSpPr>
      <dsp:spPr>
        <a:xfrm>
          <a:off x="3543020" y="637081"/>
          <a:ext cx="824187" cy="824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A03706-FAAC-42CF-8882-5994D8885ACE}">
      <dsp:nvSpPr>
        <dsp:cNvPr id="0" name=""/>
        <dsp:cNvSpPr/>
      </dsp:nvSpPr>
      <dsp:spPr>
        <a:xfrm>
          <a:off x="2777703" y="2214812"/>
          <a:ext cx="235482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GT" sz="1500" kern="1200"/>
            <a:t>¿Cuál ha sido el curso que te ha parecido más fácil?</a:t>
          </a:r>
          <a:endParaRPr lang="en-US" sz="1500" kern="1200"/>
        </a:p>
      </dsp:txBody>
      <dsp:txXfrm>
        <a:off x="2777703" y="2214812"/>
        <a:ext cx="2354821" cy="720000"/>
      </dsp:txXfrm>
    </dsp:sp>
    <dsp:sp modelId="{7F830F6F-6349-4F13-8997-A867BA1965FE}">
      <dsp:nvSpPr>
        <dsp:cNvPr id="0" name=""/>
        <dsp:cNvSpPr/>
      </dsp:nvSpPr>
      <dsp:spPr>
        <a:xfrm>
          <a:off x="6003809" y="330954"/>
          <a:ext cx="1436441" cy="1436441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BEBF32-7332-4537-B321-EFC2A9AF24DE}">
      <dsp:nvSpPr>
        <dsp:cNvPr id="0" name=""/>
        <dsp:cNvSpPr/>
      </dsp:nvSpPr>
      <dsp:spPr>
        <a:xfrm>
          <a:off x="6309935" y="637081"/>
          <a:ext cx="824187" cy="824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3758D-7267-41AC-BFF0-41DBF4CACF7F}">
      <dsp:nvSpPr>
        <dsp:cNvPr id="0" name=""/>
        <dsp:cNvSpPr/>
      </dsp:nvSpPr>
      <dsp:spPr>
        <a:xfrm>
          <a:off x="5544618" y="2214812"/>
          <a:ext cx="235482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GT" sz="1500" kern="1200"/>
            <a:t>¿Qué has escuchado sobre ACYR1(Arqui1)?</a:t>
          </a:r>
          <a:endParaRPr lang="en-US" sz="1500" kern="1200"/>
        </a:p>
      </dsp:txBody>
      <dsp:txXfrm>
        <a:off x="5544618" y="2214812"/>
        <a:ext cx="2354821" cy="720000"/>
      </dsp:txXfrm>
    </dsp:sp>
    <dsp:sp modelId="{E1EE57D8-749E-4B83-B52C-0790C65B7F8D}">
      <dsp:nvSpPr>
        <dsp:cNvPr id="0" name=""/>
        <dsp:cNvSpPr/>
      </dsp:nvSpPr>
      <dsp:spPr>
        <a:xfrm>
          <a:off x="8770724" y="330954"/>
          <a:ext cx="1436441" cy="1436441"/>
        </a:xfrm>
        <a:prstGeom prst="round2DiagRect">
          <a:avLst>
            <a:gd name="adj1" fmla="val 29727"/>
            <a:gd name="adj2" fmla="val 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07E566-F3B4-45D2-A76D-5DB80E04E247}">
      <dsp:nvSpPr>
        <dsp:cNvPr id="0" name=""/>
        <dsp:cNvSpPr/>
      </dsp:nvSpPr>
      <dsp:spPr>
        <a:xfrm>
          <a:off x="9076851" y="637081"/>
          <a:ext cx="824187" cy="8241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29E89F-7D2D-43B5-B635-3D7527F7C3A4}">
      <dsp:nvSpPr>
        <dsp:cNvPr id="0" name=""/>
        <dsp:cNvSpPr/>
      </dsp:nvSpPr>
      <dsp:spPr>
        <a:xfrm>
          <a:off x="8311534" y="2214812"/>
          <a:ext cx="2354821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s-GT" sz="1500" kern="1200"/>
            <a:t>¿Un dato random que quieras compartir?</a:t>
          </a:r>
          <a:endParaRPr lang="en-US" sz="1500" kern="1200"/>
        </a:p>
      </dsp:txBody>
      <dsp:txXfrm>
        <a:off x="8311534" y="2214812"/>
        <a:ext cx="2354821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12/5/2025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9002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377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2577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00005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12/5/2025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733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12/5/2025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9462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12/5/2025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938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255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12/5/2025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9633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284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12/5/2025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557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12/5/2025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89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68" r:id="rId6"/>
    <p:sldLayoutId id="2147483764" r:id="rId7"/>
    <p:sldLayoutId id="2147483765" r:id="rId8"/>
    <p:sldLayoutId id="2147483766" r:id="rId9"/>
    <p:sldLayoutId id="2147483767" r:id="rId10"/>
    <p:sldLayoutId id="21474837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8" name="Rectangle 71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Freeform: Shape 73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2CDFB7A-13D2-D2BD-E1E9-1FE3B0AF9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8952" y="1128811"/>
            <a:ext cx="3447288" cy="3342290"/>
          </a:xfrm>
        </p:spPr>
        <p:txBody>
          <a:bodyPr anchor="b">
            <a:normAutofit/>
          </a:bodyPr>
          <a:lstStyle/>
          <a:p>
            <a:r>
              <a:rPr lang="es-GT" sz="3800">
                <a:solidFill>
                  <a:schemeClr val="bg1"/>
                </a:solidFill>
              </a:rPr>
              <a:t>Arquitectura de Computadores y Ensambladores 1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46F61D-5169-2CAE-92C2-6376101390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953" y="4660288"/>
            <a:ext cx="3447287" cy="1126364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GT" b="1" dirty="0">
                <a:solidFill>
                  <a:schemeClr val="bg1"/>
                </a:solidFill>
              </a:rPr>
              <a:t>Horario</a:t>
            </a:r>
            <a:r>
              <a:rPr lang="es-GT" dirty="0">
                <a:solidFill>
                  <a:schemeClr val="bg1"/>
                </a:solidFill>
              </a:rPr>
              <a:t>: 13:50 – 15:30	</a:t>
            </a:r>
          </a:p>
          <a:p>
            <a:pPr>
              <a:lnSpc>
                <a:spcPct val="90000"/>
              </a:lnSpc>
            </a:pPr>
            <a:r>
              <a:rPr lang="es-GT" b="1" dirty="0">
                <a:solidFill>
                  <a:schemeClr val="bg1"/>
                </a:solidFill>
              </a:rPr>
              <a:t>Salón:</a:t>
            </a:r>
            <a:r>
              <a:rPr lang="es-GT" dirty="0">
                <a:solidFill>
                  <a:schemeClr val="bg1"/>
                </a:solidFill>
              </a:rPr>
              <a:t> Pendiente</a:t>
            </a:r>
          </a:p>
        </p:txBody>
      </p:sp>
      <p:pic>
        <p:nvPicPr>
          <p:cNvPr id="14" name="Imagen 13" descr="Forma&#10;&#10;El contenido generado por IA puede ser incorrecto.">
            <a:extLst>
              <a:ext uri="{FF2B5EF4-FFF2-40B4-BE49-F238E27FC236}">
                <a16:creationId xmlns:a16="http://schemas.microsoft.com/office/drawing/2014/main" id="{5154240F-E0C2-0BAD-DA36-FCE2DA8206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3695" y="1128811"/>
            <a:ext cx="3866009" cy="4657841"/>
          </a:xfrm>
          <a:prstGeom prst="rect">
            <a:avLst/>
          </a:prstGeom>
        </p:spPr>
      </p:pic>
      <p:sp>
        <p:nvSpPr>
          <p:cNvPr id="80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277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21" name="Rectangle 13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AFCDB2-3A2E-D4C1-2BB7-D400342AA431}"/>
              </a:ext>
            </a:extLst>
          </p:cNvPr>
          <p:cNvSpPr txBox="1"/>
          <p:nvPr/>
        </p:nvSpPr>
        <p:spPr>
          <a:xfrm>
            <a:off x="1078992" y="1063255"/>
            <a:ext cx="3575304" cy="48075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i="1" kern="1200" spc="1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Agenda</a:t>
            </a:r>
          </a:p>
        </p:txBody>
      </p:sp>
      <p:cxnSp>
        <p:nvCxnSpPr>
          <p:cNvPr id="22" name="Straight Connector 15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24" name="CuadroTexto 5">
            <a:extLst>
              <a:ext uri="{FF2B5EF4-FFF2-40B4-BE49-F238E27FC236}">
                <a16:creationId xmlns:a16="http://schemas.microsoft.com/office/drawing/2014/main" id="{697FD2AE-8A7E-8FED-8C7C-9DAD5EB787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8337655"/>
              </p:ext>
            </p:extLst>
          </p:nvPr>
        </p:nvGraphicFramePr>
        <p:xfrm>
          <a:off x="5297763" y="972642"/>
          <a:ext cx="6132237" cy="5034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01909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E354CAC-83D2-617C-3ABC-3E6D362786C3}"/>
              </a:ext>
            </a:extLst>
          </p:cNvPr>
          <p:cNvSpPr txBox="1"/>
          <p:nvPr/>
        </p:nvSpPr>
        <p:spPr>
          <a:xfrm>
            <a:off x="1078992" y="1063255"/>
            <a:ext cx="3575304" cy="48075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i="1" kern="1200" spc="1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¿Quién Soy?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3022EF-4E43-4298-8E3D-DA5EF0617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6" name="CuadroTexto 3">
            <a:extLst>
              <a:ext uri="{FF2B5EF4-FFF2-40B4-BE49-F238E27FC236}">
                <a16:creationId xmlns:a16="http://schemas.microsoft.com/office/drawing/2014/main" id="{A0AC26F4-F979-F78A-7DEA-2862F7326B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164084"/>
              </p:ext>
            </p:extLst>
          </p:nvPr>
        </p:nvGraphicFramePr>
        <p:xfrm>
          <a:off x="5297763" y="972642"/>
          <a:ext cx="6132237" cy="50349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98330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B2E6E41-48AB-C88A-BEEF-4B19369F4136}"/>
              </a:ext>
            </a:extLst>
          </p:cNvPr>
          <p:cNvSpPr txBox="1"/>
          <p:nvPr/>
        </p:nvSpPr>
        <p:spPr>
          <a:xfrm>
            <a:off x="758952" y="420625"/>
            <a:ext cx="10667998" cy="13740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i="1" kern="1200" spc="1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Presentación de Estudiantes</a:t>
            </a:r>
          </a:p>
        </p:txBody>
      </p:sp>
      <p:sp>
        <p:nvSpPr>
          <p:cNvPr id="30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graphicFrame>
        <p:nvGraphicFramePr>
          <p:cNvPr id="21" name="CuadroTexto 2">
            <a:extLst>
              <a:ext uri="{FF2B5EF4-FFF2-40B4-BE49-F238E27FC236}">
                <a16:creationId xmlns:a16="http://schemas.microsoft.com/office/drawing/2014/main" id="{DFCBE972-C866-A0B3-C263-C74A3B6DDC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6158152"/>
              </p:ext>
            </p:extLst>
          </p:nvPr>
        </p:nvGraphicFramePr>
        <p:xfrm>
          <a:off x="752857" y="2436128"/>
          <a:ext cx="10677144" cy="32657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27764F5A-90D1-3253-0448-F20CF8F51C37}"/>
              </a:ext>
            </a:extLst>
          </p:cNvPr>
          <p:cNvSpPr txBox="1"/>
          <p:nvPr/>
        </p:nvSpPr>
        <p:spPr>
          <a:xfrm>
            <a:off x="3998139" y="5910615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GT" dirty="0"/>
              <a:t>https://es.piliapp.com/random/wheel/</a:t>
            </a:r>
          </a:p>
        </p:txBody>
      </p:sp>
    </p:spTree>
    <p:extLst>
      <p:ext uri="{BB962C8B-B14F-4D97-AF65-F5344CB8AC3E}">
        <p14:creationId xmlns:p14="http://schemas.microsoft.com/office/powerpoint/2010/main" val="3876043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D686459-698E-4EFA-F1B0-8FA85957B95B}"/>
              </a:ext>
            </a:extLst>
          </p:cNvPr>
          <p:cNvSpPr txBox="1"/>
          <p:nvPr/>
        </p:nvSpPr>
        <p:spPr>
          <a:xfrm>
            <a:off x="1078991" y="893935"/>
            <a:ext cx="5364937" cy="3339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i="1" kern="1200" spc="1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Evaluación de Conocimientos previos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40408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13AD65D1-B021-4B05-9F8F-4D82BD3BD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76934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FEC90720-42D0-67FA-0470-C3F76870B6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12271" y="1683094"/>
            <a:ext cx="3491811" cy="3491811"/>
          </a:xfrm>
          <a:prstGeom prst="rect">
            <a:avLst/>
          </a:prstGeom>
        </p:spPr>
      </p:pic>
      <p:sp>
        <p:nvSpPr>
          <p:cNvPr id="54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0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80433E3-95D5-8227-262D-65F980D5BDD0}"/>
              </a:ext>
            </a:extLst>
          </p:cNvPr>
          <p:cNvSpPr txBox="1"/>
          <p:nvPr/>
        </p:nvSpPr>
        <p:spPr>
          <a:xfrm>
            <a:off x="1078992" y="2840853"/>
            <a:ext cx="9390888" cy="26404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7200" i="1" spc="1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Lectura del Programa del Curso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B10E47-AF6B-4C8A-B458-3C6CAF2EB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8560" y="2519118"/>
            <a:ext cx="1101344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749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20" name="Straight Connector 10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12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14">
            <a:extLst>
              <a:ext uri="{FF2B5EF4-FFF2-40B4-BE49-F238E27FC236}">
                <a16:creationId xmlns:a16="http://schemas.microsoft.com/office/drawing/2014/main" id="{7AF9319C-2D9B-4868-AEAE-37298EA0F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5A12E88-74D2-EE04-82FA-5A1279BA025F}"/>
              </a:ext>
            </a:extLst>
          </p:cNvPr>
          <p:cNvSpPr txBox="1"/>
          <p:nvPr/>
        </p:nvSpPr>
        <p:spPr>
          <a:xfrm>
            <a:off x="758952" y="1128811"/>
            <a:ext cx="3447288" cy="33422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i="1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Evaluación de Conocimientos Actuales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AB6E370F-43E8-07F9-81E9-4AA64B6666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7779" y="1128811"/>
            <a:ext cx="4657841" cy="4657841"/>
          </a:xfrm>
          <a:prstGeom prst="rect">
            <a:avLst/>
          </a:prstGeom>
        </p:spPr>
      </p:pic>
      <p:sp>
        <p:nvSpPr>
          <p:cNvPr id="23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10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8BDF3C8-C6E9-0DBE-C650-90672A77960F}"/>
              </a:ext>
            </a:extLst>
          </p:cNvPr>
          <p:cNvSpPr txBox="1"/>
          <p:nvPr/>
        </p:nvSpPr>
        <p:spPr>
          <a:xfrm>
            <a:off x="5978914" y="893935"/>
            <a:ext cx="5364937" cy="33393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i="1" spc="1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Preguntas o Dudas</a:t>
            </a:r>
          </a:p>
        </p:txBody>
      </p:sp>
      <p:pic>
        <p:nvPicPr>
          <p:cNvPr id="4" name="Picture 3" descr="Figura humana de madera">
            <a:extLst>
              <a:ext uri="{FF2B5EF4-FFF2-40B4-BE49-F238E27FC236}">
                <a16:creationId xmlns:a16="http://schemas.microsoft.com/office/drawing/2014/main" id="{5896D989-4592-1E7C-8CF3-E52EB832B4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9240" b="-1"/>
          <a:stretch>
            <a:fillRect/>
          </a:stretch>
        </p:blipFill>
        <p:spPr>
          <a:xfrm>
            <a:off x="1" y="1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45983">
                <a:moveTo>
                  <a:pt x="0" y="0"/>
                </a:moveTo>
                <a:lnTo>
                  <a:pt x="3197713" y="0"/>
                </a:lnTo>
                <a:lnTo>
                  <a:pt x="3259787" y="39795"/>
                </a:lnTo>
                <a:cubicBezTo>
                  <a:pt x="4439462" y="836768"/>
                  <a:pt x="5215066" y="2186425"/>
                  <a:pt x="5215066" y="3717234"/>
                </a:cubicBezTo>
                <a:cubicBezTo>
                  <a:pt x="5215066" y="4788800"/>
                  <a:pt x="4835020" y="5771602"/>
                  <a:pt x="4202364" y="6538204"/>
                </a:cubicBezTo>
                <a:lnTo>
                  <a:pt x="3922635" y="6845983"/>
                </a:lnTo>
                <a:lnTo>
                  <a:pt x="0" y="6845983"/>
                </a:lnTo>
                <a:close/>
              </a:path>
            </a:pathLst>
          </a:cu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040331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391524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BC0E4ACCEAD0C46AF29F1B4CCCA3953" ma:contentTypeVersion="15" ma:contentTypeDescription="Crear nuevo documento." ma:contentTypeScope="" ma:versionID="a54cc88efe1e0b58fbb28e287dbd24a0">
  <xsd:schema xmlns:xsd="http://www.w3.org/2001/XMLSchema" xmlns:xs="http://www.w3.org/2001/XMLSchema" xmlns:p="http://schemas.microsoft.com/office/2006/metadata/properties" xmlns:ns3="082ce332-f2a4-4ac1-ac2a-d2f1ceb9e11a" xmlns:ns4="25742795-7bef-4ff5-9aa7-7cafeab07bd9" targetNamespace="http://schemas.microsoft.com/office/2006/metadata/properties" ma:root="true" ma:fieldsID="1739e0e9460aee113fc1599c9ebecb7d" ns3:_="" ns4:_="">
    <xsd:import namespace="082ce332-f2a4-4ac1-ac2a-d2f1ceb9e11a"/>
    <xsd:import namespace="25742795-7bef-4ff5-9aa7-7cafeab07b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_activity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82ce332-f2a4-4ac1-ac2a-d2f1ceb9e1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742795-7bef-4ff5-9aa7-7cafeab07bd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82ce332-f2a4-4ac1-ac2a-d2f1ceb9e11a" xsi:nil="true"/>
  </documentManagement>
</p:properties>
</file>

<file path=customXml/itemProps1.xml><?xml version="1.0" encoding="utf-8"?>
<ds:datastoreItem xmlns:ds="http://schemas.openxmlformats.org/officeDocument/2006/customXml" ds:itemID="{9FDC4D87-1424-49B1-9256-B86C534C79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82ce332-f2a4-4ac1-ac2a-d2f1ceb9e11a"/>
    <ds:schemaRef ds:uri="25742795-7bef-4ff5-9aa7-7cafeab07b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696A6B9-39AA-42CC-8307-19BB34EA198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0E93309-F3C9-4CB8-AB60-BEB8D2F9A3AC}">
  <ds:schemaRefs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25742795-7bef-4ff5-9aa7-7cafeab07bd9"/>
    <ds:schemaRef ds:uri="http://purl.org/dc/elements/1.1/"/>
    <ds:schemaRef ds:uri="http://schemas.microsoft.com/office/2006/documentManagement/types"/>
    <ds:schemaRef ds:uri="082ce332-f2a4-4ac1-ac2a-d2f1ceb9e11a"/>
    <ds:schemaRef ds:uri="http://schemas.microsoft.com/office/infopath/2007/PartnerControl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139</Words>
  <Application>Microsoft Office PowerPoint</Application>
  <PresentationFormat>Panorámica</PresentationFormat>
  <Paragraphs>24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Arial</vt:lpstr>
      <vt:lpstr>Avenir Next LT Pro</vt:lpstr>
      <vt:lpstr>Sitka Banner</vt:lpstr>
      <vt:lpstr>HeadlinesVTI</vt:lpstr>
      <vt:lpstr>Arquitectura de Computadores y Ensambladores 1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Josue Guevara</dc:creator>
  <cp:lastModifiedBy>Josue Guevara</cp:lastModifiedBy>
  <cp:revision>1</cp:revision>
  <dcterms:created xsi:type="dcterms:W3CDTF">2025-12-05T22:17:26Z</dcterms:created>
  <dcterms:modified xsi:type="dcterms:W3CDTF">2025-12-05T23:31:46Z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0x0101002BC0E4ACCEAD0C46AF29F1B4CCCA3953</vt:lpwstr>
  </property>
</Properties>
</file>