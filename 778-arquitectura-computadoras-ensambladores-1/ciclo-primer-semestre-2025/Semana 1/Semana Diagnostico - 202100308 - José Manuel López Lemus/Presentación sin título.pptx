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2f3ea3db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2f3ea3db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2f3ea3db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2f3ea3db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2f3ea3db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2f3ea3db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2f3ea3dbb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2f3ea3dbb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2f3ea3dbb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2f3ea3dbb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josmalopez77.github.io/ACYE1_2S_2025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966328" y="1847708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Semana de Diagnostico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José Manuel López Lemus - 202100308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¿Como me </a:t>
            </a:r>
            <a:r>
              <a:rPr lang="es"/>
              <a:t>presentaré</a:t>
            </a:r>
            <a:r>
              <a:rPr lang="es"/>
              <a:t>?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En la cañonera </a:t>
            </a:r>
            <a:r>
              <a:rPr lang="es" sz="1400"/>
              <a:t>estaré</a:t>
            </a:r>
            <a:r>
              <a:rPr lang="es" sz="1400"/>
              <a:t> compartiendo una portada en la cual </a:t>
            </a:r>
            <a:r>
              <a:rPr lang="es" sz="1400"/>
              <a:t>estará</a:t>
            </a:r>
            <a:r>
              <a:rPr lang="es" sz="1400"/>
              <a:t> mi nombre y la información de contacto como correo </a:t>
            </a:r>
            <a:r>
              <a:rPr lang="es" sz="1400"/>
              <a:t>institucional</a:t>
            </a:r>
            <a:r>
              <a:rPr lang="es" sz="1400"/>
              <a:t>, correo personal, y repositorio en github. está  portada se encuentra en el siguiente link: </a:t>
            </a:r>
            <a:r>
              <a:rPr lang="es" sz="1400" u="sng">
                <a:solidFill>
                  <a:schemeClr val="hlink"/>
                </a:solidFill>
                <a:hlinkClick r:id="rId3"/>
              </a:rPr>
              <a:t>https://josmalopez77.github.io/ACYE1_2S_2025/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400"/>
              <a:t>Además</a:t>
            </a:r>
            <a:r>
              <a:rPr lang="es" sz="1400"/>
              <a:t> dare informacion de como se pueden comunicar conmigo, en que horarios, tema de los foros, </a:t>
            </a:r>
            <a:r>
              <a:rPr lang="es" sz="1400"/>
              <a:t>motivándolos</a:t>
            </a:r>
            <a:r>
              <a:rPr lang="es" sz="1400"/>
              <a:t> en todos los cursos no solo el que </a:t>
            </a:r>
            <a:r>
              <a:rPr lang="es" sz="1400"/>
              <a:t>daré</a:t>
            </a:r>
            <a:r>
              <a:rPr lang="es" sz="1400"/>
              <a:t> y transmitiendoles entusiasmo y confianza con mi persona.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Cómo</a:t>
            </a:r>
            <a:r>
              <a:rPr lang="es"/>
              <a:t> se </a:t>
            </a:r>
            <a:r>
              <a:rPr lang="es"/>
              <a:t>presentarán</a:t>
            </a:r>
            <a:r>
              <a:rPr lang="es"/>
              <a:t> los 5 estudiantes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Usaremos una ruleta en internet donde obtendremos el </a:t>
            </a:r>
            <a:r>
              <a:rPr lang="es" sz="1400"/>
              <a:t>número</a:t>
            </a:r>
            <a:r>
              <a:rPr lang="es" sz="1400"/>
              <a:t> de asiento donde </a:t>
            </a:r>
            <a:r>
              <a:rPr lang="es" sz="1400"/>
              <a:t>estarán</a:t>
            </a:r>
            <a:r>
              <a:rPr lang="es" sz="1400"/>
              <a:t> los estudiantes, al estudiante escogido deberá pasar al frente y decir su nombre, pasatiempo, </a:t>
            </a:r>
            <a:r>
              <a:rPr lang="es" sz="1400"/>
              <a:t>música</a:t>
            </a:r>
            <a:r>
              <a:rPr lang="es" sz="1400"/>
              <a:t> y comida </a:t>
            </a:r>
            <a:r>
              <a:rPr lang="es" sz="1400"/>
              <a:t>favorita</a:t>
            </a:r>
            <a:r>
              <a:rPr lang="es" sz="1400"/>
              <a:t>. posteriormente </a:t>
            </a:r>
            <a:r>
              <a:rPr lang="es" sz="1400"/>
              <a:t>deberá</a:t>
            </a:r>
            <a:r>
              <a:rPr lang="es" sz="1400"/>
              <a:t> </a:t>
            </a:r>
            <a:r>
              <a:rPr lang="es" sz="1400"/>
              <a:t>responder</a:t>
            </a:r>
            <a:r>
              <a:rPr lang="es" sz="1400"/>
              <a:t> las siguientes preguntas: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¿Cual ha sido el curso que más te ha costado ganar?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¿Por qué escogiste Sistemas y no otra </a:t>
            </a:r>
            <a:r>
              <a:rPr lang="es" sz="1400"/>
              <a:t>ingeniería</a:t>
            </a:r>
            <a:r>
              <a:rPr lang="es" sz="1400"/>
              <a:t>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¿Cual ha sido el curso de sistemas que más te ha gustado?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¿Qué curso o tema de sistemas te gustaría haber profundizado más durante tus estudios?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Prueba de Conocimientos Previos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400"/>
              <a:t>Para esta prueba se </a:t>
            </a:r>
            <a:r>
              <a:rPr lang="es" sz="1400"/>
              <a:t>realizará</a:t>
            </a:r>
            <a:r>
              <a:rPr lang="es" sz="1400"/>
              <a:t> un cuestionario de 4 fases, </a:t>
            </a:r>
            <a:r>
              <a:rPr lang="es" sz="1400"/>
              <a:t>opción</a:t>
            </a:r>
            <a:r>
              <a:rPr lang="es" sz="1400"/>
              <a:t> </a:t>
            </a:r>
            <a:r>
              <a:rPr lang="es" sz="1400"/>
              <a:t>múltiple</a:t>
            </a:r>
            <a:r>
              <a:rPr lang="es" sz="1400"/>
              <a:t>, verdadero/falso, preguntas abiertas y </a:t>
            </a:r>
            <a:r>
              <a:rPr lang="es" sz="1400"/>
              <a:t>asociación</a:t>
            </a:r>
            <a:r>
              <a:rPr lang="es" sz="1400"/>
              <a:t>. este cuestionario </a:t>
            </a:r>
            <a:r>
              <a:rPr lang="es" sz="1400"/>
              <a:t>estará</a:t>
            </a:r>
            <a:r>
              <a:rPr lang="es" sz="1400"/>
              <a:t> en google form, pero para los estudiantes que no cuenten con internet o que deseen hacerlo a mano, lo </a:t>
            </a:r>
            <a:r>
              <a:rPr lang="es" sz="1400"/>
              <a:t>estaré</a:t>
            </a:r>
            <a:r>
              <a:rPr lang="es" sz="1400"/>
              <a:t> presentando y en una hoja </a:t>
            </a:r>
            <a:r>
              <a:rPr lang="es" sz="1400"/>
              <a:t>deberán</a:t>
            </a:r>
            <a:r>
              <a:rPr lang="es" sz="1400"/>
              <a:t> de colocar sus respuestas. Luego de la prueba haremos un breve repaso de los temas de dicha prueba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Lectura del Programa del Curso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400"/>
              <a:t>Aquí </a:t>
            </a:r>
            <a:r>
              <a:rPr lang="es" sz="1400"/>
              <a:t>leeré</a:t>
            </a:r>
            <a:r>
              <a:rPr lang="es" sz="1400"/>
              <a:t> el programa del curso, y </a:t>
            </a:r>
            <a:r>
              <a:rPr lang="es" sz="1400"/>
              <a:t>daré</a:t>
            </a:r>
            <a:r>
              <a:rPr lang="es" sz="1400"/>
              <a:t> la </a:t>
            </a:r>
            <a:r>
              <a:rPr lang="es" sz="1400"/>
              <a:t>distribución</a:t>
            </a:r>
            <a:r>
              <a:rPr lang="es" sz="1400"/>
              <a:t> de zona del laboratorio, de contar con la información de los grupos y demás, se las </a:t>
            </a:r>
            <a:r>
              <a:rPr lang="es" sz="1400"/>
              <a:t>daré</a:t>
            </a:r>
            <a:r>
              <a:rPr lang="es" sz="1400"/>
              <a:t> de una vez, de los contrario solo </a:t>
            </a:r>
            <a:r>
              <a:rPr lang="es" sz="1400"/>
              <a:t>daré</a:t>
            </a:r>
            <a:r>
              <a:rPr lang="es" sz="1400"/>
              <a:t> información importante que ya tenga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Prueba Conocimientos Actuales</a:t>
            </a:r>
            <a:endParaRPr/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400"/>
              <a:t>Aquí </a:t>
            </a:r>
            <a:r>
              <a:rPr lang="es" sz="1400"/>
              <a:t>realizare</a:t>
            </a:r>
            <a:r>
              <a:rPr lang="es" sz="1400"/>
              <a:t> una actividad con un problema ficticio, los estudiantes </a:t>
            </a:r>
            <a:r>
              <a:rPr lang="es" sz="1400"/>
              <a:t>deben</a:t>
            </a:r>
            <a:r>
              <a:rPr lang="es" sz="1400"/>
              <a:t> de pensar en una solución para el problema y </a:t>
            </a:r>
            <a:r>
              <a:rPr lang="es" sz="1400"/>
              <a:t>deberán</a:t>
            </a:r>
            <a:r>
              <a:rPr lang="es" sz="1400"/>
              <a:t> de responder las preguntas que se </a:t>
            </a:r>
            <a:r>
              <a:rPr lang="es" sz="1400"/>
              <a:t>encuentran</a:t>
            </a:r>
            <a:r>
              <a:rPr lang="es" sz="1400"/>
              <a:t> en la actividad, para </a:t>
            </a:r>
            <a:r>
              <a:rPr lang="es" sz="1400"/>
              <a:t>esta</a:t>
            </a:r>
            <a:r>
              <a:rPr lang="es" sz="1400"/>
              <a:t> actividad lo </a:t>
            </a:r>
            <a:r>
              <a:rPr lang="es" sz="1400"/>
              <a:t>deberán</a:t>
            </a:r>
            <a:r>
              <a:rPr lang="es" sz="1400"/>
              <a:t> de realizar en una hoja o digital.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