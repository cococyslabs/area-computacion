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Inter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6HkMF+kdCm30feJY5bUiSyrPG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3" Type="http://customschemas.google.com/relationships/presentationmetadata" Target="metadata"/><Relationship Id="rId12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In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Instrucciones de Branching en ARM de 64 bits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194815" y="5080972"/>
            <a:ext cx="7556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Exploraremos las instrucciones de branching en ARM de 64 bits. Son fundamentales para el control del flujo. Estas permiten saltar a diferentes partes del código.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793790" y="1666748"/>
            <a:ext cx="10351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Banderas y Condicionales en Branching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93790" y="3344402"/>
            <a:ext cx="3168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Branches Condicionales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93840" y="4317446"/>
            <a:ext cx="6244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Usan sufijos de condición. Por ejemplo, BEQ (Branch if Equal).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93790" y="5162774"/>
            <a:ext cx="6244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Dependen de las banderas del procesador. Estas banderas son Zero, Negative, Carry, Overflow.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599521" y="3344389"/>
            <a:ext cx="3401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Modificación de Banderas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599571" y="4317396"/>
            <a:ext cx="6244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Instrucciones como CMP (Compare) o SUB (Subtract) las modifican.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599521" y="5344174"/>
            <a:ext cx="62448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BEQ salta si la bandera Zero es 1. Esto indica una igualdad.</a:t>
            </a:r>
            <a:endParaRPr b="0" i="0" sz="1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20551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2774999" y="2634875"/>
            <a:ext cx="90804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Inter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Construcción de Ciclos con Branching</a:t>
            </a:r>
            <a:endParaRPr b="0" i="0" sz="3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458" y="3508296"/>
            <a:ext cx="882134" cy="105858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1764151" y="3677949"/>
            <a:ext cx="3460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Ramas Condicionales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764149" y="4066103"/>
            <a:ext cx="12248793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Los ciclos usan ramas condicionales. Se dirigen hacia atrás en el código. Crean un flujo repetitivo.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458" y="4566880"/>
            <a:ext cx="882134" cy="105858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1764149" y="4743212"/>
            <a:ext cx="2205514" cy="27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Uso de Etiquetas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764149" y="5124688"/>
            <a:ext cx="12248793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Las etiquetas marcan el inicio y fin. Esto define el bloque del ciclo.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458" y="5625465"/>
            <a:ext cx="882134" cy="105858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1764149" y="5801797"/>
            <a:ext cx="2205514" cy="27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Ejemplo Típico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764149" y="6183273"/>
            <a:ext cx="12248793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Decrementa un contador. Salta si no es cero. Esto controla las iteraciones.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458" y="6684050"/>
            <a:ext cx="882134" cy="105858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1764149" y="6860381"/>
            <a:ext cx="2205514" cy="27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Estructura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764149" y="7241858"/>
            <a:ext cx="12248793" cy="282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96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Similar a bucles while/for. En lenguajes de alto nivel.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114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739723" y="581150"/>
            <a:ext cx="8002200" cy="6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Inter"/>
              <a:buNone/>
            </a:pPr>
            <a:r>
              <a:rPr b="1" i="0" lang="en-US" sz="4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Ejemplo Práctico y Resumen</a:t>
            </a:r>
            <a:endParaRPr b="0" i="0" sz="4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39735" y="1558528"/>
            <a:ext cx="475536" cy="475536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19031" y="1598176"/>
            <a:ext cx="31694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426607" y="1631156"/>
            <a:ext cx="2641997" cy="3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Código de Suma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426607" y="2088118"/>
            <a:ext cx="697765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 ejemplo es sumar números del 1 al N. Utiliza un ciclo y la instrucción BNE (Branch if Not Equal).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39735" y="3187065"/>
            <a:ext cx="475536" cy="475536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19031" y="3226713"/>
            <a:ext cx="31694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426607" y="3259693"/>
            <a:ext cx="2641997" cy="3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Control de Flujo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426607" y="3716655"/>
            <a:ext cx="697765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 usan etiquetas y modificaciones de banderas. Esto permite un control preciso.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39735" y="4815602"/>
            <a:ext cx="475536" cy="475536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19031" y="4855250"/>
            <a:ext cx="31694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426607" y="4888230"/>
            <a:ext cx="2641997" cy="33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Resumen Clave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426607" y="5345192"/>
            <a:ext cx="697765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combinación de branches, banderas y condicionales. Permite controlar el flujo del programa en ARM de 64 bits.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739735" y="6444139"/>
            <a:ext cx="475536" cy="475536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19031" y="6483787"/>
            <a:ext cx="316944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426599" y="6516774"/>
            <a:ext cx="2944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Elementos Esenciales</a:t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426607" y="6973729"/>
            <a:ext cx="6977658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Instrucciones B/BL, condiciones (BEQ, BNE), etiquetas y banderas (Z, N, C, V).</a:t>
            </a:r>
            <a:endParaRPr b="0" i="0" sz="1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