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750050"/>
  <p:notesSz cx="11430000" cy="67500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2092515"/>
            <a:ext cx="9715500" cy="1417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780028"/>
            <a:ext cx="8001000" cy="16875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2F0F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2F0F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552511"/>
            <a:ext cx="4972050" cy="44550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552511"/>
            <a:ext cx="4972050" cy="44550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2F0F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D092C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9640" y="1606550"/>
            <a:ext cx="7030719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2F0F4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552511"/>
            <a:ext cx="10287000" cy="44550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6277546"/>
            <a:ext cx="3657600" cy="337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6277546"/>
            <a:ext cx="2628900" cy="337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6277546"/>
            <a:ext cx="2628900" cy="337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743700"/>
          </a:xfrm>
          <a:custGeom>
            <a:avLst/>
            <a:gdLst/>
            <a:ahLst/>
            <a:cxnLst/>
            <a:rect l="l" t="t" r="r" b="b"/>
            <a:pathLst>
              <a:path w="11430000" h="6743700">
                <a:moveTo>
                  <a:pt x="11430000" y="0"/>
                </a:moveTo>
                <a:lnTo>
                  <a:pt x="0" y="0"/>
                </a:lnTo>
                <a:lnTo>
                  <a:pt x="0" y="6743700"/>
                </a:lnTo>
                <a:lnTo>
                  <a:pt x="11430000" y="6743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D092C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6743700"/>
            <a:chOff x="7143750" y="253"/>
            <a:chExt cx="4286250" cy="6743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7434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230873"/>
              <a:ext cx="1754504" cy="4191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6973" y="5226050"/>
            <a:ext cx="73025" cy="1301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87375" y="443547"/>
            <a:ext cx="5761990" cy="5775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650" spc="-10">
                <a:solidFill>
                  <a:srgbClr val="F2F0F4"/>
                </a:solidFill>
                <a:latin typeface="Verdana"/>
                <a:cs typeface="Verdana"/>
              </a:rPr>
              <a:t>C</a:t>
            </a:r>
            <a:r>
              <a:rPr dirty="0" sz="4650" spc="90">
                <a:solidFill>
                  <a:srgbClr val="F2F0F4"/>
                </a:solidFill>
                <a:latin typeface="Verdana"/>
                <a:cs typeface="Verdana"/>
              </a:rPr>
              <a:t>o</a:t>
            </a:r>
            <a:r>
              <a:rPr dirty="0" sz="4650" spc="409">
                <a:solidFill>
                  <a:srgbClr val="F2F0F4"/>
                </a:solidFill>
                <a:latin typeface="Verdana"/>
                <a:cs typeface="Verdana"/>
              </a:rPr>
              <a:t>m</a:t>
            </a:r>
            <a:r>
              <a:rPr dirty="0" sz="4650" spc="245">
                <a:solidFill>
                  <a:srgbClr val="F2F0F4"/>
                </a:solidFill>
                <a:latin typeface="Verdana"/>
                <a:cs typeface="Verdana"/>
              </a:rPr>
              <a:t>p</a:t>
            </a:r>
            <a:r>
              <a:rPr dirty="0" sz="4650" spc="-50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4650" spc="-340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4650" spc="-50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4650" spc="155">
                <a:solidFill>
                  <a:srgbClr val="F2F0F4"/>
                </a:solidFill>
                <a:latin typeface="Verdana"/>
                <a:cs typeface="Verdana"/>
              </a:rPr>
              <a:t>c</a:t>
            </a:r>
            <a:r>
              <a:rPr dirty="0" sz="4650" spc="-30">
                <a:solidFill>
                  <a:srgbClr val="F2F0F4"/>
                </a:solidFill>
                <a:latin typeface="Verdana"/>
                <a:cs typeface="Verdana"/>
              </a:rPr>
              <a:t>i</a:t>
            </a:r>
            <a:r>
              <a:rPr dirty="0" sz="4650" spc="90">
                <a:solidFill>
                  <a:srgbClr val="F2F0F4"/>
                </a:solidFill>
                <a:latin typeface="Verdana"/>
                <a:cs typeface="Verdana"/>
              </a:rPr>
              <a:t>ó</a:t>
            </a:r>
            <a:r>
              <a:rPr dirty="0" sz="4650" spc="204">
                <a:solidFill>
                  <a:srgbClr val="F2F0F4"/>
                </a:solidFill>
                <a:latin typeface="Verdana"/>
                <a:cs typeface="Verdana"/>
              </a:rPr>
              <a:t>n</a:t>
            </a:r>
            <a:r>
              <a:rPr dirty="0" sz="4650" spc="-4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4650" spc="35">
                <a:solidFill>
                  <a:srgbClr val="F2F0F4"/>
                </a:solidFill>
                <a:latin typeface="Verdana"/>
                <a:cs typeface="Verdana"/>
              </a:rPr>
              <a:t>e</a:t>
            </a:r>
            <a:r>
              <a:rPr dirty="0" sz="4650" spc="200">
                <a:solidFill>
                  <a:srgbClr val="F2F0F4"/>
                </a:solidFill>
                <a:latin typeface="Verdana"/>
                <a:cs typeface="Verdana"/>
              </a:rPr>
              <a:t>n</a:t>
            </a:r>
            <a:r>
              <a:rPr dirty="0" sz="4650" spc="50">
                <a:solidFill>
                  <a:srgbClr val="F2F0F4"/>
                </a:solidFill>
                <a:latin typeface="Verdana"/>
                <a:cs typeface="Verdana"/>
              </a:rPr>
              <a:t>t</a:t>
            </a:r>
            <a:r>
              <a:rPr dirty="0" sz="4650" spc="-185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4650" spc="40">
                <a:solidFill>
                  <a:srgbClr val="F2F0F4"/>
                </a:solidFill>
                <a:latin typeface="Verdana"/>
                <a:cs typeface="Verdana"/>
              </a:rPr>
              <a:t>e</a:t>
            </a:r>
            <a:endParaRPr sz="4650">
              <a:latin typeface="Verdana"/>
              <a:cs typeface="Verdana"/>
            </a:endParaRPr>
          </a:p>
          <a:p>
            <a:pPr marL="12700" marR="394970">
              <a:lnSpc>
                <a:spcPct val="104200"/>
              </a:lnSpc>
              <a:spcBef>
                <a:spcPts val="35"/>
              </a:spcBef>
            </a:pPr>
            <a:r>
              <a:rPr dirty="0" sz="4650" spc="155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4650" spc="-185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4650" spc="254">
                <a:solidFill>
                  <a:srgbClr val="F2F0F4"/>
                </a:solidFill>
                <a:latin typeface="Verdana"/>
                <a:cs typeface="Verdana"/>
              </a:rPr>
              <a:t>d</a:t>
            </a:r>
            <a:r>
              <a:rPr dirty="0" sz="4650" spc="180">
                <a:solidFill>
                  <a:srgbClr val="F2F0F4"/>
                </a:solidFill>
                <a:latin typeface="Verdana"/>
                <a:cs typeface="Verdana"/>
              </a:rPr>
              <a:t>u</a:t>
            </a:r>
            <a:r>
              <a:rPr dirty="0" sz="4650" spc="-30">
                <a:solidFill>
                  <a:srgbClr val="F2F0F4"/>
                </a:solidFill>
                <a:latin typeface="Verdana"/>
                <a:cs typeface="Verdana"/>
              </a:rPr>
              <a:t>i</a:t>
            </a:r>
            <a:r>
              <a:rPr dirty="0" sz="4650" spc="200">
                <a:solidFill>
                  <a:srgbClr val="F2F0F4"/>
                </a:solidFill>
                <a:latin typeface="Verdana"/>
                <a:cs typeface="Verdana"/>
              </a:rPr>
              <a:t>n</a:t>
            </a:r>
            <a:r>
              <a:rPr dirty="0" sz="4650" spc="95">
                <a:solidFill>
                  <a:srgbClr val="F2F0F4"/>
                </a:solidFill>
                <a:latin typeface="Verdana"/>
                <a:cs typeface="Verdana"/>
              </a:rPr>
              <a:t>o</a:t>
            </a:r>
            <a:r>
              <a:rPr dirty="0" sz="4650" spc="-4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4650" spc="-170">
                <a:solidFill>
                  <a:srgbClr val="F2F0F4"/>
                </a:solidFill>
                <a:latin typeface="Verdana"/>
                <a:cs typeface="Verdana"/>
              </a:rPr>
              <a:t>y  </a:t>
            </a:r>
            <a:r>
              <a:rPr dirty="0" sz="4650" spc="105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4650" spc="-50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4650" spc="-155">
                <a:solidFill>
                  <a:srgbClr val="F2F0F4"/>
                </a:solidFill>
                <a:latin typeface="Verdana"/>
                <a:cs typeface="Verdana"/>
              </a:rPr>
              <a:t>s</a:t>
            </a:r>
            <a:r>
              <a:rPr dirty="0" sz="4650" spc="254">
                <a:solidFill>
                  <a:srgbClr val="F2F0F4"/>
                </a:solidFill>
                <a:latin typeface="Verdana"/>
                <a:cs typeface="Verdana"/>
              </a:rPr>
              <a:t>pb</a:t>
            </a:r>
            <a:r>
              <a:rPr dirty="0" sz="4650" spc="35">
                <a:solidFill>
                  <a:srgbClr val="F2F0F4"/>
                </a:solidFill>
                <a:latin typeface="Verdana"/>
                <a:cs typeface="Verdana"/>
              </a:rPr>
              <a:t>e</a:t>
            </a:r>
            <a:r>
              <a:rPr dirty="0" sz="4650" spc="-160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4650" spc="-55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4650" spc="-229">
                <a:solidFill>
                  <a:srgbClr val="F2F0F4"/>
                </a:solidFill>
                <a:latin typeface="Verdana"/>
                <a:cs typeface="Verdana"/>
              </a:rPr>
              <a:t>y</a:t>
            </a:r>
            <a:r>
              <a:rPr dirty="0" sz="4650" spc="-4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4650" spc="535">
                <a:solidFill>
                  <a:srgbClr val="F2F0F4"/>
                </a:solidFill>
                <a:latin typeface="Verdana"/>
                <a:cs typeface="Verdana"/>
              </a:rPr>
              <a:t>P</a:t>
            </a:r>
            <a:r>
              <a:rPr dirty="0" sz="4650" spc="-30">
                <a:solidFill>
                  <a:srgbClr val="F2F0F4"/>
                </a:solidFill>
                <a:latin typeface="Verdana"/>
                <a:cs typeface="Verdana"/>
              </a:rPr>
              <a:t>i</a:t>
            </a:r>
            <a:r>
              <a:rPr dirty="0" sz="4650" spc="-955">
                <a:solidFill>
                  <a:srgbClr val="F2F0F4"/>
                </a:solidFill>
                <a:latin typeface="Verdana"/>
                <a:cs typeface="Verdana"/>
              </a:rPr>
              <a:t>:  </a:t>
            </a:r>
            <a:r>
              <a:rPr dirty="0" sz="4650" spc="135">
                <a:solidFill>
                  <a:srgbClr val="F2F0F4"/>
                </a:solidFill>
                <a:latin typeface="Verdana"/>
                <a:cs typeface="Verdana"/>
              </a:rPr>
              <a:t>E</a:t>
            </a:r>
            <a:r>
              <a:rPr dirty="0" sz="4650" spc="-155">
                <a:solidFill>
                  <a:srgbClr val="F2F0F4"/>
                </a:solidFill>
                <a:latin typeface="Verdana"/>
                <a:cs typeface="Verdana"/>
              </a:rPr>
              <a:t>s</a:t>
            </a:r>
            <a:r>
              <a:rPr dirty="0" sz="4650" spc="254">
                <a:solidFill>
                  <a:srgbClr val="F2F0F4"/>
                </a:solidFill>
                <a:latin typeface="Verdana"/>
                <a:cs typeface="Verdana"/>
              </a:rPr>
              <a:t>p</a:t>
            </a:r>
            <a:r>
              <a:rPr dirty="0" sz="4650" spc="35">
                <a:solidFill>
                  <a:srgbClr val="F2F0F4"/>
                </a:solidFill>
                <a:latin typeface="Verdana"/>
                <a:cs typeface="Verdana"/>
              </a:rPr>
              <a:t>e</a:t>
            </a:r>
            <a:r>
              <a:rPr dirty="0" sz="4650" spc="155">
                <a:solidFill>
                  <a:srgbClr val="F2F0F4"/>
                </a:solidFill>
                <a:latin typeface="Verdana"/>
                <a:cs typeface="Verdana"/>
              </a:rPr>
              <a:t>c</a:t>
            </a:r>
            <a:r>
              <a:rPr dirty="0" sz="4650" spc="-30">
                <a:solidFill>
                  <a:srgbClr val="F2F0F4"/>
                </a:solidFill>
                <a:latin typeface="Verdana"/>
                <a:cs typeface="Verdana"/>
              </a:rPr>
              <a:t>i</a:t>
            </a:r>
            <a:r>
              <a:rPr dirty="0" sz="4650" spc="-65">
                <a:solidFill>
                  <a:srgbClr val="F2F0F4"/>
                </a:solidFill>
                <a:latin typeface="Verdana"/>
                <a:cs typeface="Verdana"/>
              </a:rPr>
              <a:t>f</a:t>
            </a:r>
            <a:r>
              <a:rPr dirty="0" sz="4650" spc="-30">
                <a:solidFill>
                  <a:srgbClr val="F2F0F4"/>
                </a:solidFill>
                <a:latin typeface="Verdana"/>
                <a:cs typeface="Verdana"/>
              </a:rPr>
              <a:t>i</a:t>
            </a:r>
            <a:r>
              <a:rPr dirty="0" sz="4650" spc="190">
                <a:solidFill>
                  <a:srgbClr val="F2F0F4"/>
                </a:solidFill>
                <a:latin typeface="Verdana"/>
                <a:cs typeface="Verdana"/>
              </a:rPr>
              <a:t>c</a:t>
            </a:r>
            <a:r>
              <a:rPr dirty="0" sz="4650" spc="-50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4650" spc="155">
                <a:solidFill>
                  <a:srgbClr val="F2F0F4"/>
                </a:solidFill>
                <a:latin typeface="Verdana"/>
                <a:cs typeface="Verdana"/>
              </a:rPr>
              <a:t>c</a:t>
            </a:r>
            <a:r>
              <a:rPr dirty="0" sz="4650" spc="-30">
                <a:solidFill>
                  <a:srgbClr val="F2F0F4"/>
                </a:solidFill>
                <a:latin typeface="Verdana"/>
                <a:cs typeface="Verdana"/>
              </a:rPr>
              <a:t>i</a:t>
            </a:r>
            <a:r>
              <a:rPr dirty="0" sz="4650" spc="90">
                <a:solidFill>
                  <a:srgbClr val="F2F0F4"/>
                </a:solidFill>
                <a:latin typeface="Verdana"/>
                <a:cs typeface="Verdana"/>
              </a:rPr>
              <a:t>o</a:t>
            </a:r>
            <a:r>
              <a:rPr dirty="0" sz="4650" spc="200">
                <a:solidFill>
                  <a:srgbClr val="F2F0F4"/>
                </a:solidFill>
                <a:latin typeface="Verdana"/>
                <a:cs typeface="Verdana"/>
              </a:rPr>
              <a:t>n</a:t>
            </a:r>
            <a:r>
              <a:rPr dirty="0" sz="4650" spc="35">
                <a:solidFill>
                  <a:srgbClr val="F2F0F4"/>
                </a:solidFill>
                <a:latin typeface="Verdana"/>
                <a:cs typeface="Verdana"/>
              </a:rPr>
              <a:t>e</a:t>
            </a:r>
            <a:r>
              <a:rPr dirty="0" sz="4650" spc="-150">
                <a:solidFill>
                  <a:srgbClr val="F2F0F4"/>
                </a:solidFill>
                <a:latin typeface="Verdana"/>
                <a:cs typeface="Verdana"/>
              </a:rPr>
              <a:t>s</a:t>
            </a:r>
            <a:r>
              <a:rPr dirty="0" sz="4650" spc="-4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4650" spc="-170">
                <a:solidFill>
                  <a:srgbClr val="F2F0F4"/>
                </a:solidFill>
                <a:latin typeface="Verdana"/>
                <a:cs typeface="Verdana"/>
              </a:rPr>
              <a:t>y  </a:t>
            </a:r>
            <a:r>
              <a:rPr dirty="0" sz="4650" spc="190">
                <a:solidFill>
                  <a:srgbClr val="F2F0F4"/>
                </a:solidFill>
                <a:latin typeface="Verdana"/>
                <a:cs typeface="Verdana"/>
              </a:rPr>
              <a:t>c</a:t>
            </a:r>
            <a:r>
              <a:rPr dirty="0" sz="4650" spc="-50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4650" spc="-155">
                <a:solidFill>
                  <a:srgbClr val="F2F0F4"/>
                </a:solidFill>
                <a:latin typeface="Verdana"/>
                <a:cs typeface="Verdana"/>
              </a:rPr>
              <a:t>s</a:t>
            </a:r>
            <a:r>
              <a:rPr dirty="0" sz="4650" spc="90">
                <a:solidFill>
                  <a:srgbClr val="F2F0F4"/>
                </a:solidFill>
                <a:latin typeface="Verdana"/>
                <a:cs typeface="Verdana"/>
              </a:rPr>
              <a:t>o</a:t>
            </a:r>
            <a:r>
              <a:rPr dirty="0" sz="4650" spc="-150">
                <a:solidFill>
                  <a:srgbClr val="F2F0F4"/>
                </a:solidFill>
                <a:latin typeface="Verdana"/>
                <a:cs typeface="Verdana"/>
              </a:rPr>
              <a:t>s</a:t>
            </a:r>
            <a:r>
              <a:rPr dirty="0" sz="4650" spc="-4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4650" spc="254">
                <a:solidFill>
                  <a:srgbClr val="F2F0F4"/>
                </a:solidFill>
                <a:latin typeface="Verdana"/>
                <a:cs typeface="Verdana"/>
              </a:rPr>
              <a:t>d</a:t>
            </a:r>
            <a:r>
              <a:rPr dirty="0" sz="4650" spc="40">
                <a:solidFill>
                  <a:srgbClr val="F2F0F4"/>
                </a:solidFill>
                <a:latin typeface="Verdana"/>
                <a:cs typeface="Verdana"/>
              </a:rPr>
              <a:t>e</a:t>
            </a:r>
            <a:r>
              <a:rPr dirty="0" sz="4650" spc="-4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4650" spc="180">
                <a:solidFill>
                  <a:srgbClr val="F2F0F4"/>
                </a:solidFill>
                <a:latin typeface="Verdana"/>
                <a:cs typeface="Verdana"/>
              </a:rPr>
              <a:t>u</a:t>
            </a:r>
            <a:r>
              <a:rPr dirty="0" sz="4650" spc="-155">
                <a:solidFill>
                  <a:srgbClr val="F2F0F4"/>
                </a:solidFill>
                <a:latin typeface="Verdana"/>
                <a:cs typeface="Verdana"/>
              </a:rPr>
              <a:t>s</a:t>
            </a:r>
            <a:r>
              <a:rPr dirty="0" sz="4650" spc="95">
                <a:solidFill>
                  <a:srgbClr val="F2F0F4"/>
                </a:solidFill>
                <a:latin typeface="Verdana"/>
                <a:cs typeface="Verdana"/>
              </a:rPr>
              <a:t>o</a:t>
            </a:r>
            <a:r>
              <a:rPr dirty="0" sz="4650" spc="-4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4650" spc="35">
                <a:solidFill>
                  <a:srgbClr val="F2F0F4"/>
                </a:solidFill>
                <a:latin typeface="Verdana"/>
                <a:cs typeface="Verdana"/>
              </a:rPr>
              <a:t>e</a:t>
            </a:r>
            <a:r>
              <a:rPr dirty="0" sz="4650" spc="140">
                <a:solidFill>
                  <a:srgbClr val="F2F0F4"/>
                </a:solidFill>
                <a:latin typeface="Verdana"/>
                <a:cs typeface="Verdana"/>
              </a:rPr>
              <a:t>n  </a:t>
            </a:r>
            <a:r>
              <a:rPr dirty="0" sz="4650" spc="254">
                <a:solidFill>
                  <a:srgbClr val="F2F0F4"/>
                </a:solidFill>
                <a:latin typeface="Verdana"/>
                <a:cs typeface="Verdana"/>
              </a:rPr>
              <a:t>p</a:t>
            </a:r>
            <a:r>
              <a:rPr dirty="0" sz="4650" spc="-185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4650" spc="20">
                <a:solidFill>
                  <a:srgbClr val="F2F0F4"/>
                </a:solidFill>
                <a:latin typeface="Verdana"/>
                <a:cs typeface="Verdana"/>
              </a:rPr>
              <a:t>o</a:t>
            </a:r>
            <a:r>
              <a:rPr dirty="0" sz="4650" spc="-305">
                <a:solidFill>
                  <a:srgbClr val="F2F0F4"/>
                </a:solidFill>
                <a:latin typeface="Verdana"/>
                <a:cs typeface="Verdana"/>
              </a:rPr>
              <a:t>y</a:t>
            </a:r>
            <a:r>
              <a:rPr dirty="0" sz="4650" spc="35">
                <a:solidFill>
                  <a:srgbClr val="F2F0F4"/>
                </a:solidFill>
                <a:latin typeface="Verdana"/>
                <a:cs typeface="Verdana"/>
              </a:rPr>
              <a:t>e</a:t>
            </a:r>
            <a:r>
              <a:rPr dirty="0" sz="4650" spc="220">
                <a:solidFill>
                  <a:srgbClr val="F2F0F4"/>
                </a:solidFill>
                <a:latin typeface="Verdana"/>
                <a:cs typeface="Verdana"/>
              </a:rPr>
              <a:t>c</a:t>
            </a:r>
            <a:r>
              <a:rPr dirty="0" sz="4650" spc="-35">
                <a:solidFill>
                  <a:srgbClr val="F2F0F4"/>
                </a:solidFill>
                <a:latin typeface="Verdana"/>
                <a:cs typeface="Verdana"/>
              </a:rPr>
              <a:t>t</a:t>
            </a:r>
            <a:r>
              <a:rPr dirty="0" sz="4650" spc="90">
                <a:solidFill>
                  <a:srgbClr val="F2F0F4"/>
                </a:solidFill>
                <a:latin typeface="Verdana"/>
                <a:cs typeface="Verdana"/>
              </a:rPr>
              <a:t>o</a:t>
            </a:r>
            <a:r>
              <a:rPr dirty="0" sz="4650" spc="-150">
                <a:solidFill>
                  <a:srgbClr val="F2F0F4"/>
                </a:solidFill>
                <a:latin typeface="Verdana"/>
                <a:cs typeface="Verdana"/>
              </a:rPr>
              <a:t>s</a:t>
            </a:r>
            <a:r>
              <a:rPr dirty="0" sz="4650" spc="-4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4650" spc="254">
                <a:solidFill>
                  <a:srgbClr val="F2F0F4"/>
                </a:solidFill>
                <a:latin typeface="Verdana"/>
                <a:cs typeface="Verdana"/>
              </a:rPr>
              <a:t>d</a:t>
            </a:r>
            <a:r>
              <a:rPr dirty="0" sz="4650" spc="40">
                <a:solidFill>
                  <a:srgbClr val="F2F0F4"/>
                </a:solidFill>
                <a:latin typeface="Verdana"/>
                <a:cs typeface="Verdana"/>
              </a:rPr>
              <a:t>e</a:t>
            </a:r>
            <a:r>
              <a:rPr dirty="0" sz="4650" spc="-41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4650" spc="-560">
                <a:solidFill>
                  <a:srgbClr val="F2F0F4"/>
                </a:solidFill>
                <a:latin typeface="Verdana"/>
                <a:cs typeface="Verdana"/>
              </a:rPr>
              <a:t>I</a:t>
            </a:r>
            <a:r>
              <a:rPr dirty="0" sz="4650" spc="-300">
                <a:solidFill>
                  <a:srgbClr val="F2F0F4"/>
                </a:solidFill>
                <a:latin typeface="Verdana"/>
                <a:cs typeface="Verdana"/>
              </a:rPr>
              <a:t>o</a:t>
            </a:r>
            <a:r>
              <a:rPr dirty="0" sz="4650" spc="-195">
                <a:solidFill>
                  <a:srgbClr val="F2F0F4"/>
                </a:solidFill>
                <a:latin typeface="Verdana"/>
                <a:cs typeface="Verdana"/>
              </a:rPr>
              <a:t>T</a:t>
            </a:r>
            <a:endParaRPr sz="4650">
              <a:latin typeface="Verdana"/>
              <a:cs typeface="Verdana"/>
            </a:endParaRPr>
          </a:p>
          <a:p>
            <a:pPr marL="12700" marR="5080">
              <a:lnSpc>
                <a:spcPct val="132700"/>
              </a:lnSpc>
              <a:spcBef>
                <a:spcPts val="1989"/>
              </a:spcBef>
              <a:tabLst>
                <a:tab pos="4104004" algn="l"/>
              </a:tabLst>
            </a:pPr>
            <a:r>
              <a:rPr dirty="0" sz="1350" spc="-15">
                <a:solidFill>
                  <a:srgbClr val="DCD7E5"/>
                </a:solidFill>
                <a:latin typeface="Lucida Sans Unicode"/>
                <a:cs typeface="Lucida Sans Unicode"/>
              </a:rPr>
              <a:t>Estas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do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placa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5">
                <a:solidFill>
                  <a:srgbClr val="DCD7E5"/>
                </a:solidFill>
                <a:latin typeface="Lucida Sans Unicode"/>
                <a:cs typeface="Lucida Sans Unicode"/>
              </a:rPr>
              <a:t>desaí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oll</a:t>
            </a:r>
            <a:r>
              <a:rPr dirty="0" sz="1350" spc="-10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tiene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15">
                <a:solidFill>
                  <a:srgbClr val="DCD7E5"/>
                </a:solidFill>
                <a:latin typeface="Lucida Sans Unicode"/>
                <a:cs typeface="Lucida Sans Unicode"/>
              </a:rPr>
              <a:t>ca</a:t>
            </a:r>
            <a:r>
              <a:rPr dirty="0" sz="1350" spc="-1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acteíísticas</a:t>
            </a:r>
            <a:r>
              <a:rPr dirty="0" sz="1350">
                <a:solidFill>
                  <a:srgbClr val="DCD7E5"/>
                </a:solidFill>
                <a:latin typeface="Lucida Sans Unicode"/>
                <a:cs typeface="Lucida Sans Unicode"/>
              </a:rPr>
              <a:t>	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nicas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qu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la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hacen 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ideales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paía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difeíentes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tipos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píoyectos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en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el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campo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del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Inteínet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of</a:t>
            </a:r>
            <a:r>
              <a:rPr dirty="0" sz="1350" spc="-12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Ľhings </a:t>
            </a:r>
            <a:r>
              <a:rPr dirty="0" sz="1350" spc="-409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(IoĽ).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Exploíaíemos 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a 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fondo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sus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especificaciones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técnicas, 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casos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de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uso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comunes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las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ventajas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desventajas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cada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una.</a:t>
            </a:r>
            <a:endParaRPr sz="1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739900"/>
            <a:ext cx="1003808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50"/>
              <a:t>Introducción</a:t>
            </a:r>
            <a:r>
              <a:rPr dirty="0" spc="-295"/>
              <a:t> </a:t>
            </a:r>
            <a:r>
              <a:rPr dirty="0" spc="-25"/>
              <a:t>a</a:t>
            </a:r>
            <a:r>
              <a:rPr dirty="0" spc="-290"/>
              <a:t> </a:t>
            </a:r>
            <a:r>
              <a:rPr dirty="0" spc="-45"/>
              <a:t>las</a:t>
            </a:r>
            <a:r>
              <a:rPr dirty="0" spc="-295"/>
              <a:t> </a:t>
            </a:r>
            <a:r>
              <a:rPr dirty="0" spc="30"/>
              <a:t>placas</a:t>
            </a:r>
            <a:r>
              <a:rPr dirty="0" spc="-290"/>
              <a:t> </a:t>
            </a:r>
            <a:r>
              <a:rPr dirty="0" spc="120"/>
              <a:t>de</a:t>
            </a:r>
            <a:r>
              <a:rPr dirty="0" spc="-295"/>
              <a:t> </a:t>
            </a:r>
            <a:r>
              <a:rPr dirty="0"/>
              <a:t>desarrollo</a:t>
            </a:r>
            <a:r>
              <a:rPr dirty="0" spc="-290"/>
              <a:t> </a:t>
            </a:r>
            <a:r>
              <a:rPr dirty="0" spc="80"/>
              <a:t>Arduino </a:t>
            </a:r>
            <a:r>
              <a:rPr dirty="0" spc="-1160"/>
              <a:t> </a:t>
            </a:r>
            <a:r>
              <a:rPr dirty="0" spc="-155"/>
              <a:t>y</a:t>
            </a:r>
            <a:r>
              <a:rPr dirty="0" spc="-295"/>
              <a:t> </a:t>
            </a:r>
            <a:r>
              <a:rPr dirty="0" spc="90"/>
              <a:t>R</a:t>
            </a:r>
            <a:r>
              <a:rPr dirty="0" spc="40"/>
              <a:t>aspbe</a:t>
            </a:r>
            <a:r>
              <a:rPr dirty="0"/>
              <a:t>r</a:t>
            </a:r>
            <a:r>
              <a:rPr dirty="0" spc="-30"/>
              <a:t>r</a:t>
            </a:r>
            <a:r>
              <a:rPr dirty="0" spc="-155"/>
              <a:t>y</a:t>
            </a:r>
            <a:r>
              <a:rPr dirty="0" spc="-295"/>
              <a:t> </a:t>
            </a:r>
            <a:r>
              <a:rPr dirty="0" spc="195"/>
              <a:t>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3240087"/>
            <a:ext cx="4893945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>
                <a:solidFill>
                  <a:srgbClr val="F2F0F4"/>
                </a:solidFill>
                <a:latin typeface="Verdana"/>
                <a:cs typeface="Verdana"/>
              </a:rPr>
              <a:t>Arduino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1140"/>
              </a:spcBef>
            </a:pP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Platafoíma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electíónica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código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abieíto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basada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en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haídwaíe </a:t>
            </a:r>
            <a:r>
              <a:rPr dirty="0" sz="1350" spc="-409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softwaíe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flexibles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fáciles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usaí.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0930" y="3240087"/>
            <a:ext cx="4319270" cy="1236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1650" spc="35">
                <a:solidFill>
                  <a:srgbClr val="F2F0F4"/>
                </a:solidFill>
                <a:latin typeface="Verdana"/>
                <a:cs typeface="Verdana"/>
              </a:rPr>
              <a:t>aspbe</a:t>
            </a:r>
            <a:r>
              <a:rPr dirty="0" sz="1650" spc="10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1650" spc="-5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1650" spc="-65">
                <a:solidFill>
                  <a:srgbClr val="F2F0F4"/>
                </a:solidFill>
                <a:latin typeface="Verdana"/>
                <a:cs typeface="Verdana"/>
              </a:rPr>
              <a:t>y</a:t>
            </a:r>
            <a:r>
              <a:rPr dirty="0" sz="1650" spc="-14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650" spc="105">
                <a:solidFill>
                  <a:srgbClr val="F2F0F4"/>
                </a:solidFill>
                <a:latin typeface="Verdana"/>
                <a:cs typeface="Verdana"/>
              </a:rPr>
              <a:t>Pi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1105"/>
              </a:spcBef>
            </a:pP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Computadoía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placa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íeducida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bajo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costo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que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puede </a:t>
            </a:r>
            <a:r>
              <a:rPr dirty="0" sz="1350" spc="-41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ejecutaí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sistema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ope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ati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v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aplicaciones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com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una 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computado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escíi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oíio.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375" y="3311525"/>
            <a:ext cx="794258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5">
                <a:solidFill>
                  <a:srgbClr val="F2F0F4"/>
                </a:solidFill>
                <a:latin typeface="Verdana"/>
                <a:cs typeface="Verdana"/>
              </a:rPr>
              <a:t>E</a:t>
            </a:r>
            <a:r>
              <a:rPr dirty="0" sz="3350" spc="75">
                <a:solidFill>
                  <a:srgbClr val="F2F0F4"/>
                </a:solidFill>
                <a:latin typeface="Verdana"/>
                <a:cs typeface="Verdana"/>
              </a:rPr>
              <a:t>spe</a:t>
            </a:r>
            <a:r>
              <a:rPr dirty="0" sz="3350" spc="35">
                <a:solidFill>
                  <a:srgbClr val="F2F0F4"/>
                </a:solidFill>
                <a:latin typeface="Verdana"/>
                <a:cs typeface="Verdana"/>
              </a:rPr>
              <a:t>c</a:t>
            </a:r>
            <a:r>
              <a:rPr dirty="0" sz="3350" spc="35">
                <a:solidFill>
                  <a:srgbClr val="F2F0F4"/>
                </a:solidFill>
                <a:latin typeface="Verdana"/>
                <a:cs typeface="Verdana"/>
              </a:rPr>
              <a:t>ifica</a:t>
            </a:r>
            <a:r>
              <a:rPr dirty="0" sz="3350" spc="15">
                <a:solidFill>
                  <a:srgbClr val="F2F0F4"/>
                </a:solidFill>
                <a:latin typeface="Verdana"/>
                <a:cs typeface="Verdana"/>
              </a:rPr>
              <a:t>c</a:t>
            </a:r>
            <a:r>
              <a:rPr dirty="0" sz="3350" spc="35">
                <a:solidFill>
                  <a:srgbClr val="F2F0F4"/>
                </a:solidFill>
                <a:latin typeface="Verdana"/>
                <a:cs typeface="Verdana"/>
              </a:rPr>
              <a:t>iones</a:t>
            </a:r>
            <a:r>
              <a:rPr dirty="0" sz="3350" spc="-29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3350" spc="-15">
                <a:solidFill>
                  <a:srgbClr val="F2F0F4"/>
                </a:solidFill>
                <a:latin typeface="Verdana"/>
                <a:cs typeface="Verdana"/>
              </a:rPr>
              <a:t>t</a:t>
            </a:r>
            <a:r>
              <a:rPr dirty="0" sz="3350" spc="50">
                <a:solidFill>
                  <a:srgbClr val="F2F0F4"/>
                </a:solidFill>
                <a:latin typeface="Verdana"/>
                <a:cs typeface="Verdana"/>
              </a:rPr>
              <a:t>écnicas</a:t>
            </a:r>
            <a:r>
              <a:rPr dirty="0" sz="3350" spc="-29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3350" spc="120">
                <a:solidFill>
                  <a:srgbClr val="F2F0F4"/>
                </a:solidFill>
                <a:latin typeface="Verdana"/>
                <a:cs typeface="Verdana"/>
              </a:rPr>
              <a:t>de</a:t>
            </a:r>
            <a:r>
              <a:rPr dirty="0" sz="3350" spc="-29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3350" spc="30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3350" spc="-25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3350" spc="114">
                <a:solidFill>
                  <a:srgbClr val="F2F0F4"/>
                </a:solidFill>
                <a:latin typeface="Verdana"/>
                <a:cs typeface="Verdana"/>
              </a:rPr>
              <a:t>duino</a:t>
            </a:r>
            <a:endParaRPr sz="3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5" y="4324350"/>
            <a:ext cx="390525" cy="381000"/>
            <a:chOff x="600075" y="4324350"/>
            <a:chExt cx="390525" cy="381000"/>
          </a:xfrm>
        </p:grpSpPr>
        <p:sp>
          <p:nvSpPr>
            <p:cNvPr id="5" name="object 5"/>
            <p:cNvSpPr/>
            <p:nvPr/>
          </p:nvSpPr>
          <p:spPr>
            <a:xfrm>
              <a:off x="604837" y="4329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33082" y="0"/>
                  </a:moveTo>
                  <a:lnTo>
                    <a:pt x="47917" y="0"/>
                  </a:lnTo>
                  <a:lnTo>
                    <a:pt x="40873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323557"/>
                  </a:lnTo>
                  <a:lnTo>
                    <a:pt x="21361" y="360476"/>
                  </a:lnTo>
                  <a:lnTo>
                    <a:pt x="47917" y="371474"/>
                  </a:lnTo>
                  <a:lnTo>
                    <a:pt x="333082" y="371474"/>
                  </a:lnTo>
                  <a:lnTo>
                    <a:pt x="370001" y="350113"/>
                  </a:lnTo>
                  <a:lnTo>
                    <a:pt x="380999" y="323557"/>
                  </a:lnTo>
                  <a:lnTo>
                    <a:pt x="380999" y="47917"/>
                  </a:lnTo>
                  <a:lnTo>
                    <a:pt x="359638" y="10998"/>
                  </a:lnTo>
                  <a:lnTo>
                    <a:pt x="33308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4333874"/>
              <a:ext cx="371474" cy="3619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4837" y="4329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71688" y="346913"/>
                  </a:lnTo>
                  <a:lnTo>
                    <a:pt x="369674" y="349935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13"/>
                  </a:lnTo>
                  <a:lnTo>
                    <a:pt x="7292" y="343903"/>
                  </a:lnTo>
                  <a:lnTo>
                    <a:pt x="5590" y="340728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33822" y="4340225"/>
            <a:ext cx="1187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45">
                <a:solidFill>
                  <a:srgbClr val="DCD7E5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588" y="4306887"/>
            <a:ext cx="253809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0">
                <a:solidFill>
                  <a:srgbClr val="DCD7E5"/>
                </a:solidFill>
                <a:latin typeface="Verdana"/>
                <a:cs typeface="Verdana"/>
              </a:rPr>
              <a:t>Procesador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>
                <a:solidFill>
                  <a:srgbClr val="DCD7E5"/>
                </a:solidFill>
                <a:latin typeface="Lucida Sans Unicode"/>
                <a:cs typeface="Lucida Sans Unicode"/>
              </a:rPr>
              <a:t>Mic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ocont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olado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5">
                <a:solidFill>
                  <a:srgbClr val="DCD7E5"/>
                </a:solidFill>
                <a:latin typeface="Lucida Sans Unicode"/>
                <a:cs typeface="Lucida Sans Unicode"/>
              </a:rPr>
              <a:t>8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bit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con 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fíecuencia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íelo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j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80">
                <a:solidFill>
                  <a:srgbClr val="DCD7E5"/>
                </a:solidFill>
                <a:latin typeface="Lucida Sans Unicode"/>
                <a:cs typeface="Lucida Sans Unicode"/>
              </a:rPr>
              <a:t>8-16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MHz.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67175" y="4324350"/>
            <a:ext cx="390525" cy="381000"/>
            <a:chOff x="4067175" y="4324350"/>
            <a:chExt cx="390525" cy="381000"/>
          </a:xfrm>
        </p:grpSpPr>
        <p:sp>
          <p:nvSpPr>
            <p:cNvPr id="11" name="object 11"/>
            <p:cNvSpPr/>
            <p:nvPr/>
          </p:nvSpPr>
          <p:spPr>
            <a:xfrm>
              <a:off x="4071937" y="4329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3308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323557"/>
                  </a:lnTo>
                  <a:lnTo>
                    <a:pt x="21361" y="360476"/>
                  </a:lnTo>
                  <a:lnTo>
                    <a:pt x="47917" y="371474"/>
                  </a:lnTo>
                  <a:lnTo>
                    <a:pt x="333082" y="371474"/>
                  </a:lnTo>
                  <a:lnTo>
                    <a:pt x="370001" y="350113"/>
                  </a:lnTo>
                  <a:lnTo>
                    <a:pt x="380999" y="323557"/>
                  </a:lnTo>
                  <a:lnTo>
                    <a:pt x="380999" y="47917"/>
                  </a:lnTo>
                  <a:lnTo>
                    <a:pt x="359638" y="10998"/>
                  </a:lnTo>
                  <a:lnTo>
                    <a:pt x="33308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76700" y="4333874"/>
              <a:ext cx="371469" cy="3619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071937" y="4329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71690" y="2454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37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31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174286" y="434022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25">
                <a:solidFill>
                  <a:srgbClr val="DCD7E5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1692" y="4306887"/>
            <a:ext cx="260604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DCD7E5"/>
                </a:solidFill>
                <a:latin typeface="Verdana"/>
                <a:cs typeface="Verdana"/>
              </a:rPr>
              <a:t>Memoria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Memoíia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flas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h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55">
                <a:solidFill>
                  <a:srgbClr val="DCD7E5"/>
                </a:solidFill>
                <a:latin typeface="Lucida Sans Unicode"/>
                <a:cs typeface="Lucida Sans Unicode"/>
              </a:rPr>
              <a:t>32-256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KB,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RAM 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4">
                <a:solidFill>
                  <a:srgbClr val="DCD7E5"/>
                </a:solidFill>
                <a:latin typeface="Lucida Sans Unicode"/>
                <a:cs typeface="Lucida Sans Unicode"/>
              </a:rPr>
              <a:t>2-8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KB.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534275" y="4324350"/>
            <a:ext cx="390525" cy="381000"/>
            <a:chOff x="7534275" y="4324350"/>
            <a:chExt cx="390525" cy="381000"/>
          </a:xfrm>
        </p:grpSpPr>
        <p:sp>
          <p:nvSpPr>
            <p:cNvPr id="17" name="object 17"/>
            <p:cNvSpPr/>
            <p:nvPr/>
          </p:nvSpPr>
          <p:spPr>
            <a:xfrm>
              <a:off x="7539036" y="4329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3308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323557"/>
                  </a:lnTo>
                  <a:lnTo>
                    <a:pt x="21361" y="360476"/>
                  </a:lnTo>
                  <a:lnTo>
                    <a:pt x="47917" y="371474"/>
                  </a:lnTo>
                  <a:lnTo>
                    <a:pt x="333082" y="371474"/>
                  </a:lnTo>
                  <a:lnTo>
                    <a:pt x="370001" y="350113"/>
                  </a:lnTo>
                  <a:lnTo>
                    <a:pt x="380999" y="323557"/>
                  </a:lnTo>
                  <a:lnTo>
                    <a:pt x="380999" y="47917"/>
                  </a:lnTo>
                  <a:lnTo>
                    <a:pt x="359638" y="10998"/>
                  </a:lnTo>
                  <a:lnTo>
                    <a:pt x="33308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43800" y="4333874"/>
              <a:ext cx="371468" cy="3619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539037" y="4329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64820" y="16179"/>
                  </a:lnTo>
                  <a:lnTo>
                    <a:pt x="367385" y="18745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64820" y="355295"/>
                  </a:lnTo>
                  <a:lnTo>
                    <a:pt x="362254" y="357860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16179" y="355295"/>
                  </a:lnTo>
                  <a:lnTo>
                    <a:pt x="13614" y="352729"/>
                  </a:lnTo>
                  <a:lnTo>
                    <a:pt x="11328" y="349935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5588" y="340728"/>
                  </a:lnTo>
                  <a:lnTo>
                    <a:pt x="4203" y="337375"/>
                  </a:lnTo>
                  <a:lnTo>
                    <a:pt x="2819" y="334022"/>
                  </a:lnTo>
                  <a:lnTo>
                    <a:pt x="1765" y="330568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641831" y="4340225"/>
            <a:ext cx="17081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30">
                <a:solidFill>
                  <a:srgbClr val="DCD7E5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78791" y="4306887"/>
            <a:ext cx="248539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">
                <a:solidFill>
                  <a:srgbClr val="DCD7E5"/>
                </a:solidFill>
                <a:latin typeface="Verdana"/>
                <a:cs typeface="Verdana"/>
              </a:rPr>
              <a:t>Entradas/Salidas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Pines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digitales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analógicos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paía </a:t>
            </a:r>
            <a:r>
              <a:rPr dirty="0" sz="1350" spc="-41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conecta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sensoíe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actuadoíes.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2139950"/>
            <a:ext cx="89408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05"/>
              <a:t>E</a:t>
            </a:r>
            <a:r>
              <a:rPr dirty="0" spc="75"/>
              <a:t>spe</a:t>
            </a:r>
            <a:r>
              <a:rPr dirty="0" spc="35"/>
              <a:t>c</a:t>
            </a:r>
            <a:r>
              <a:rPr dirty="0" spc="35"/>
              <a:t>ifica</a:t>
            </a:r>
            <a:r>
              <a:rPr dirty="0" spc="15"/>
              <a:t>c</a:t>
            </a:r>
            <a:r>
              <a:rPr dirty="0" spc="35"/>
              <a:t>iones</a:t>
            </a:r>
            <a:r>
              <a:rPr dirty="0" spc="-295"/>
              <a:t> </a:t>
            </a:r>
            <a:r>
              <a:rPr dirty="0" spc="-15"/>
              <a:t>t</a:t>
            </a:r>
            <a:r>
              <a:rPr dirty="0" spc="50"/>
              <a:t>écnicas</a:t>
            </a:r>
            <a:r>
              <a:rPr dirty="0" spc="-295"/>
              <a:t> </a:t>
            </a:r>
            <a:r>
              <a:rPr dirty="0" spc="120"/>
              <a:t>de</a:t>
            </a:r>
            <a:r>
              <a:rPr dirty="0" spc="-295"/>
              <a:t> </a:t>
            </a:r>
            <a:r>
              <a:rPr dirty="0" spc="90"/>
              <a:t>R</a:t>
            </a:r>
            <a:r>
              <a:rPr dirty="0" spc="40"/>
              <a:t>aspbe</a:t>
            </a:r>
            <a:r>
              <a:rPr dirty="0"/>
              <a:t>r</a:t>
            </a:r>
            <a:r>
              <a:rPr dirty="0" spc="-30"/>
              <a:t>r</a:t>
            </a:r>
            <a:r>
              <a:rPr dirty="0" spc="-155"/>
              <a:t>y</a:t>
            </a:r>
            <a:r>
              <a:rPr dirty="0" spc="-295"/>
              <a:t> </a:t>
            </a:r>
            <a:r>
              <a:rPr dirty="0" spc="195"/>
              <a:t>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3116262"/>
            <a:ext cx="2771140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0">
                <a:solidFill>
                  <a:srgbClr val="F2F0F4"/>
                </a:solidFill>
                <a:latin typeface="Verdana"/>
                <a:cs typeface="Verdana"/>
              </a:rPr>
              <a:t>Procesador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95">
                <a:solidFill>
                  <a:srgbClr val="DCD7E5"/>
                </a:solidFill>
                <a:latin typeface="Lucida Sans Unicode"/>
                <a:cs typeface="Lucida Sans Unicode"/>
              </a:rPr>
              <a:t>P</a:t>
            </a:r>
            <a:r>
              <a:rPr dirty="0" sz="1350" spc="3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ocesado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ARM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5">
                <a:solidFill>
                  <a:srgbClr val="DCD7E5"/>
                </a:solidFill>
                <a:latin typeface="Lucida Sans Unicode"/>
                <a:cs typeface="Lucida Sans Unicode"/>
              </a:rPr>
              <a:t>32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5">
                <a:solidFill>
                  <a:srgbClr val="DCD7E5"/>
                </a:solidFill>
                <a:latin typeface="Lucida Sans Unicode"/>
                <a:cs typeface="Lucida Sans Unicode"/>
              </a:rPr>
              <a:t>64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bit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con 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fíecuencia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45">
                <a:solidFill>
                  <a:srgbClr val="DCD7E5"/>
                </a:solidFill>
                <a:latin typeface="Lucida Sans Unicode"/>
                <a:cs typeface="Lucida Sans Unicode"/>
              </a:rPr>
              <a:t>1.2-1.5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GHz.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5851" y="3116262"/>
            <a:ext cx="2820670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F2F0F4"/>
                </a:solidFill>
                <a:latin typeface="Verdana"/>
                <a:cs typeface="Verdana"/>
              </a:rPr>
              <a:t>Memoria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RAM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4">
                <a:solidFill>
                  <a:srgbClr val="DCD7E5"/>
                </a:solidFill>
                <a:latin typeface="Lucida Sans Unicode"/>
                <a:cs typeface="Lucida Sans Unicode"/>
              </a:rPr>
              <a:t>1-8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">
                <a:solidFill>
                  <a:srgbClr val="DCD7E5"/>
                </a:solidFill>
                <a:latin typeface="Lucida Sans Unicode"/>
                <a:cs typeface="Lucida Sans Unicode"/>
              </a:rPr>
              <a:t>G</a:t>
            </a:r>
            <a:r>
              <a:rPr dirty="0" sz="1350">
                <a:solidFill>
                  <a:srgbClr val="DCD7E5"/>
                </a:solidFill>
                <a:latin typeface="Lucida Sans Unicode"/>
                <a:cs typeface="Lucida Sans Unicode"/>
              </a:rPr>
              <a:t>B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almacenamien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en 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taíjet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mic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oSD.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4340" y="3116262"/>
            <a:ext cx="2883535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0">
                <a:solidFill>
                  <a:srgbClr val="F2F0F4"/>
                </a:solidFill>
                <a:latin typeface="Verdana"/>
                <a:cs typeface="Verdana"/>
              </a:rPr>
              <a:t>Conectividad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Etheínet,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WiFi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Blue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110">
                <a:solidFill>
                  <a:srgbClr val="DCD7E5"/>
                </a:solidFill>
                <a:latin typeface="Lucida Sans Unicode"/>
                <a:cs typeface="Lucida Sans Unicode"/>
              </a:rPr>
              <a:t>ooth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HDMI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20">
                <a:solidFill>
                  <a:srgbClr val="DCD7E5"/>
                </a:solidFill>
                <a:latin typeface="Lucida Sans Unicode"/>
                <a:cs typeface="Lucida Sans Unicode"/>
              </a:rPr>
              <a:t>US</a:t>
            </a:r>
            <a:r>
              <a:rPr dirty="0" sz="1350" spc="20">
                <a:solidFill>
                  <a:srgbClr val="DCD7E5"/>
                </a:solidFill>
                <a:latin typeface="Lucida Sans Unicode"/>
                <a:cs typeface="Lucida Sans Unicode"/>
              </a:rPr>
              <a:t>B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y 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GPIO.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892175"/>
            <a:ext cx="559117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55"/>
              <a:t>C</a:t>
            </a:r>
            <a:r>
              <a:rPr dirty="0" spc="-35"/>
              <a:t>asos</a:t>
            </a:r>
            <a:r>
              <a:rPr dirty="0" spc="-295"/>
              <a:t> </a:t>
            </a:r>
            <a:r>
              <a:rPr dirty="0" spc="120"/>
              <a:t>de</a:t>
            </a:r>
            <a:r>
              <a:rPr dirty="0" spc="-295"/>
              <a:t> </a:t>
            </a:r>
            <a:r>
              <a:rPr dirty="0" spc="40"/>
              <a:t>uso</a:t>
            </a:r>
            <a:r>
              <a:rPr dirty="0" spc="-295"/>
              <a:t> </a:t>
            </a:r>
            <a:r>
              <a:rPr dirty="0" spc="114"/>
              <a:t>c</a:t>
            </a:r>
            <a:r>
              <a:rPr dirty="0" spc="105"/>
              <a:t>omunes</a:t>
            </a:r>
            <a:r>
              <a:rPr dirty="0" spc="-295"/>
              <a:t> </a:t>
            </a:r>
            <a:r>
              <a:rPr dirty="0" spc="95"/>
              <a:t>de  </a:t>
            </a:r>
            <a:r>
              <a:rPr dirty="0" spc="80"/>
              <a:t>Arduino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2238374"/>
            <a:ext cx="2886075" cy="1562100"/>
            <a:chOff x="4886325" y="2238374"/>
            <a:chExt cx="2886075" cy="1562100"/>
          </a:xfrm>
        </p:grpSpPr>
        <p:sp>
          <p:nvSpPr>
            <p:cNvPr id="5" name="object 5"/>
            <p:cNvSpPr/>
            <p:nvPr/>
          </p:nvSpPr>
          <p:spPr>
            <a:xfrm>
              <a:off x="4891087" y="2243137"/>
              <a:ext cx="2876550" cy="1552575"/>
            </a:xfrm>
            <a:custGeom>
              <a:avLst/>
              <a:gdLst/>
              <a:ahLst/>
              <a:cxnLst/>
              <a:rect l="l" t="t" r="r" b="b"/>
              <a:pathLst>
                <a:path w="2876550" h="1552575">
                  <a:moveTo>
                    <a:pt x="282863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1504657"/>
                  </a:lnTo>
                  <a:lnTo>
                    <a:pt x="21361" y="1541576"/>
                  </a:lnTo>
                  <a:lnTo>
                    <a:pt x="47917" y="1552574"/>
                  </a:lnTo>
                  <a:lnTo>
                    <a:pt x="2828632" y="1552574"/>
                  </a:lnTo>
                  <a:lnTo>
                    <a:pt x="2865551" y="1531213"/>
                  </a:lnTo>
                  <a:lnTo>
                    <a:pt x="2876549" y="1504657"/>
                  </a:lnTo>
                  <a:lnTo>
                    <a:pt x="2876549" y="47917"/>
                  </a:lnTo>
                  <a:lnTo>
                    <a:pt x="2855188" y="10998"/>
                  </a:lnTo>
                  <a:lnTo>
                    <a:pt x="282863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5850" y="2247899"/>
              <a:ext cx="2867018" cy="15430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91087" y="2243137"/>
              <a:ext cx="2876550" cy="1552575"/>
            </a:xfrm>
            <a:custGeom>
              <a:avLst/>
              <a:gdLst/>
              <a:ahLst/>
              <a:cxnLst/>
              <a:rect l="l" t="t" r="r" b="b"/>
              <a:pathLst>
                <a:path w="2876550" h="1552575">
                  <a:moveTo>
                    <a:pt x="0" y="14973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50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497330"/>
                  </a:lnTo>
                  <a:lnTo>
                    <a:pt x="2876550" y="1500962"/>
                  </a:lnTo>
                  <a:lnTo>
                    <a:pt x="2876194" y="1504543"/>
                  </a:lnTo>
                  <a:lnTo>
                    <a:pt x="2875483" y="1508112"/>
                  </a:lnTo>
                  <a:lnTo>
                    <a:pt x="2874784" y="1511668"/>
                  </a:lnTo>
                  <a:lnTo>
                    <a:pt x="2860370" y="1536395"/>
                  </a:lnTo>
                  <a:lnTo>
                    <a:pt x="2857804" y="1538960"/>
                  </a:lnTo>
                  <a:lnTo>
                    <a:pt x="2832074" y="1551508"/>
                  </a:lnTo>
                  <a:lnTo>
                    <a:pt x="2828518" y="1552219"/>
                  </a:lnTo>
                  <a:lnTo>
                    <a:pt x="2824937" y="1552575"/>
                  </a:lnTo>
                  <a:lnTo>
                    <a:pt x="2821305" y="1552575"/>
                  </a:lnTo>
                  <a:lnTo>
                    <a:pt x="55245" y="1552575"/>
                  </a:lnTo>
                  <a:lnTo>
                    <a:pt x="51612" y="1552575"/>
                  </a:lnTo>
                  <a:lnTo>
                    <a:pt x="48018" y="1552219"/>
                  </a:lnTo>
                  <a:lnTo>
                    <a:pt x="44462" y="1551508"/>
                  </a:lnTo>
                  <a:lnTo>
                    <a:pt x="40906" y="1550809"/>
                  </a:lnTo>
                  <a:lnTo>
                    <a:pt x="9309" y="1528013"/>
                  </a:lnTo>
                  <a:lnTo>
                    <a:pt x="7289" y="1525003"/>
                  </a:lnTo>
                  <a:lnTo>
                    <a:pt x="1066" y="1508112"/>
                  </a:lnTo>
                  <a:lnTo>
                    <a:pt x="355" y="1504543"/>
                  </a:lnTo>
                  <a:lnTo>
                    <a:pt x="0" y="1500962"/>
                  </a:lnTo>
                  <a:lnTo>
                    <a:pt x="0" y="1497330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54600" y="2401887"/>
            <a:ext cx="239776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0">
                <a:solidFill>
                  <a:srgbClr val="DCD7E5"/>
                </a:solidFill>
                <a:latin typeface="Verdana"/>
                <a:cs typeface="Verdana"/>
              </a:rPr>
              <a:t>Electrónica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Cont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110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l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mo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oíes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sensoíes, 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iluminación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ot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dispositi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v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os 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electíónicos.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43850" y="2238374"/>
            <a:ext cx="2886075" cy="1562100"/>
            <a:chOff x="7943850" y="2238374"/>
            <a:chExt cx="2886075" cy="1562100"/>
          </a:xfrm>
        </p:grpSpPr>
        <p:sp>
          <p:nvSpPr>
            <p:cNvPr id="10" name="object 10"/>
            <p:cNvSpPr/>
            <p:nvPr/>
          </p:nvSpPr>
          <p:spPr>
            <a:xfrm>
              <a:off x="7948611" y="2243137"/>
              <a:ext cx="2876550" cy="1552575"/>
            </a:xfrm>
            <a:custGeom>
              <a:avLst/>
              <a:gdLst/>
              <a:ahLst/>
              <a:cxnLst/>
              <a:rect l="l" t="t" r="r" b="b"/>
              <a:pathLst>
                <a:path w="2876550" h="1552575">
                  <a:moveTo>
                    <a:pt x="282863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1504657"/>
                  </a:lnTo>
                  <a:lnTo>
                    <a:pt x="21361" y="1541576"/>
                  </a:lnTo>
                  <a:lnTo>
                    <a:pt x="47917" y="1552574"/>
                  </a:lnTo>
                  <a:lnTo>
                    <a:pt x="2828632" y="1552574"/>
                  </a:lnTo>
                  <a:lnTo>
                    <a:pt x="2865551" y="1531213"/>
                  </a:lnTo>
                  <a:lnTo>
                    <a:pt x="2876549" y="1504657"/>
                  </a:lnTo>
                  <a:lnTo>
                    <a:pt x="2876549" y="47917"/>
                  </a:lnTo>
                  <a:lnTo>
                    <a:pt x="2855188" y="10998"/>
                  </a:lnTo>
                  <a:lnTo>
                    <a:pt x="282863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53375" y="2247899"/>
              <a:ext cx="2867018" cy="15430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948612" y="2243137"/>
              <a:ext cx="2876550" cy="1552575"/>
            </a:xfrm>
            <a:custGeom>
              <a:avLst/>
              <a:gdLst/>
              <a:ahLst/>
              <a:cxnLst/>
              <a:rect l="l" t="t" r="r" b="b"/>
              <a:pathLst>
                <a:path w="2876550" h="1552575">
                  <a:moveTo>
                    <a:pt x="0" y="14973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497330"/>
                  </a:lnTo>
                  <a:lnTo>
                    <a:pt x="2876550" y="1500962"/>
                  </a:lnTo>
                  <a:lnTo>
                    <a:pt x="2876194" y="1504543"/>
                  </a:lnTo>
                  <a:lnTo>
                    <a:pt x="2875483" y="1508112"/>
                  </a:lnTo>
                  <a:lnTo>
                    <a:pt x="2874784" y="1511668"/>
                  </a:lnTo>
                  <a:lnTo>
                    <a:pt x="2860370" y="1536395"/>
                  </a:lnTo>
                  <a:lnTo>
                    <a:pt x="2857804" y="1538960"/>
                  </a:lnTo>
                  <a:lnTo>
                    <a:pt x="2832074" y="1551508"/>
                  </a:lnTo>
                  <a:lnTo>
                    <a:pt x="2828518" y="1552219"/>
                  </a:lnTo>
                  <a:lnTo>
                    <a:pt x="2824937" y="1552575"/>
                  </a:lnTo>
                  <a:lnTo>
                    <a:pt x="2821305" y="1552575"/>
                  </a:lnTo>
                  <a:lnTo>
                    <a:pt x="55245" y="1552575"/>
                  </a:lnTo>
                  <a:lnTo>
                    <a:pt x="51612" y="1552575"/>
                  </a:lnTo>
                  <a:lnTo>
                    <a:pt x="48018" y="1552219"/>
                  </a:lnTo>
                  <a:lnTo>
                    <a:pt x="44462" y="1551508"/>
                  </a:lnTo>
                  <a:lnTo>
                    <a:pt x="40906" y="1550809"/>
                  </a:lnTo>
                  <a:lnTo>
                    <a:pt x="16179" y="1536395"/>
                  </a:lnTo>
                  <a:lnTo>
                    <a:pt x="13614" y="1533829"/>
                  </a:lnTo>
                  <a:lnTo>
                    <a:pt x="11328" y="1531035"/>
                  </a:lnTo>
                  <a:lnTo>
                    <a:pt x="9309" y="1528013"/>
                  </a:lnTo>
                  <a:lnTo>
                    <a:pt x="7289" y="1525003"/>
                  </a:lnTo>
                  <a:lnTo>
                    <a:pt x="5588" y="1521828"/>
                  </a:lnTo>
                  <a:lnTo>
                    <a:pt x="4203" y="1518475"/>
                  </a:lnTo>
                  <a:lnTo>
                    <a:pt x="2819" y="1515122"/>
                  </a:lnTo>
                  <a:lnTo>
                    <a:pt x="1765" y="1511668"/>
                  </a:lnTo>
                  <a:lnTo>
                    <a:pt x="1066" y="1508112"/>
                  </a:lnTo>
                  <a:lnTo>
                    <a:pt x="355" y="1504543"/>
                  </a:lnTo>
                  <a:lnTo>
                    <a:pt x="0" y="1500962"/>
                  </a:lnTo>
                  <a:lnTo>
                    <a:pt x="0" y="1497330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112125" y="2401887"/>
            <a:ext cx="239585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DCD7E5"/>
                </a:solidFill>
                <a:latin typeface="Verdana"/>
                <a:cs typeface="Verdana"/>
              </a:rPr>
              <a:t>Domótica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05">
                <a:solidFill>
                  <a:srgbClr val="DCD7E5"/>
                </a:solidFill>
                <a:latin typeface="Lucida Sans Unicode"/>
                <a:cs typeface="Lucida Sans Unicode"/>
              </a:rPr>
              <a:t>u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omatizació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sistema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de  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iluminación,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seguíidad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íieg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y 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climatizació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en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el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hoga</a:t>
            </a:r>
            <a:r>
              <a:rPr dirty="0" sz="1350" spc="-12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86325" y="3971925"/>
            <a:ext cx="2886075" cy="1552575"/>
            <a:chOff x="4886325" y="3971925"/>
            <a:chExt cx="2886075" cy="1552575"/>
          </a:xfrm>
        </p:grpSpPr>
        <p:sp>
          <p:nvSpPr>
            <p:cNvPr id="15" name="object 15"/>
            <p:cNvSpPr/>
            <p:nvPr/>
          </p:nvSpPr>
          <p:spPr>
            <a:xfrm>
              <a:off x="4891087" y="3976687"/>
              <a:ext cx="2876550" cy="1543050"/>
            </a:xfrm>
            <a:custGeom>
              <a:avLst/>
              <a:gdLst/>
              <a:ahLst/>
              <a:cxnLst/>
              <a:rect l="l" t="t" r="r" b="b"/>
              <a:pathLst>
                <a:path w="2876550" h="1543050">
                  <a:moveTo>
                    <a:pt x="282863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1495127"/>
                  </a:lnTo>
                  <a:lnTo>
                    <a:pt x="21361" y="1532047"/>
                  </a:lnTo>
                  <a:lnTo>
                    <a:pt x="47917" y="1543051"/>
                  </a:lnTo>
                  <a:lnTo>
                    <a:pt x="2828632" y="1543051"/>
                  </a:lnTo>
                  <a:lnTo>
                    <a:pt x="2865551" y="1521688"/>
                  </a:lnTo>
                  <a:lnTo>
                    <a:pt x="2876549" y="1495127"/>
                  </a:lnTo>
                  <a:lnTo>
                    <a:pt x="2876549" y="47917"/>
                  </a:lnTo>
                  <a:lnTo>
                    <a:pt x="2855188" y="10998"/>
                  </a:lnTo>
                  <a:lnTo>
                    <a:pt x="282863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5850" y="3981451"/>
              <a:ext cx="2867018" cy="153352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891087" y="3976687"/>
              <a:ext cx="2876550" cy="1543050"/>
            </a:xfrm>
            <a:custGeom>
              <a:avLst/>
              <a:gdLst/>
              <a:ahLst/>
              <a:cxnLst/>
              <a:rect l="l" t="t" r="r" b="b"/>
              <a:pathLst>
                <a:path w="2876550" h="1543050">
                  <a:moveTo>
                    <a:pt x="0" y="1487806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487806"/>
                  </a:lnTo>
                  <a:lnTo>
                    <a:pt x="2876550" y="1491432"/>
                  </a:lnTo>
                  <a:lnTo>
                    <a:pt x="2876194" y="1495023"/>
                  </a:lnTo>
                  <a:lnTo>
                    <a:pt x="2875483" y="1498580"/>
                  </a:lnTo>
                  <a:lnTo>
                    <a:pt x="2874784" y="1502138"/>
                  </a:lnTo>
                  <a:lnTo>
                    <a:pt x="2852000" y="1533739"/>
                  </a:lnTo>
                  <a:lnTo>
                    <a:pt x="2842437" y="1538843"/>
                  </a:lnTo>
                  <a:lnTo>
                    <a:pt x="2839097" y="1540233"/>
                  </a:lnTo>
                  <a:lnTo>
                    <a:pt x="2821305" y="1543051"/>
                  </a:lnTo>
                  <a:lnTo>
                    <a:pt x="55245" y="1543051"/>
                  </a:lnTo>
                  <a:lnTo>
                    <a:pt x="34099" y="1538843"/>
                  </a:lnTo>
                  <a:lnTo>
                    <a:pt x="30746" y="1537455"/>
                  </a:lnTo>
                  <a:lnTo>
                    <a:pt x="4203" y="1508944"/>
                  </a:lnTo>
                  <a:lnTo>
                    <a:pt x="2819" y="1505591"/>
                  </a:lnTo>
                  <a:lnTo>
                    <a:pt x="1765" y="1502138"/>
                  </a:lnTo>
                  <a:lnTo>
                    <a:pt x="1066" y="1498580"/>
                  </a:lnTo>
                  <a:lnTo>
                    <a:pt x="355" y="1495023"/>
                  </a:lnTo>
                  <a:lnTo>
                    <a:pt x="0" y="1491432"/>
                  </a:lnTo>
                  <a:lnTo>
                    <a:pt x="0" y="1487806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054600" y="4135437"/>
            <a:ext cx="2025014" cy="1160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>
                <a:solidFill>
                  <a:srgbClr val="DCD7E5"/>
                </a:solidFill>
                <a:latin typeface="Verdana"/>
                <a:cs typeface="Verdana"/>
              </a:rPr>
              <a:t>Robótica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505"/>
              </a:spcBef>
            </a:pP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Constíucción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4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obots, 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vehículo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ot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sistemas 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autónomos.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943850" y="3971925"/>
            <a:ext cx="2886075" cy="1552575"/>
            <a:chOff x="7943850" y="3971925"/>
            <a:chExt cx="2886075" cy="1552575"/>
          </a:xfrm>
        </p:grpSpPr>
        <p:sp>
          <p:nvSpPr>
            <p:cNvPr id="20" name="object 20"/>
            <p:cNvSpPr/>
            <p:nvPr/>
          </p:nvSpPr>
          <p:spPr>
            <a:xfrm>
              <a:off x="7948611" y="3976687"/>
              <a:ext cx="2876550" cy="1543050"/>
            </a:xfrm>
            <a:custGeom>
              <a:avLst/>
              <a:gdLst/>
              <a:ahLst/>
              <a:cxnLst/>
              <a:rect l="l" t="t" r="r" b="b"/>
              <a:pathLst>
                <a:path w="2876550" h="1543050">
                  <a:moveTo>
                    <a:pt x="282863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1495127"/>
                  </a:lnTo>
                  <a:lnTo>
                    <a:pt x="21361" y="1532047"/>
                  </a:lnTo>
                  <a:lnTo>
                    <a:pt x="47917" y="1543051"/>
                  </a:lnTo>
                  <a:lnTo>
                    <a:pt x="2828632" y="1543051"/>
                  </a:lnTo>
                  <a:lnTo>
                    <a:pt x="2865551" y="1521688"/>
                  </a:lnTo>
                  <a:lnTo>
                    <a:pt x="2876549" y="1495127"/>
                  </a:lnTo>
                  <a:lnTo>
                    <a:pt x="2876549" y="47917"/>
                  </a:lnTo>
                  <a:lnTo>
                    <a:pt x="2855188" y="10998"/>
                  </a:lnTo>
                  <a:lnTo>
                    <a:pt x="282863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53375" y="3981451"/>
              <a:ext cx="2867018" cy="15335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948612" y="3976687"/>
              <a:ext cx="2876550" cy="1543050"/>
            </a:xfrm>
            <a:custGeom>
              <a:avLst/>
              <a:gdLst/>
              <a:ahLst/>
              <a:cxnLst/>
              <a:rect l="l" t="t" r="r" b="b"/>
              <a:pathLst>
                <a:path w="2876550" h="1543050">
                  <a:moveTo>
                    <a:pt x="0" y="1487806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48978" y="7289"/>
                  </a:lnTo>
                  <a:lnTo>
                    <a:pt x="2851988" y="9309"/>
                  </a:lnTo>
                  <a:lnTo>
                    <a:pt x="2855010" y="11328"/>
                  </a:lnTo>
                  <a:lnTo>
                    <a:pt x="2857804" y="13614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487806"/>
                  </a:lnTo>
                  <a:lnTo>
                    <a:pt x="2876550" y="1491432"/>
                  </a:lnTo>
                  <a:lnTo>
                    <a:pt x="2876194" y="1495023"/>
                  </a:lnTo>
                  <a:lnTo>
                    <a:pt x="2875483" y="1498580"/>
                  </a:lnTo>
                  <a:lnTo>
                    <a:pt x="2874784" y="1502138"/>
                  </a:lnTo>
                  <a:lnTo>
                    <a:pt x="2851988" y="1533739"/>
                  </a:lnTo>
                  <a:lnTo>
                    <a:pt x="2848978" y="1535753"/>
                  </a:lnTo>
                  <a:lnTo>
                    <a:pt x="2845803" y="1537455"/>
                  </a:lnTo>
                  <a:lnTo>
                    <a:pt x="2842437" y="1538843"/>
                  </a:lnTo>
                  <a:lnTo>
                    <a:pt x="2839097" y="1540233"/>
                  </a:lnTo>
                  <a:lnTo>
                    <a:pt x="2821305" y="1543051"/>
                  </a:lnTo>
                  <a:lnTo>
                    <a:pt x="55245" y="1543051"/>
                  </a:lnTo>
                  <a:lnTo>
                    <a:pt x="34099" y="1538843"/>
                  </a:lnTo>
                  <a:lnTo>
                    <a:pt x="30746" y="1537455"/>
                  </a:lnTo>
                  <a:lnTo>
                    <a:pt x="4203" y="1508944"/>
                  </a:lnTo>
                  <a:lnTo>
                    <a:pt x="2819" y="1505591"/>
                  </a:lnTo>
                  <a:lnTo>
                    <a:pt x="1765" y="1502138"/>
                  </a:lnTo>
                  <a:lnTo>
                    <a:pt x="1066" y="1498580"/>
                  </a:lnTo>
                  <a:lnTo>
                    <a:pt x="355" y="1495023"/>
                  </a:lnTo>
                  <a:lnTo>
                    <a:pt x="0" y="1491432"/>
                  </a:lnTo>
                  <a:lnTo>
                    <a:pt x="0" y="1487806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112125" y="4135437"/>
            <a:ext cx="2411730" cy="1160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0">
                <a:solidFill>
                  <a:srgbClr val="DCD7E5"/>
                </a:solidFill>
                <a:latin typeface="Verdana"/>
                <a:cs typeface="Verdana"/>
              </a:rPr>
              <a:t>IoT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505"/>
              </a:spcBef>
            </a:pPr>
            <a:r>
              <a:rPr dirty="0" sz="1350" spc="-15">
                <a:solidFill>
                  <a:srgbClr val="DCD7E5"/>
                </a:solidFill>
                <a:latin typeface="Lucida Sans Unicode"/>
                <a:cs typeface="Lucida Sans Unicode"/>
              </a:rPr>
              <a:t>Desaí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oll</a:t>
            </a:r>
            <a:r>
              <a:rPr dirty="0" sz="1350" spc="-10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dispositi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v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y 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nodo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pa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íede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Inteíne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de 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la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Cosas.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2139950"/>
            <a:ext cx="84283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55"/>
              <a:t>C</a:t>
            </a:r>
            <a:r>
              <a:rPr dirty="0" spc="-35"/>
              <a:t>asos</a:t>
            </a:r>
            <a:r>
              <a:rPr dirty="0" spc="-295"/>
              <a:t> </a:t>
            </a:r>
            <a:r>
              <a:rPr dirty="0" spc="120"/>
              <a:t>de</a:t>
            </a:r>
            <a:r>
              <a:rPr dirty="0" spc="-295"/>
              <a:t> </a:t>
            </a:r>
            <a:r>
              <a:rPr dirty="0" spc="40"/>
              <a:t>uso</a:t>
            </a:r>
            <a:r>
              <a:rPr dirty="0" spc="-295"/>
              <a:t> </a:t>
            </a:r>
            <a:r>
              <a:rPr dirty="0" spc="114"/>
              <a:t>c</a:t>
            </a:r>
            <a:r>
              <a:rPr dirty="0" spc="105"/>
              <a:t>omunes</a:t>
            </a:r>
            <a:r>
              <a:rPr dirty="0" spc="-295"/>
              <a:t> </a:t>
            </a:r>
            <a:r>
              <a:rPr dirty="0" spc="120"/>
              <a:t>de</a:t>
            </a:r>
            <a:r>
              <a:rPr dirty="0" spc="-295"/>
              <a:t> </a:t>
            </a:r>
            <a:r>
              <a:rPr dirty="0" spc="90"/>
              <a:t>R</a:t>
            </a:r>
            <a:r>
              <a:rPr dirty="0" spc="40"/>
              <a:t>aspbe</a:t>
            </a:r>
            <a:r>
              <a:rPr dirty="0"/>
              <a:t>r</a:t>
            </a:r>
            <a:r>
              <a:rPr dirty="0" spc="-30"/>
              <a:t>r</a:t>
            </a:r>
            <a:r>
              <a:rPr dirty="0" spc="-155"/>
              <a:t>y</a:t>
            </a:r>
            <a:r>
              <a:rPr dirty="0" spc="-295"/>
              <a:t> </a:t>
            </a:r>
            <a:r>
              <a:rPr dirty="0" spc="195"/>
              <a:t>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3116262"/>
            <a:ext cx="3110230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F2F0F4"/>
                </a:solidFill>
                <a:latin typeface="Verdana"/>
                <a:cs typeface="Verdana"/>
              </a:rPr>
              <a:t>Computación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Computado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escíi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oíio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DCD7E5"/>
                </a:solidFill>
                <a:latin typeface="Lucida Sans Unicode"/>
                <a:cs typeface="Lucida Sans Unicode"/>
              </a:rPr>
              <a:t>se</a:t>
            </a:r>
            <a:r>
              <a:rPr dirty="0" sz="1350" spc="1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vido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web, 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cent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multimedia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más.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8823" y="3625850"/>
            <a:ext cx="73025" cy="1301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45851" y="3116262"/>
            <a:ext cx="2947035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F2F0F4"/>
                </a:solidFill>
                <a:latin typeface="Verdana"/>
                <a:cs typeface="Verdana"/>
              </a:rPr>
              <a:t>Multimedia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Rep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oducció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video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m</a:t>
            </a:r>
            <a:r>
              <a:rPr dirty="0" sz="135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14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sica,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juegos  </a:t>
            </a:r>
            <a:r>
              <a:rPr dirty="0" sz="1350" spc="-5">
                <a:solidFill>
                  <a:srgbClr val="DCD7E5"/>
                </a:solidFill>
                <a:latin typeface="Lucida Sans Unicode"/>
                <a:cs typeface="Lucida Sans Unicode"/>
              </a:rPr>
              <a:t>íet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p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oyec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códig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abie</a:t>
            </a:r>
            <a:r>
              <a:rPr dirty="0" sz="1350" spc="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o.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04340" y="3116262"/>
            <a:ext cx="2462530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0">
                <a:solidFill>
                  <a:srgbClr val="F2F0F4"/>
                </a:solidFill>
                <a:latin typeface="Verdana"/>
                <a:cs typeface="Verdana"/>
              </a:rPr>
              <a:t>IoT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15">
                <a:solidFill>
                  <a:srgbClr val="DCD7E5"/>
                </a:solidFill>
                <a:latin typeface="Lucida Sans Unicode"/>
                <a:cs typeface="Lucida Sans Unicode"/>
              </a:rPr>
              <a:t>Desaí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oll</a:t>
            </a:r>
            <a:r>
              <a:rPr dirty="0" sz="1350" spc="-10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pasaíelas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nodo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y  </a:t>
            </a:r>
            <a:r>
              <a:rPr dirty="0" sz="1350">
                <a:solidFill>
                  <a:srgbClr val="DCD7E5"/>
                </a:solidFill>
                <a:latin typeface="Lucida Sans Unicode"/>
                <a:cs typeface="Lucida Sans Unicode"/>
              </a:rPr>
              <a:t>se</a:t>
            </a:r>
            <a:r>
              <a:rPr dirty="0" sz="1350" spc="1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vidoíe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pa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íede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Io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Ľ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686050">
              <a:lnSpc>
                <a:spcPct val="100000"/>
              </a:lnSpc>
              <a:spcBef>
                <a:spcPts val="125"/>
              </a:spcBef>
            </a:pPr>
            <a:r>
              <a:rPr dirty="0" spc="-125"/>
              <a:t>V</a:t>
            </a:r>
            <a:r>
              <a:rPr dirty="0" spc="-20"/>
              <a:t>entajas</a:t>
            </a:r>
            <a:r>
              <a:rPr dirty="0" spc="-295"/>
              <a:t> </a:t>
            </a:r>
            <a:r>
              <a:rPr dirty="0" spc="120"/>
              <a:t>de</a:t>
            </a:r>
            <a:r>
              <a:rPr dirty="0" spc="-295"/>
              <a:t> </a:t>
            </a:r>
            <a:r>
              <a:rPr dirty="0" spc="30"/>
              <a:t>A</a:t>
            </a:r>
            <a:r>
              <a:rPr dirty="0" spc="-25"/>
              <a:t>r</a:t>
            </a:r>
            <a:r>
              <a:rPr dirty="0" spc="114"/>
              <a:t>duino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2609849"/>
            <a:ext cx="390525" cy="390525"/>
            <a:chOff x="4886325" y="2609849"/>
            <a:chExt cx="390525" cy="390525"/>
          </a:xfrm>
        </p:grpSpPr>
        <p:sp>
          <p:nvSpPr>
            <p:cNvPr id="5" name="object 5"/>
            <p:cNvSpPr/>
            <p:nvPr/>
          </p:nvSpPr>
          <p:spPr>
            <a:xfrm>
              <a:off x="4891087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3308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333082"/>
                  </a:lnTo>
                  <a:lnTo>
                    <a:pt x="21361" y="370001"/>
                  </a:lnTo>
                  <a:lnTo>
                    <a:pt x="47917" y="380999"/>
                  </a:lnTo>
                  <a:lnTo>
                    <a:pt x="333082" y="380999"/>
                  </a:lnTo>
                  <a:lnTo>
                    <a:pt x="370001" y="359638"/>
                  </a:lnTo>
                  <a:lnTo>
                    <a:pt x="380999" y="333082"/>
                  </a:lnTo>
                  <a:lnTo>
                    <a:pt x="380999" y="47917"/>
                  </a:lnTo>
                  <a:lnTo>
                    <a:pt x="359638" y="10998"/>
                  </a:lnTo>
                  <a:lnTo>
                    <a:pt x="33308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5850" y="2619374"/>
              <a:ext cx="371469" cy="3714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91087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34" y="340093"/>
                  </a:lnTo>
                  <a:lnTo>
                    <a:pt x="356450" y="371690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1066" y="336537"/>
                  </a:lnTo>
                  <a:lnTo>
                    <a:pt x="355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20068" y="2625725"/>
            <a:ext cx="1187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45">
                <a:solidFill>
                  <a:srgbClr val="DCD7E5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30834" y="2592387"/>
            <a:ext cx="224409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">
                <a:solidFill>
                  <a:srgbClr val="DCD7E5"/>
                </a:solidFill>
                <a:latin typeface="Verdana"/>
                <a:cs typeface="Verdana"/>
              </a:rPr>
              <a:t>Sencillez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Platafoím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5">
                <a:solidFill>
                  <a:srgbClr val="DCD7E5"/>
                </a:solidFill>
                <a:latin typeface="Lucida Sans Unicode"/>
                <a:cs typeface="Lucida Sans Unicode"/>
              </a:rPr>
              <a:t>desaí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oll</a:t>
            </a:r>
            <a:r>
              <a:rPr dirty="0" sz="1350" spc="-10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fácil 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p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og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10">
                <a:solidFill>
                  <a:srgbClr val="DCD7E5"/>
                </a:solidFill>
                <a:latin typeface="Lucida Sans Unicode"/>
                <a:cs typeface="Lucida Sans Unicode"/>
              </a:rPr>
              <a:t>amaí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utiliza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43850" y="2609849"/>
            <a:ext cx="390525" cy="390525"/>
            <a:chOff x="7943850" y="2609849"/>
            <a:chExt cx="390525" cy="390525"/>
          </a:xfrm>
        </p:grpSpPr>
        <p:sp>
          <p:nvSpPr>
            <p:cNvPr id="11" name="object 11"/>
            <p:cNvSpPr/>
            <p:nvPr/>
          </p:nvSpPr>
          <p:spPr>
            <a:xfrm>
              <a:off x="7948611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3308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333082"/>
                  </a:lnTo>
                  <a:lnTo>
                    <a:pt x="21361" y="370001"/>
                  </a:lnTo>
                  <a:lnTo>
                    <a:pt x="47917" y="380999"/>
                  </a:lnTo>
                  <a:lnTo>
                    <a:pt x="333082" y="380999"/>
                  </a:lnTo>
                  <a:lnTo>
                    <a:pt x="370001" y="359638"/>
                  </a:lnTo>
                  <a:lnTo>
                    <a:pt x="380999" y="333082"/>
                  </a:lnTo>
                  <a:lnTo>
                    <a:pt x="380999" y="47917"/>
                  </a:lnTo>
                  <a:lnTo>
                    <a:pt x="359638" y="10998"/>
                  </a:lnTo>
                  <a:lnTo>
                    <a:pt x="33308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3375" y="2619374"/>
              <a:ext cx="371468" cy="3714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948612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53428" y="7289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62254" y="13614"/>
                  </a:lnTo>
                  <a:lnTo>
                    <a:pt x="364820" y="16179"/>
                  </a:lnTo>
                  <a:lnTo>
                    <a:pt x="367385" y="18745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34" y="340093"/>
                  </a:lnTo>
                  <a:lnTo>
                    <a:pt x="364820" y="364820"/>
                  </a:lnTo>
                  <a:lnTo>
                    <a:pt x="362254" y="367385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16179" y="364820"/>
                  </a:lnTo>
                  <a:lnTo>
                    <a:pt x="13614" y="362254"/>
                  </a:lnTo>
                  <a:lnTo>
                    <a:pt x="11328" y="359460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5588" y="350253"/>
                  </a:lnTo>
                  <a:lnTo>
                    <a:pt x="4203" y="346900"/>
                  </a:lnTo>
                  <a:lnTo>
                    <a:pt x="2819" y="343547"/>
                  </a:lnTo>
                  <a:lnTo>
                    <a:pt x="1765" y="340093"/>
                  </a:lnTo>
                  <a:lnTo>
                    <a:pt x="1066" y="336537"/>
                  </a:lnTo>
                  <a:lnTo>
                    <a:pt x="355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050962" y="262572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25">
                <a:solidFill>
                  <a:srgbClr val="DCD7E5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88367" y="2592387"/>
            <a:ext cx="2041525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0">
                <a:solidFill>
                  <a:srgbClr val="DCD7E5"/>
                </a:solidFill>
                <a:latin typeface="Verdana"/>
                <a:cs typeface="Verdana"/>
              </a:rPr>
              <a:t>Bajo</a:t>
            </a:r>
            <a:r>
              <a:rPr dirty="0" sz="1650" spc="-140">
                <a:solidFill>
                  <a:srgbClr val="DCD7E5"/>
                </a:solidFill>
                <a:latin typeface="Verdana"/>
                <a:cs typeface="Verdana"/>
              </a:rPr>
              <a:t> </a:t>
            </a:r>
            <a:r>
              <a:rPr dirty="0" sz="1650" spc="70">
                <a:solidFill>
                  <a:srgbClr val="DCD7E5"/>
                </a:solidFill>
                <a:latin typeface="Verdana"/>
                <a:cs typeface="Verdana"/>
              </a:rPr>
              <a:t>c</a:t>
            </a:r>
            <a:r>
              <a:rPr dirty="0" sz="1650" spc="20">
                <a:solidFill>
                  <a:srgbClr val="DCD7E5"/>
                </a:solidFill>
                <a:latin typeface="Verdana"/>
                <a:cs typeface="Verdana"/>
              </a:rPr>
              <a:t>os</a:t>
            </a:r>
            <a:r>
              <a:rPr dirty="0" sz="1650" spc="-25">
                <a:solidFill>
                  <a:srgbClr val="DCD7E5"/>
                </a:solidFill>
                <a:latin typeface="Verdana"/>
                <a:cs typeface="Verdana"/>
              </a:rPr>
              <a:t>t</a:t>
            </a:r>
            <a:r>
              <a:rPr dirty="0" sz="1650" spc="55">
                <a:solidFill>
                  <a:srgbClr val="DCD7E5"/>
                </a:solidFill>
                <a:latin typeface="Verdana"/>
                <a:cs typeface="Verdana"/>
              </a:rPr>
              <a:t>o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Lo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modelos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Aíduino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son 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asequibles,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l</a:t>
            </a:r>
            <a:r>
              <a:rPr dirty="0" sz="1350" spc="-10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qu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lo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hace 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accesibles.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86325" y="4171950"/>
            <a:ext cx="390525" cy="381000"/>
            <a:chOff x="4886325" y="4171950"/>
            <a:chExt cx="390525" cy="381000"/>
          </a:xfrm>
        </p:grpSpPr>
        <p:sp>
          <p:nvSpPr>
            <p:cNvPr id="17" name="object 17"/>
            <p:cNvSpPr/>
            <p:nvPr/>
          </p:nvSpPr>
          <p:spPr>
            <a:xfrm>
              <a:off x="4891087" y="41767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3308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323557"/>
                  </a:lnTo>
                  <a:lnTo>
                    <a:pt x="21361" y="360476"/>
                  </a:lnTo>
                  <a:lnTo>
                    <a:pt x="47917" y="371474"/>
                  </a:lnTo>
                  <a:lnTo>
                    <a:pt x="333082" y="371474"/>
                  </a:lnTo>
                  <a:lnTo>
                    <a:pt x="370001" y="350113"/>
                  </a:lnTo>
                  <a:lnTo>
                    <a:pt x="380999" y="323557"/>
                  </a:lnTo>
                  <a:lnTo>
                    <a:pt x="380999" y="47917"/>
                  </a:lnTo>
                  <a:lnTo>
                    <a:pt x="359638" y="10998"/>
                  </a:lnTo>
                  <a:lnTo>
                    <a:pt x="33308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5850" y="4181474"/>
              <a:ext cx="371469" cy="3619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891087" y="41767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993881" y="4178300"/>
            <a:ext cx="17081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30">
                <a:solidFill>
                  <a:srgbClr val="DCD7E5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30841" y="4154487"/>
            <a:ext cx="426783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">
                <a:solidFill>
                  <a:srgbClr val="DCD7E5"/>
                </a:solidFill>
                <a:latin typeface="Verdana"/>
                <a:cs typeface="Verdana"/>
              </a:rPr>
              <a:t>G</a:t>
            </a:r>
            <a:r>
              <a:rPr dirty="0" sz="1650" spc="-85">
                <a:solidFill>
                  <a:srgbClr val="DCD7E5"/>
                </a:solidFill>
                <a:latin typeface="Verdana"/>
                <a:cs typeface="Verdana"/>
              </a:rPr>
              <a:t>r</a:t>
            </a:r>
            <a:r>
              <a:rPr dirty="0" sz="1650" spc="50">
                <a:solidFill>
                  <a:srgbClr val="DCD7E5"/>
                </a:solidFill>
                <a:latin typeface="Verdana"/>
                <a:cs typeface="Verdana"/>
              </a:rPr>
              <a:t>an</a:t>
            </a:r>
            <a:r>
              <a:rPr dirty="0" sz="1650" spc="-140">
                <a:solidFill>
                  <a:srgbClr val="DCD7E5"/>
                </a:solidFill>
                <a:latin typeface="Verdana"/>
                <a:cs typeface="Verdana"/>
              </a:rPr>
              <a:t> </a:t>
            </a:r>
            <a:r>
              <a:rPr dirty="0" sz="1650" spc="70">
                <a:solidFill>
                  <a:srgbClr val="DCD7E5"/>
                </a:solidFill>
                <a:latin typeface="Verdana"/>
                <a:cs typeface="Verdana"/>
              </a:rPr>
              <a:t>c</a:t>
            </a:r>
            <a:r>
              <a:rPr dirty="0" sz="1650" spc="80">
                <a:solidFill>
                  <a:srgbClr val="DCD7E5"/>
                </a:solidFill>
                <a:latin typeface="Verdana"/>
                <a:cs typeface="Verdana"/>
              </a:rPr>
              <a:t>omunidad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Amplia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bas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usuaíios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5">
                <a:solidFill>
                  <a:srgbClr val="DCD7E5"/>
                </a:solidFill>
                <a:latin typeface="Lucida Sans Unicode"/>
                <a:cs typeface="Lucida Sans Unicode"/>
              </a:rPr>
              <a:t>íecuíso</a:t>
            </a:r>
            <a:r>
              <a:rPr dirty="0" sz="1350" spc="-1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disponible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en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línea.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2139950"/>
            <a:ext cx="53549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25"/>
              <a:t>V</a:t>
            </a:r>
            <a:r>
              <a:rPr dirty="0" spc="-20"/>
              <a:t>entajas</a:t>
            </a:r>
            <a:r>
              <a:rPr dirty="0" spc="-295"/>
              <a:t> </a:t>
            </a:r>
            <a:r>
              <a:rPr dirty="0" spc="120"/>
              <a:t>de</a:t>
            </a:r>
            <a:r>
              <a:rPr dirty="0" spc="-295"/>
              <a:t> </a:t>
            </a:r>
            <a:r>
              <a:rPr dirty="0" spc="90"/>
              <a:t>R</a:t>
            </a:r>
            <a:r>
              <a:rPr dirty="0" spc="40"/>
              <a:t>aspbe</a:t>
            </a:r>
            <a:r>
              <a:rPr dirty="0"/>
              <a:t>r</a:t>
            </a:r>
            <a:r>
              <a:rPr dirty="0" spc="-30"/>
              <a:t>r</a:t>
            </a:r>
            <a:r>
              <a:rPr dirty="0" spc="-155"/>
              <a:t>y</a:t>
            </a:r>
            <a:r>
              <a:rPr dirty="0" spc="-295"/>
              <a:t> </a:t>
            </a:r>
            <a:r>
              <a:rPr dirty="0" spc="195"/>
              <a:t>Pi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3116262"/>
            <a:ext cx="4884420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5">
                <a:solidFill>
                  <a:srgbClr val="F2F0F4"/>
                </a:solidFill>
                <a:latin typeface="Verdana"/>
                <a:cs typeface="Verdana"/>
              </a:rPr>
              <a:t>Mayor</a:t>
            </a:r>
            <a:r>
              <a:rPr dirty="0" sz="1650" spc="-14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650" spc="55">
                <a:solidFill>
                  <a:srgbClr val="F2F0F4"/>
                </a:solidFill>
                <a:latin typeface="Verdana"/>
                <a:cs typeface="Verdana"/>
              </a:rPr>
              <a:t>poder</a:t>
            </a:r>
            <a:r>
              <a:rPr dirty="0" sz="1650" spc="-14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650" spc="75">
                <a:solidFill>
                  <a:srgbClr val="F2F0F4"/>
                </a:solidFill>
                <a:latin typeface="Verdana"/>
                <a:cs typeface="Verdana"/>
              </a:rPr>
              <a:t>de</a:t>
            </a:r>
            <a:r>
              <a:rPr dirty="0" sz="1650" spc="-140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1650" spc="40">
                <a:solidFill>
                  <a:srgbClr val="F2F0F4"/>
                </a:solidFill>
                <a:latin typeface="Verdana"/>
                <a:cs typeface="Verdana"/>
              </a:rPr>
              <a:t>procesamiento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Píocesadoíes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ARM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más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potentes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que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los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micíocontíoladoíes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de </a:t>
            </a:r>
            <a:r>
              <a:rPr dirty="0" sz="1350" spc="-41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Aíduino.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0930" y="3116262"/>
            <a:ext cx="4839970" cy="96011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0">
                <a:solidFill>
                  <a:srgbClr val="F2F0F4"/>
                </a:solidFill>
                <a:latin typeface="Verdana"/>
                <a:cs typeface="Verdana"/>
              </a:rPr>
              <a:t>Conectividad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990"/>
              </a:spcBef>
            </a:pP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Amplia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gama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pue</a:t>
            </a:r>
            <a:r>
              <a:rPr dirty="0" sz="135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conec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oíes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incluyendo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Etheínet,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15">
                <a:solidFill>
                  <a:srgbClr val="DCD7E5"/>
                </a:solidFill>
                <a:latin typeface="Lucida Sans Unicode"/>
                <a:cs typeface="Lucida Sans Unicode"/>
              </a:rPr>
              <a:t>USB 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HDMI.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375" y="3311525"/>
            <a:ext cx="512445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0">
                <a:solidFill>
                  <a:srgbClr val="F2F0F4"/>
                </a:solidFill>
                <a:latin typeface="Verdana"/>
                <a:cs typeface="Verdana"/>
              </a:rPr>
              <a:t>De</a:t>
            </a:r>
            <a:r>
              <a:rPr dirty="0" sz="3350" spc="5">
                <a:solidFill>
                  <a:srgbClr val="F2F0F4"/>
                </a:solidFill>
                <a:latin typeface="Verdana"/>
                <a:cs typeface="Verdana"/>
              </a:rPr>
              <a:t>s</a:t>
            </a:r>
            <a:r>
              <a:rPr dirty="0" sz="3350" spc="-210">
                <a:solidFill>
                  <a:srgbClr val="F2F0F4"/>
                </a:solidFill>
                <a:latin typeface="Verdana"/>
                <a:cs typeface="Verdana"/>
              </a:rPr>
              <a:t>v</a:t>
            </a:r>
            <a:r>
              <a:rPr dirty="0" sz="3350" spc="-20">
                <a:solidFill>
                  <a:srgbClr val="F2F0F4"/>
                </a:solidFill>
                <a:latin typeface="Verdana"/>
                <a:cs typeface="Verdana"/>
              </a:rPr>
              <a:t>entajas</a:t>
            </a:r>
            <a:r>
              <a:rPr dirty="0" sz="3350" spc="-29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3350" spc="120">
                <a:solidFill>
                  <a:srgbClr val="F2F0F4"/>
                </a:solidFill>
                <a:latin typeface="Verdana"/>
                <a:cs typeface="Verdana"/>
              </a:rPr>
              <a:t>de</a:t>
            </a:r>
            <a:r>
              <a:rPr dirty="0" sz="3350" spc="-295">
                <a:solidFill>
                  <a:srgbClr val="F2F0F4"/>
                </a:solidFill>
                <a:latin typeface="Verdana"/>
                <a:cs typeface="Verdana"/>
              </a:rPr>
              <a:t> </a:t>
            </a:r>
            <a:r>
              <a:rPr dirty="0" sz="3350" spc="30">
                <a:solidFill>
                  <a:srgbClr val="F2F0F4"/>
                </a:solidFill>
                <a:latin typeface="Verdana"/>
                <a:cs typeface="Verdana"/>
              </a:rPr>
              <a:t>A</a:t>
            </a:r>
            <a:r>
              <a:rPr dirty="0" sz="3350" spc="-25">
                <a:solidFill>
                  <a:srgbClr val="F2F0F4"/>
                </a:solidFill>
                <a:latin typeface="Verdana"/>
                <a:cs typeface="Verdana"/>
              </a:rPr>
              <a:t>r</a:t>
            </a:r>
            <a:r>
              <a:rPr dirty="0" sz="3350" spc="114">
                <a:solidFill>
                  <a:srgbClr val="F2F0F4"/>
                </a:solidFill>
                <a:latin typeface="Verdana"/>
                <a:cs typeface="Verdana"/>
              </a:rPr>
              <a:t>duino</a:t>
            </a:r>
            <a:endParaRPr sz="3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5" y="4324350"/>
            <a:ext cx="390525" cy="381000"/>
            <a:chOff x="600075" y="4324350"/>
            <a:chExt cx="390525" cy="381000"/>
          </a:xfrm>
        </p:grpSpPr>
        <p:sp>
          <p:nvSpPr>
            <p:cNvPr id="5" name="object 5"/>
            <p:cNvSpPr/>
            <p:nvPr/>
          </p:nvSpPr>
          <p:spPr>
            <a:xfrm>
              <a:off x="604837" y="4329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33082" y="0"/>
                  </a:moveTo>
                  <a:lnTo>
                    <a:pt x="47917" y="0"/>
                  </a:lnTo>
                  <a:lnTo>
                    <a:pt x="40873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323557"/>
                  </a:lnTo>
                  <a:lnTo>
                    <a:pt x="21361" y="360476"/>
                  </a:lnTo>
                  <a:lnTo>
                    <a:pt x="47917" y="371474"/>
                  </a:lnTo>
                  <a:lnTo>
                    <a:pt x="333082" y="371474"/>
                  </a:lnTo>
                  <a:lnTo>
                    <a:pt x="370001" y="350113"/>
                  </a:lnTo>
                  <a:lnTo>
                    <a:pt x="380999" y="323557"/>
                  </a:lnTo>
                  <a:lnTo>
                    <a:pt x="380999" y="47917"/>
                  </a:lnTo>
                  <a:lnTo>
                    <a:pt x="359638" y="10998"/>
                  </a:lnTo>
                  <a:lnTo>
                    <a:pt x="33308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00" y="4333874"/>
              <a:ext cx="371474" cy="3619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4837" y="4329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71688" y="346913"/>
                  </a:lnTo>
                  <a:lnTo>
                    <a:pt x="369674" y="349935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13"/>
                  </a:lnTo>
                  <a:lnTo>
                    <a:pt x="7292" y="343903"/>
                  </a:lnTo>
                  <a:lnTo>
                    <a:pt x="5590" y="340728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33822" y="4340225"/>
            <a:ext cx="1187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45">
                <a:solidFill>
                  <a:srgbClr val="DCD7E5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4588" y="4306887"/>
            <a:ext cx="447357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0">
                <a:solidFill>
                  <a:srgbClr val="DCD7E5"/>
                </a:solidFill>
                <a:latin typeface="Verdana"/>
                <a:cs typeface="Verdana"/>
              </a:rPr>
              <a:t>Limitaciones</a:t>
            </a:r>
            <a:r>
              <a:rPr dirty="0" sz="1650" spc="-140">
                <a:solidFill>
                  <a:srgbClr val="DCD7E5"/>
                </a:solidFill>
                <a:latin typeface="Verdana"/>
                <a:cs typeface="Verdana"/>
              </a:rPr>
              <a:t> </a:t>
            </a:r>
            <a:r>
              <a:rPr dirty="0" sz="1650" spc="75">
                <a:solidFill>
                  <a:srgbClr val="DCD7E5"/>
                </a:solidFill>
                <a:latin typeface="Verdana"/>
                <a:cs typeface="Verdana"/>
              </a:rPr>
              <a:t>de</a:t>
            </a:r>
            <a:r>
              <a:rPr dirty="0" sz="1650" spc="-140">
                <a:solidFill>
                  <a:srgbClr val="DCD7E5"/>
                </a:solidFill>
                <a:latin typeface="Verdana"/>
                <a:cs typeface="Verdana"/>
              </a:rPr>
              <a:t> </a:t>
            </a:r>
            <a:r>
              <a:rPr dirty="0" sz="1650" spc="40">
                <a:solidFill>
                  <a:srgbClr val="DCD7E5"/>
                </a:solidFill>
                <a:latin typeface="Verdana"/>
                <a:cs typeface="Verdana"/>
              </a:rPr>
              <a:t>procesamiento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Micíocontíoladoíes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con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capacidades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de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cálculo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memoíia </a:t>
            </a:r>
            <a:r>
              <a:rPr dirty="0" sz="1350" spc="-41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más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modestas.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00725" y="4324350"/>
            <a:ext cx="390525" cy="381000"/>
            <a:chOff x="5800725" y="4324350"/>
            <a:chExt cx="390525" cy="381000"/>
          </a:xfrm>
        </p:grpSpPr>
        <p:sp>
          <p:nvSpPr>
            <p:cNvPr id="11" name="object 11"/>
            <p:cNvSpPr/>
            <p:nvPr/>
          </p:nvSpPr>
          <p:spPr>
            <a:xfrm>
              <a:off x="5805487" y="4329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3308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323557"/>
                  </a:lnTo>
                  <a:lnTo>
                    <a:pt x="21361" y="360476"/>
                  </a:lnTo>
                  <a:lnTo>
                    <a:pt x="47917" y="371474"/>
                  </a:lnTo>
                  <a:lnTo>
                    <a:pt x="333082" y="371474"/>
                  </a:lnTo>
                  <a:lnTo>
                    <a:pt x="370001" y="350113"/>
                  </a:lnTo>
                  <a:lnTo>
                    <a:pt x="380999" y="323557"/>
                  </a:lnTo>
                  <a:lnTo>
                    <a:pt x="380999" y="47917"/>
                  </a:lnTo>
                  <a:lnTo>
                    <a:pt x="359638" y="10998"/>
                  </a:lnTo>
                  <a:lnTo>
                    <a:pt x="33308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50" y="4333874"/>
              <a:ext cx="371468" cy="3619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05487" y="43291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37452" y="281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5588" y="340728"/>
                  </a:lnTo>
                  <a:lnTo>
                    <a:pt x="4203" y="337375"/>
                  </a:lnTo>
                  <a:lnTo>
                    <a:pt x="2819" y="334022"/>
                  </a:lnTo>
                  <a:lnTo>
                    <a:pt x="1765" y="330568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907836" y="434022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25">
                <a:solidFill>
                  <a:srgbClr val="DCD7E5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45242" y="4306887"/>
            <a:ext cx="428307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>
                <a:solidFill>
                  <a:srgbClr val="DCD7E5"/>
                </a:solidFill>
                <a:latin typeface="Verdana"/>
                <a:cs typeface="Verdana"/>
              </a:rPr>
              <a:t>Memo</a:t>
            </a:r>
            <a:r>
              <a:rPr dirty="0" sz="1650" spc="40">
                <a:solidFill>
                  <a:srgbClr val="DCD7E5"/>
                </a:solidFill>
                <a:latin typeface="Verdana"/>
                <a:cs typeface="Verdana"/>
              </a:rPr>
              <a:t>r</a:t>
            </a:r>
            <a:r>
              <a:rPr dirty="0" sz="1650">
                <a:solidFill>
                  <a:srgbClr val="DCD7E5"/>
                </a:solidFill>
                <a:latin typeface="Verdana"/>
                <a:cs typeface="Verdana"/>
              </a:rPr>
              <a:t>ia</a:t>
            </a:r>
            <a:r>
              <a:rPr dirty="0" sz="1650" spc="-140">
                <a:solidFill>
                  <a:srgbClr val="DCD7E5"/>
                </a:solidFill>
                <a:latin typeface="Verdana"/>
                <a:cs typeface="Verdana"/>
              </a:rPr>
              <a:t> </a:t>
            </a:r>
            <a:r>
              <a:rPr dirty="0" sz="1650" spc="40">
                <a:solidFill>
                  <a:srgbClr val="DCD7E5"/>
                </a:solidFill>
                <a:latin typeface="Verdana"/>
                <a:cs typeface="Verdana"/>
              </a:rPr>
              <a:t>limitada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Menos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memoíia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RAM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espacio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de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almacenamiento</a:t>
            </a:r>
            <a:r>
              <a:rPr dirty="0" sz="1350" spc="-9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0">
                <a:solidFill>
                  <a:srgbClr val="DCD7E5"/>
                </a:solidFill>
                <a:latin typeface="Lucida Sans Unicode"/>
                <a:cs typeface="Lucida Sans Unicode"/>
              </a:rPr>
              <a:t>que </a:t>
            </a:r>
            <a:r>
              <a:rPr dirty="0" sz="1350" spc="-415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Raspbeííy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Pi.</a:t>
            </a:r>
            <a:endParaRPr sz="1350">
              <a:latin typeface="Lucida Sans Unicode"/>
              <a:cs typeface="Lucida Sans Unicode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616075"/>
            <a:ext cx="558736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50"/>
              <a:t>De</a:t>
            </a:r>
            <a:r>
              <a:rPr dirty="0" spc="5"/>
              <a:t>s</a:t>
            </a:r>
            <a:r>
              <a:rPr dirty="0" spc="-210"/>
              <a:t>v</a:t>
            </a:r>
            <a:r>
              <a:rPr dirty="0" spc="-20"/>
              <a:t>entajas</a:t>
            </a:r>
            <a:r>
              <a:rPr dirty="0" spc="-295"/>
              <a:t> </a:t>
            </a:r>
            <a:r>
              <a:rPr dirty="0" spc="120"/>
              <a:t>de</a:t>
            </a:r>
            <a:r>
              <a:rPr dirty="0" spc="-295"/>
              <a:t> </a:t>
            </a:r>
            <a:r>
              <a:rPr dirty="0" spc="90"/>
              <a:t>R</a:t>
            </a:r>
            <a:r>
              <a:rPr dirty="0" spc="40"/>
              <a:t>aspbe</a:t>
            </a:r>
            <a:r>
              <a:rPr dirty="0"/>
              <a:t>r</a:t>
            </a:r>
            <a:r>
              <a:rPr dirty="0" spc="-30"/>
              <a:t>r</a:t>
            </a:r>
            <a:r>
              <a:rPr dirty="0" spc="-114"/>
              <a:t>y  </a:t>
            </a:r>
            <a:r>
              <a:rPr dirty="0" spc="195"/>
              <a:t>Pi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0075" y="2971799"/>
            <a:ext cx="2886075" cy="1828800"/>
            <a:chOff x="600075" y="2971799"/>
            <a:chExt cx="2886075" cy="1828800"/>
          </a:xfrm>
        </p:grpSpPr>
        <p:sp>
          <p:nvSpPr>
            <p:cNvPr id="7" name="object 7"/>
            <p:cNvSpPr/>
            <p:nvPr/>
          </p:nvSpPr>
          <p:spPr>
            <a:xfrm>
              <a:off x="604837" y="2976562"/>
              <a:ext cx="2876550" cy="1819275"/>
            </a:xfrm>
            <a:custGeom>
              <a:avLst/>
              <a:gdLst/>
              <a:ahLst/>
              <a:cxnLst/>
              <a:rect l="l" t="t" r="r" b="b"/>
              <a:pathLst>
                <a:path w="2876550" h="1819275">
                  <a:moveTo>
                    <a:pt x="2828632" y="0"/>
                  </a:moveTo>
                  <a:lnTo>
                    <a:pt x="47917" y="0"/>
                  </a:lnTo>
                  <a:lnTo>
                    <a:pt x="40873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1771357"/>
                  </a:lnTo>
                  <a:lnTo>
                    <a:pt x="21361" y="1808276"/>
                  </a:lnTo>
                  <a:lnTo>
                    <a:pt x="47917" y="1819274"/>
                  </a:lnTo>
                  <a:lnTo>
                    <a:pt x="2828632" y="1819274"/>
                  </a:lnTo>
                  <a:lnTo>
                    <a:pt x="2865551" y="1797913"/>
                  </a:lnTo>
                  <a:lnTo>
                    <a:pt x="2876549" y="1771357"/>
                  </a:lnTo>
                  <a:lnTo>
                    <a:pt x="2876549" y="47917"/>
                  </a:lnTo>
                  <a:lnTo>
                    <a:pt x="2855188" y="10998"/>
                  </a:lnTo>
                  <a:lnTo>
                    <a:pt x="282863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2981324"/>
              <a:ext cx="2867022" cy="18097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04837" y="2976562"/>
              <a:ext cx="2876550" cy="1819275"/>
            </a:xfrm>
            <a:custGeom>
              <a:avLst/>
              <a:gdLst/>
              <a:ahLst/>
              <a:cxnLst/>
              <a:rect l="l" t="t" r="r" b="b"/>
              <a:pathLst>
                <a:path w="2876550" h="1819275">
                  <a:moveTo>
                    <a:pt x="0" y="17640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72346" y="34099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764030"/>
                  </a:lnTo>
                  <a:lnTo>
                    <a:pt x="2876550" y="1767662"/>
                  </a:lnTo>
                  <a:lnTo>
                    <a:pt x="2876194" y="1771243"/>
                  </a:lnTo>
                  <a:lnTo>
                    <a:pt x="2875483" y="1774812"/>
                  </a:lnTo>
                  <a:lnTo>
                    <a:pt x="2874784" y="1778368"/>
                  </a:lnTo>
                  <a:lnTo>
                    <a:pt x="2852000" y="1809965"/>
                  </a:lnTo>
                  <a:lnTo>
                    <a:pt x="2832074" y="1818208"/>
                  </a:lnTo>
                  <a:lnTo>
                    <a:pt x="2828518" y="1818919"/>
                  </a:lnTo>
                  <a:lnTo>
                    <a:pt x="2824937" y="1819275"/>
                  </a:lnTo>
                  <a:lnTo>
                    <a:pt x="2821305" y="1819275"/>
                  </a:lnTo>
                  <a:lnTo>
                    <a:pt x="55245" y="1819275"/>
                  </a:lnTo>
                  <a:lnTo>
                    <a:pt x="51619" y="1819275"/>
                  </a:lnTo>
                  <a:lnTo>
                    <a:pt x="48026" y="1818919"/>
                  </a:lnTo>
                  <a:lnTo>
                    <a:pt x="44465" y="1818208"/>
                  </a:lnTo>
                  <a:lnTo>
                    <a:pt x="40907" y="1817509"/>
                  </a:lnTo>
                  <a:lnTo>
                    <a:pt x="9311" y="1794713"/>
                  </a:lnTo>
                  <a:lnTo>
                    <a:pt x="7292" y="1791703"/>
                  </a:lnTo>
                  <a:lnTo>
                    <a:pt x="5590" y="1788528"/>
                  </a:lnTo>
                  <a:lnTo>
                    <a:pt x="4207" y="1785175"/>
                  </a:lnTo>
                  <a:lnTo>
                    <a:pt x="2818" y="1781822"/>
                  </a:lnTo>
                  <a:lnTo>
                    <a:pt x="1771" y="1778368"/>
                  </a:lnTo>
                  <a:lnTo>
                    <a:pt x="1061" y="1774812"/>
                  </a:lnTo>
                  <a:lnTo>
                    <a:pt x="351" y="1771243"/>
                  </a:lnTo>
                  <a:lnTo>
                    <a:pt x="0" y="1767662"/>
                  </a:lnTo>
                  <a:lnTo>
                    <a:pt x="0" y="1764030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68350" y="3135312"/>
            <a:ext cx="2321560" cy="11601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30">
                <a:solidFill>
                  <a:srgbClr val="DCD7E5"/>
                </a:solidFill>
                <a:latin typeface="Verdana"/>
                <a:cs typeface="Verdana"/>
              </a:rPr>
              <a:t>M</a:t>
            </a:r>
            <a:r>
              <a:rPr dirty="0" sz="1650" spc="70">
                <a:solidFill>
                  <a:srgbClr val="DCD7E5"/>
                </a:solidFill>
                <a:latin typeface="Verdana"/>
                <a:cs typeface="Verdana"/>
              </a:rPr>
              <a:t>a</a:t>
            </a:r>
            <a:r>
              <a:rPr dirty="0" sz="1650" spc="-95">
                <a:solidFill>
                  <a:srgbClr val="DCD7E5"/>
                </a:solidFill>
                <a:latin typeface="Verdana"/>
                <a:cs typeface="Verdana"/>
              </a:rPr>
              <a:t>y</a:t>
            </a:r>
            <a:r>
              <a:rPr dirty="0" sz="1650" spc="10">
                <a:solidFill>
                  <a:srgbClr val="DCD7E5"/>
                </a:solidFill>
                <a:latin typeface="Verdana"/>
                <a:cs typeface="Verdana"/>
              </a:rPr>
              <a:t>or</a:t>
            </a:r>
            <a:r>
              <a:rPr dirty="0" sz="1650" spc="-140">
                <a:solidFill>
                  <a:srgbClr val="DCD7E5"/>
                </a:solidFill>
                <a:latin typeface="Verdana"/>
                <a:cs typeface="Verdana"/>
              </a:rPr>
              <a:t> </a:t>
            </a:r>
            <a:r>
              <a:rPr dirty="0" sz="1650" spc="70">
                <a:solidFill>
                  <a:srgbClr val="DCD7E5"/>
                </a:solidFill>
                <a:latin typeface="Verdana"/>
                <a:cs typeface="Verdana"/>
              </a:rPr>
              <a:t>c</a:t>
            </a:r>
            <a:r>
              <a:rPr dirty="0" sz="1650" spc="50">
                <a:solidFill>
                  <a:srgbClr val="DCD7E5"/>
                </a:solidFill>
                <a:latin typeface="Verdana"/>
                <a:cs typeface="Verdana"/>
              </a:rPr>
              <a:t>omplejidad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505"/>
              </a:spcBef>
            </a:pP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Requieíe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85">
                <a:solidFill>
                  <a:srgbClr val="DCD7E5"/>
                </a:solidFill>
                <a:latin typeface="Lucida Sans Unicode"/>
                <a:cs typeface="Lucida Sans Unicode"/>
              </a:rPr>
              <a:t>d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un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mayoí 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conocimien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t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técnic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pa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su  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configu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ación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p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og</a:t>
            </a:r>
            <a:r>
              <a:rPr dirty="0" sz="1350" spc="-45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amación.</a:t>
            </a:r>
            <a:endParaRPr sz="13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57600" y="2971799"/>
            <a:ext cx="2886075" cy="1828800"/>
            <a:chOff x="3657600" y="2971799"/>
            <a:chExt cx="2886075" cy="1828800"/>
          </a:xfrm>
        </p:grpSpPr>
        <p:sp>
          <p:nvSpPr>
            <p:cNvPr id="12" name="object 12"/>
            <p:cNvSpPr/>
            <p:nvPr/>
          </p:nvSpPr>
          <p:spPr>
            <a:xfrm>
              <a:off x="3662362" y="2976562"/>
              <a:ext cx="2876550" cy="1819275"/>
            </a:xfrm>
            <a:custGeom>
              <a:avLst/>
              <a:gdLst/>
              <a:ahLst/>
              <a:cxnLst/>
              <a:rect l="l" t="t" r="r" b="b"/>
              <a:pathLst>
                <a:path w="2876550" h="1819275">
                  <a:moveTo>
                    <a:pt x="282863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1771357"/>
                  </a:lnTo>
                  <a:lnTo>
                    <a:pt x="21361" y="1808276"/>
                  </a:lnTo>
                  <a:lnTo>
                    <a:pt x="47917" y="1819274"/>
                  </a:lnTo>
                  <a:lnTo>
                    <a:pt x="2828632" y="1819274"/>
                  </a:lnTo>
                  <a:lnTo>
                    <a:pt x="2865551" y="1797913"/>
                  </a:lnTo>
                  <a:lnTo>
                    <a:pt x="2876549" y="1771357"/>
                  </a:lnTo>
                  <a:lnTo>
                    <a:pt x="2876549" y="47917"/>
                  </a:lnTo>
                  <a:lnTo>
                    <a:pt x="2855188" y="10998"/>
                  </a:lnTo>
                  <a:lnTo>
                    <a:pt x="2828632" y="0"/>
                  </a:lnTo>
                  <a:close/>
                </a:path>
              </a:pathLst>
            </a:custGeom>
            <a:solidFill>
              <a:srgbClr val="3012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67125" y="2981324"/>
              <a:ext cx="2867024" cy="18097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62362" y="2976562"/>
              <a:ext cx="2876550" cy="1819275"/>
            </a:xfrm>
            <a:custGeom>
              <a:avLst/>
              <a:gdLst/>
              <a:ahLst/>
              <a:cxnLst/>
              <a:rect l="l" t="t" r="r" b="b"/>
              <a:pathLst>
                <a:path w="2876550" h="1819275">
                  <a:moveTo>
                    <a:pt x="0" y="17640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2821305" y="0"/>
                  </a:lnTo>
                  <a:lnTo>
                    <a:pt x="2824937" y="0"/>
                  </a:lnTo>
                  <a:lnTo>
                    <a:pt x="2828518" y="355"/>
                  </a:lnTo>
                  <a:lnTo>
                    <a:pt x="2832074" y="1066"/>
                  </a:lnTo>
                  <a:lnTo>
                    <a:pt x="2835643" y="1765"/>
                  </a:lnTo>
                  <a:lnTo>
                    <a:pt x="2839097" y="2819"/>
                  </a:lnTo>
                  <a:lnTo>
                    <a:pt x="2842437" y="4203"/>
                  </a:lnTo>
                  <a:lnTo>
                    <a:pt x="2845803" y="5588"/>
                  </a:lnTo>
                  <a:lnTo>
                    <a:pt x="2860370" y="16179"/>
                  </a:lnTo>
                  <a:lnTo>
                    <a:pt x="2862935" y="18745"/>
                  </a:lnTo>
                  <a:lnTo>
                    <a:pt x="2875483" y="44462"/>
                  </a:lnTo>
                  <a:lnTo>
                    <a:pt x="2876194" y="48018"/>
                  </a:lnTo>
                  <a:lnTo>
                    <a:pt x="2876550" y="51612"/>
                  </a:lnTo>
                  <a:lnTo>
                    <a:pt x="2876550" y="55245"/>
                  </a:lnTo>
                  <a:lnTo>
                    <a:pt x="2876550" y="1764030"/>
                  </a:lnTo>
                  <a:lnTo>
                    <a:pt x="2876550" y="1767662"/>
                  </a:lnTo>
                  <a:lnTo>
                    <a:pt x="2876194" y="1771243"/>
                  </a:lnTo>
                  <a:lnTo>
                    <a:pt x="2875483" y="1774812"/>
                  </a:lnTo>
                  <a:lnTo>
                    <a:pt x="2874784" y="1778368"/>
                  </a:lnTo>
                  <a:lnTo>
                    <a:pt x="2860370" y="1803095"/>
                  </a:lnTo>
                  <a:lnTo>
                    <a:pt x="2857804" y="1805660"/>
                  </a:lnTo>
                  <a:lnTo>
                    <a:pt x="2832074" y="1818208"/>
                  </a:lnTo>
                  <a:lnTo>
                    <a:pt x="2828518" y="1818919"/>
                  </a:lnTo>
                  <a:lnTo>
                    <a:pt x="2824937" y="1819275"/>
                  </a:lnTo>
                  <a:lnTo>
                    <a:pt x="2821305" y="1819275"/>
                  </a:lnTo>
                  <a:lnTo>
                    <a:pt x="55245" y="1819275"/>
                  </a:lnTo>
                  <a:lnTo>
                    <a:pt x="51612" y="1819275"/>
                  </a:lnTo>
                  <a:lnTo>
                    <a:pt x="48018" y="1818919"/>
                  </a:lnTo>
                  <a:lnTo>
                    <a:pt x="44462" y="1818208"/>
                  </a:lnTo>
                  <a:lnTo>
                    <a:pt x="40906" y="1817509"/>
                  </a:lnTo>
                  <a:lnTo>
                    <a:pt x="9309" y="1794713"/>
                  </a:lnTo>
                  <a:lnTo>
                    <a:pt x="7289" y="1791703"/>
                  </a:lnTo>
                  <a:lnTo>
                    <a:pt x="1066" y="1774812"/>
                  </a:lnTo>
                  <a:lnTo>
                    <a:pt x="355" y="1771243"/>
                  </a:lnTo>
                  <a:lnTo>
                    <a:pt x="0" y="1767662"/>
                  </a:lnTo>
                  <a:lnTo>
                    <a:pt x="0" y="1764030"/>
                  </a:lnTo>
                  <a:close/>
                </a:path>
              </a:pathLst>
            </a:custGeom>
            <a:ln w="9525">
              <a:solidFill>
                <a:srgbClr val="4A2C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825875" y="3135312"/>
            <a:ext cx="2331720" cy="14363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0">
                <a:solidFill>
                  <a:srgbClr val="DCD7E5"/>
                </a:solidFill>
                <a:latin typeface="Verdana"/>
                <a:cs typeface="Verdana"/>
              </a:rPr>
              <a:t>C</a:t>
            </a:r>
            <a:r>
              <a:rPr dirty="0" sz="1650" spc="20">
                <a:solidFill>
                  <a:srgbClr val="DCD7E5"/>
                </a:solidFill>
                <a:latin typeface="Verdana"/>
                <a:cs typeface="Verdana"/>
              </a:rPr>
              <a:t>os</a:t>
            </a:r>
            <a:r>
              <a:rPr dirty="0" sz="1650" spc="-25">
                <a:solidFill>
                  <a:srgbClr val="DCD7E5"/>
                </a:solidFill>
                <a:latin typeface="Verdana"/>
                <a:cs typeface="Verdana"/>
              </a:rPr>
              <a:t>t</a:t>
            </a:r>
            <a:r>
              <a:rPr dirty="0" sz="1650" spc="55">
                <a:solidFill>
                  <a:srgbClr val="DCD7E5"/>
                </a:solidFill>
                <a:latin typeface="Verdana"/>
                <a:cs typeface="Verdana"/>
              </a:rPr>
              <a:t>o</a:t>
            </a:r>
            <a:r>
              <a:rPr dirty="0" sz="1650" spc="-140">
                <a:solidFill>
                  <a:srgbClr val="DCD7E5"/>
                </a:solidFill>
                <a:latin typeface="Verdana"/>
                <a:cs typeface="Verdana"/>
              </a:rPr>
              <a:t> </a:t>
            </a:r>
            <a:r>
              <a:rPr dirty="0" sz="1650" spc="50">
                <a:solidFill>
                  <a:srgbClr val="DCD7E5"/>
                </a:solidFill>
                <a:latin typeface="Verdana"/>
                <a:cs typeface="Verdana"/>
              </a:rPr>
              <a:t>más</a:t>
            </a:r>
            <a:r>
              <a:rPr dirty="0" sz="1650" spc="-140">
                <a:solidFill>
                  <a:srgbClr val="DCD7E5"/>
                </a:solidFill>
                <a:latin typeface="Verdana"/>
                <a:cs typeface="Verdana"/>
              </a:rPr>
              <a:t> </a:t>
            </a:r>
            <a:r>
              <a:rPr dirty="0" sz="1650" spc="20">
                <a:solidFill>
                  <a:srgbClr val="DCD7E5"/>
                </a:solidFill>
                <a:latin typeface="Verdana"/>
                <a:cs typeface="Verdana"/>
              </a:rPr>
              <a:t>el</a:t>
            </a:r>
            <a:r>
              <a:rPr dirty="0" sz="1650" spc="10">
                <a:solidFill>
                  <a:srgbClr val="DCD7E5"/>
                </a:solidFill>
                <a:latin typeface="Verdana"/>
                <a:cs typeface="Verdana"/>
              </a:rPr>
              <a:t>e</a:t>
            </a:r>
            <a:r>
              <a:rPr dirty="0" sz="1650" spc="-95">
                <a:solidFill>
                  <a:srgbClr val="DCD7E5"/>
                </a:solidFill>
                <a:latin typeface="Verdana"/>
                <a:cs typeface="Verdana"/>
              </a:rPr>
              <a:t>v</a:t>
            </a:r>
            <a:r>
              <a:rPr dirty="0" sz="1650" spc="55">
                <a:solidFill>
                  <a:srgbClr val="DCD7E5"/>
                </a:solidFill>
                <a:latin typeface="Verdana"/>
                <a:cs typeface="Verdana"/>
              </a:rPr>
              <a:t>ado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2700"/>
              </a:lnSpc>
              <a:spcBef>
                <a:spcPts val="490"/>
              </a:spcBef>
            </a:pPr>
            <a:r>
              <a:rPr dirty="0" sz="1350" spc="-35">
                <a:solidFill>
                  <a:srgbClr val="DCD7E5"/>
                </a:solidFill>
                <a:latin typeface="Lucida Sans Unicode"/>
                <a:cs typeface="Lucida Sans Unicode"/>
              </a:rPr>
              <a:t>Lo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modelos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0">
                <a:solidFill>
                  <a:srgbClr val="DCD7E5"/>
                </a:solidFill>
                <a:latin typeface="Lucida Sans Unicode"/>
                <a:cs typeface="Lucida Sans Unicode"/>
              </a:rPr>
              <a:t>más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íeciente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65">
                <a:solidFill>
                  <a:srgbClr val="DCD7E5"/>
                </a:solidFill>
                <a:latin typeface="Lucida Sans Unicode"/>
                <a:cs typeface="Lucida Sans Unicode"/>
              </a:rPr>
              <a:t>de  </a:t>
            </a:r>
            <a:r>
              <a:rPr dirty="0" sz="1350" spc="-25">
                <a:solidFill>
                  <a:srgbClr val="DCD7E5"/>
                </a:solidFill>
                <a:latin typeface="Lucida Sans Unicode"/>
                <a:cs typeface="Lucida Sans Unicode"/>
              </a:rPr>
              <a:t>Raspbeííy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>
                <a:solidFill>
                  <a:srgbClr val="DCD7E5"/>
                </a:solidFill>
                <a:latin typeface="Lucida Sans Unicode"/>
                <a:cs typeface="Lucida Sans Unicode"/>
              </a:rPr>
              <a:t>P</a:t>
            </a:r>
            <a:r>
              <a:rPr dirty="0" sz="1350">
                <a:solidFill>
                  <a:srgbClr val="DCD7E5"/>
                </a:solidFill>
                <a:latin typeface="Lucida Sans Unicode"/>
                <a:cs typeface="Lucida Sans Unicode"/>
              </a:rPr>
              <a:t>i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>
                <a:solidFill>
                  <a:srgbClr val="DCD7E5"/>
                </a:solidFill>
                <a:latin typeface="Lucida Sans Unicode"/>
                <a:cs typeface="Lucida Sans Unicode"/>
              </a:rPr>
              <a:t>tiene</a:t>
            </a:r>
            <a:r>
              <a:rPr dirty="0" sz="1350" spc="-90">
                <a:solidFill>
                  <a:srgbClr val="DCD7E5"/>
                </a:solidFill>
                <a:latin typeface="Lucida Sans Unicode"/>
                <a:cs typeface="Lucida Sans Unicode"/>
              </a:rPr>
              <a:t>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un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píecio  </a:t>
            </a:r>
            <a:r>
              <a:rPr dirty="0" sz="1350" spc="-55">
                <a:solidFill>
                  <a:srgbClr val="DCD7E5"/>
                </a:solidFill>
                <a:latin typeface="Lucida Sans Unicode"/>
                <a:cs typeface="Lucida Sans Unicode"/>
              </a:rPr>
              <a:t>lige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60">
                <a:solidFill>
                  <a:srgbClr val="DCD7E5"/>
                </a:solidFill>
                <a:latin typeface="Lucida Sans Unicode"/>
                <a:cs typeface="Lucida Sans Unicode"/>
              </a:rPr>
              <a:t>amente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40">
                <a:solidFill>
                  <a:srgbClr val="DCD7E5"/>
                </a:solidFill>
                <a:latin typeface="Lucida Sans Unicode"/>
                <a:cs typeface="Lucida Sans Unicode"/>
              </a:rPr>
              <a:t>supeíio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í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20">
                <a:solidFill>
                  <a:srgbClr val="DCD7E5"/>
                </a:solidFill>
                <a:latin typeface="Lucida Sans Unicode"/>
                <a:cs typeface="Lucida Sans Unicode"/>
              </a:rPr>
              <a:t>a</a:t>
            </a:r>
            <a:r>
              <a:rPr dirty="0" sz="1350" spc="-100">
                <a:solidFill>
                  <a:srgbClr val="DCD7E5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50">
                <a:solidFill>
                  <a:srgbClr val="DCD7E5"/>
                </a:solidFill>
                <a:latin typeface="Lucida Sans Unicode"/>
                <a:cs typeface="Lucida Sans Unicode"/>
              </a:rPr>
              <a:t>los  </a:t>
            </a:r>
            <a:r>
              <a:rPr dirty="0" sz="1350" spc="-70">
                <a:solidFill>
                  <a:srgbClr val="DCD7E5"/>
                </a:solidFill>
                <a:latin typeface="Lucida Sans Unicode"/>
                <a:cs typeface="Lucida Sans Unicode"/>
              </a:rPr>
              <a:t>Aíduino.</a:t>
            </a:r>
            <a:endParaRPr sz="13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2024-11-05T06:35:19Z</dcterms:created>
  <dcterms:modified xsi:type="dcterms:W3CDTF">2024-11-05T06:35:19Z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