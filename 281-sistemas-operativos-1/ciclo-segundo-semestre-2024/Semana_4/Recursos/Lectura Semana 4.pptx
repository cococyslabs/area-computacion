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Montserrat"/>
      <p:regular r:id="rId15"/>
    </p:embeddedFont>
    <p:embeddedFont>
      <p:font typeface="Montserrat"/>
      <p:regular r:id="rId16"/>
    </p:embeddedFont>
    <p:embeddedFont>
      <p:font typeface="Montserrat"/>
      <p:regular r:id="rId17"/>
    </p:embeddedFont>
    <p:embeddedFont>
      <p:font typeface="Montserrat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185029" y="2406015"/>
            <a:ext cx="12260223" cy="1935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600"/>
              </a:lnSpc>
              <a:buNone/>
            </a:pPr>
            <a:r>
              <a:rPr lang="en-US" sz="6050" b="1" spc="-61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LECTURA SEMANA 4: Scripting en Bash</a:t>
            </a:r>
            <a:endParaRPr lang="en-US" sz="6050" dirty="0"/>
          </a:p>
        </p:txBody>
      </p:sp>
      <p:sp>
        <p:nvSpPr>
          <p:cNvPr id="5" name="Text 2"/>
          <p:cNvSpPr/>
          <p:nvPr/>
        </p:nvSpPr>
        <p:spPr>
          <a:xfrm>
            <a:off x="1185029" y="4712256"/>
            <a:ext cx="12260223" cy="1111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Esta lectura cubre temas avanzados de scripting en Bash, incluyendo funciones, arrays, manejo de argumentos, scripts de administración del sistema, automatización de tareas, programación con cron y mejores prácticas. Estos conceptos son fundamentales para desarrollar scripts eficientes y poderosos en entornos Unix/Linux.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5029" y="647819"/>
            <a:ext cx="4206478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100"/>
              </a:lnSpc>
              <a:buNone/>
            </a:pPr>
            <a:r>
              <a:rPr lang="en-US" sz="3300" b="1" spc="-33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Funciones en Bash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185029" y="1543764"/>
            <a:ext cx="12260223" cy="55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Las funciones en Bash nos permiten organizar el código en bloques reutilizables. Una función es un conjunto de comandos que ejecutamos cuando lo llamamos dentro de un script.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1185029" y="2307193"/>
            <a:ext cx="12260223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Sintaxis básica de una función: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85029" y="2792968"/>
            <a:ext cx="12260223" cy="1665684"/>
          </a:xfrm>
          <a:prstGeom prst="roundRect">
            <a:avLst>
              <a:gd name="adj" fmla="val 1667"/>
            </a:avLst>
          </a:prstGeom>
          <a:solidFill>
            <a:srgbClr val="262626"/>
          </a:solidFill>
          <a:ln/>
        </p:spPr>
      </p:sp>
      <p:sp>
        <p:nvSpPr>
          <p:cNvPr id="6" name="Shape 4"/>
          <p:cNvSpPr/>
          <p:nvPr/>
        </p:nvSpPr>
        <p:spPr>
          <a:xfrm>
            <a:off x="1175861" y="2792968"/>
            <a:ext cx="12278558" cy="1665684"/>
          </a:xfrm>
          <a:prstGeom prst="roundRect">
            <a:avLst>
              <a:gd name="adj" fmla="val 1667"/>
            </a:avLst>
          </a:prstGeom>
          <a:solidFill>
            <a:srgbClr val="262626"/>
          </a:solidFill>
          <a:ln/>
        </p:spPr>
      </p:sp>
      <p:sp>
        <p:nvSpPr>
          <p:cNvPr id="7" name="Text 5"/>
          <p:cNvSpPr/>
          <p:nvPr/>
        </p:nvSpPr>
        <p:spPr>
          <a:xfrm>
            <a:off x="1360884" y="2931676"/>
            <a:ext cx="11908512" cy="1388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E2E6E9"/>
                </a:solidFill>
                <a:highlight>
                  <a:srgbClr val="2626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nombre_funcion() {
# Comandos de la función
echo "Esta es una función"
}
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85029" y="4666774"/>
            <a:ext cx="12260223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Ejemplo práctico: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185029" y="5152549"/>
            <a:ext cx="12260223" cy="1943338"/>
          </a:xfrm>
          <a:prstGeom prst="roundRect">
            <a:avLst>
              <a:gd name="adj" fmla="val 1429"/>
            </a:avLst>
          </a:prstGeom>
          <a:solidFill>
            <a:srgbClr val="262626"/>
          </a:solidFill>
          <a:ln/>
        </p:spPr>
      </p:sp>
      <p:sp>
        <p:nvSpPr>
          <p:cNvPr id="10" name="Shape 8"/>
          <p:cNvSpPr/>
          <p:nvPr/>
        </p:nvSpPr>
        <p:spPr>
          <a:xfrm>
            <a:off x="1175861" y="5152549"/>
            <a:ext cx="12278558" cy="1943338"/>
          </a:xfrm>
          <a:prstGeom prst="roundRect">
            <a:avLst>
              <a:gd name="adj" fmla="val 1429"/>
            </a:avLst>
          </a:prstGeom>
          <a:solidFill>
            <a:srgbClr val="262626"/>
          </a:solidFill>
          <a:ln/>
        </p:spPr>
      </p:sp>
      <p:sp>
        <p:nvSpPr>
          <p:cNvPr id="11" name="Text 9"/>
          <p:cNvSpPr/>
          <p:nvPr/>
        </p:nvSpPr>
        <p:spPr>
          <a:xfrm>
            <a:off x="1360884" y="5291257"/>
            <a:ext cx="11908512" cy="1665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E2E6E9"/>
                </a:solidFill>
                <a:highlight>
                  <a:srgbClr val="2626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saludar() {
echo "Hola, $1"
}
saludar "estudiantes" # Llamada a la función con un argumento
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5029" y="7304008"/>
            <a:ext cx="12260223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Aquí, $1 representa el primer argumento que se pasa a la función. Las funciones son muy útiles para reducir el código duplicado y mejorar la claridad.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5029" y="625078"/>
            <a:ext cx="5166122" cy="645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050"/>
              </a:lnSpc>
              <a:buNone/>
            </a:pPr>
            <a:r>
              <a:rPr lang="en-US" sz="4050" b="1" spc="-41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Arrays en Bash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185029" y="1725335"/>
            <a:ext cx="12260223" cy="68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Los arrays en Bash permiten almacenar múltiples valores en una sola variable. Esto es útil para manejar listas de datos o ejecutar operaciones en conjunto.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185029" y="2662714"/>
            <a:ext cx="12260223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Ejemplo de declaración y uso de un array: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1185029" y="3259217"/>
            <a:ext cx="12260223" cy="3749516"/>
          </a:xfrm>
          <a:prstGeom prst="roundRect">
            <a:avLst>
              <a:gd name="adj" fmla="val 909"/>
            </a:avLst>
          </a:prstGeom>
          <a:solidFill>
            <a:srgbClr val="262626"/>
          </a:solidFill>
          <a:ln/>
        </p:spPr>
      </p:sp>
      <p:sp>
        <p:nvSpPr>
          <p:cNvPr id="6" name="Shape 4"/>
          <p:cNvSpPr/>
          <p:nvPr/>
        </p:nvSpPr>
        <p:spPr>
          <a:xfrm>
            <a:off x="1173718" y="3259217"/>
            <a:ext cx="12282845" cy="3749516"/>
          </a:xfrm>
          <a:prstGeom prst="roundRect">
            <a:avLst>
              <a:gd name="adj" fmla="val 909"/>
            </a:avLst>
          </a:prstGeom>
          <a:solidFill>
            <a:srgbClr val="262626"/>
          </a:solidFill>
          <a:ln/>
        </p:spPr>
      </p:sp>
      <p:sp>
        <p:nvSpPr>
          <p:cNvPr id="7" name="Text 5"/>
          <p:cNvSpPr/>
          <p:nvPr/>
        </p:nvSpPr>
        <p:spPr>
          <a:xfrm>
            <a:off x="1401008" y="3429595"/>
            <a:ext cx="11828264" cy="340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E2E6E9"/>
                </a:solidFill>
                <a:highlight>
                  <a:srgbClr val="2626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nombres=("Ana" "Juan" "Carlos")
# Acceder a un elemento
echo "${nombres[0]}" # Salida: Ana
# Recorrer el array
for nombre in "${nombres[@]}"; do
echo "Hola, $nombre"
done
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185029" y="7264360"/>
            <a:ext cx="12260223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Usar arrays facilita el manejo de grandes cantidades de datos en nuestros scripts.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5029" y="692944"/>
            <a:ext cx="7778591" cy="563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550" b="1" spc="-36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Manejo de argumentos en scripts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185029" y="1654016"/>
            <a:ext cx="12260223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Los scripts en Bash pueden recibir argumentos que se pasan al momento de ejecutarse. Estos argumentos son útiles para hacer scripts más flexibles.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185029" y="2175272"/>
            <a:ext cx="12260223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Ejemplo práctico: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1185029" y="2696527"/>
            <a:ext cx="12260223" cy="2085023"/>
          </a:xfrm>
          <a:prstGeom prst="roundRect">
            <a:avLst>
              <a:gd name="adj" fmla="val 1428"/>
            </a:avLst>
          </a:prstGeom>
          <a:solidFill>
            <a:srgbClr val="262626"/>
          </a:solidFill>
          <a:ln/>
        </p:spPr>
      </p:sp>
      <p:sp>
        <p:nvSpPr>
          <p:cNvPr id="6" name="Shape 4"/>
          <p:cNvSpPr/>
          <p:nvPr/>
        </p:nvSpPr>
        <p:spPr>
          <a:xfrm>
            <a:off x="1175147" y="2696527"/>
            <a:ext cx="12279987" cy="2085023"/>
          </a:xfrm>
          <a:prstGeom prst="roundRect">
            <a:avLst>
              <a:gd name="adj" fmla="val 1428"/>
            </a:avLst>
          </a:prstGeom>
          <a:solidFill>
            <a:srgbClr val="262626"/>
          </a:solidFill>
          <a:ln/>
        </p:spPr>
      </p:sp>
      <p:sp>
        <p:nvSpPr>
          <p:cNvPr id="7" name="Text 5"/>
          <p:cNvSpPr/>
          <p:nvPr/>
        </p:nvSpPr>
        <p:spPr>
          <a:xfrm>
            <a:off x="1373624" y="2845356"/>
            <a:ext cx="11883033" cy="1787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highlight>
                  <a:srgbClr val="2626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
echo "Primer argumento: $1"
echo "Segundo argumento: $2"
echo "Todos los argumentos: $@"
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185029" y="5004911"/>
            <a:ext cx="12260223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 ejecutamos el script con ./script.sh Linux Bash, la salida será: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1185029" y="5526167"/>
            <a:ext cx="12260223" cy="1489234"/>
          </a:xfrm>
          <a:prstGeom prst="roundRect">
            <a:avLst>
              <a:gd name="adj" fmla="val 2000"/>
            </a:avLst>
          </a:prstGeom>
          <a:solidFill>
            <a:srgbClr val="262626"/>
          </a:solidFill>
          <a:ln/>
        </p:spPr>
      </p:sp>
      <p:sp>
        <p:nvSpPr>
          <p:cNvPr id="10" name="Shape 8"/>
          <p:cNvSpPr/>
          <p:nvPr/>
        </p:nvSpPr>
        <p:spPr>
          <a:xfrm>
            <a:off x="1175147" y="5526167"/>
            <a:ext cx="12279987" cy="1489234"/>
          </a:xfrm>
          <a:prstGeom prst="roundRect">
            <a:avLst>
              <a:gd name="adj" fmla="val 2000"/>
            </a:avLst>
          </a:prstGeom>
          <a:solidFill>
            <a:srgbClr val="262626"/>
          </a:solidFill>
          <a:ln/>
        </p:spPr>
      </p:sp>
      <p:sp>
        <p:nvSpPr>
          <p:cNvPr id="11" name="Text 9"/>
          <p:cNvSpPr/>
          <p:nvPr/>
        </p:nvSpPr>
        <p:spPr>
          <a:xfrm>
            <a:off x="1373624" y="5674995"/>
            <a:ext cx="11883033" cy="119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highlight>
                  <a:srgbClr val="2626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Primer argumento: Linux
Segundo argumento: Bash
Todos los argumentos: Linux Bash
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185029" y="7238762"/>
            <a:ext cx="12260223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Los argumentos permiten que un script funcione con diferentes entradas, adaptándose a distintas situaciones.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1968" y="641985"/>
            <a:ext cx="7672864" cy="1194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700"/>
              </a:lnSpc>
              <a:buNone/>
            </a:pPr>
            <a:r>
              <a:rPr lang="en-US" sz="3750" b="1" spc="-38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Scripts para administración del sistema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221968" y="2151340"/>
            <a:ext cx="7672864" cy="630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Los scripts de administración de sistemas son ideales para monitorear y gestionar recursos del sistema, como el uso de CPU, espacio en disco y procesos en ejecución.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221968" y="3017996"/>
            <a:ext cx="7672864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Ejemplo: Verificar el espacio en disco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6221968" y="3569494"/>
            <a:ext cx="7672864" cy="3151465"/>
          </a:xfrm>
          <a:prstGeom prst="roundRect">
            <a:avLst>
              <a:gd name="adj" fmla="val 1000"/>
            </a:avLst>
          </a:prstGeom>
          <a:solidFill>
            <a:srgbClr val="262626"/>
          </a:solidFill>
          <a:ln/>
        </p:spPr>
      </p:sp>
      <p:sp>
        <p:nvSpPr>
          <p:cNvPr id="7" name="Shape 4"/>
          <p:cNvSpPr/>
          <p:nvPr/>
        </p:nvSpPr>
        <p:spPr>
          <a:xfrm>
            <a:off x="6211491" y="3569494"/>
            <a:ext cx="7693819" cy="3151465"/>
          </a:xfrm>
          <a:prstGeom prst="roundRect">
            <a:avLst>
              <a:gd name="adj" fmla="val 1000"/>
            </a:avLst>
          </a:prstGeom>
          <a:solidFill>
            <a:srgbClr val="262626"/>
          </a:solidFill>
          <a:ln/>
        </p:spPr>
      </p:sp>
      <p:sp>
        <p:nvSpPr>
          <p:cNvPr id="8" name="Text 5"/>
          <p:cNvSpPr/>
          <p:nvPr/>
        </p:nvSpPr>
        <p:spPr>
          <a:xfrm>
            <a:off x="6421636" y="3727013"/>
            <a:ext cx="7273528" cy="2836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E2E6E9"/>
                </a:solidFill>
                <a:highlight>
                  <a:srgbClr val="2626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
espacio=$(df / | tail -1 | awk '{print $5}' | sed 's/%//')
if [ $espacio -gt 80 ]; then
echo "Alerta: El espacio en disco supera el 80%."
else
echo "El espacio en disco está bajo control."
fi
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221968" y="6957298"/>
            <a:ext cx="7672864" cy="630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Este script verifica si el espacio en el disco principal supera el 80%, lo cual puede ser útil para anticiparse a problemas de almacenamiento.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7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0101" y="636508"/>
            <a:ext cx="7523798" cy="1314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00" b="1" spc="-41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Automatización de tareas con Bash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810101" y="2298621"/>
            <a:ext cx="7523798" cy="694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Bash permite crear scripts que automatizan tareas repetitivas, como respaldos, limpieza de archivos temporales y actualizaciones.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10101" y="3253383"/>
            <a:ext cx="7523798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Ejemplo: Respaldar archivos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10101" y="3860959"/>
            <a:ext cx="7523798" cy="2777490"/>
          </a:xfrm>
          <a:prstGeom prst="roundRect">
            <a:avLst>
              <a:gd name="adj" fmla="val 1250"/>
            </a:avLst>
          </a:prstGeom>
          <a:solidFill>
            <a:srgbClr val="262626"/>
          </a:solidFill>
          <a:ln/>
        </p:spPr>
      </p:sp>
      <p:sp>
        <p:nvSpPr>
          <p:cNvPr id="7" name="Shape 4"/>
          <p:cNvSpPr/>
          <p:nvPr/>
        </p:nvSpPr>
        <p:spPr>
          <a:xfrm>
            <a:off x="798552" y="3860959"/>
            <a:ext cx="7546896" cy="2777490"/>
          </a:xfrm>
          <a:prstGeom prst="roundRect">
            <a:avLst>
              <a:gd name="adj" fmla="val 1250"/>
            </a:avLst>
          </a:prstGeom>
          <a:solidFill>
            <a:srgbClr val="262626"/>
          </a:solidFill>
          <a:ln/>
        </p:spPr>
      </p:sp>
      <p:sp>
        <p:nvSpPr>
          <p:cNvPr id="8" name="Text 5"/>
          <p:cNvSpPr/>
          <p:nvPr/>
        </p:nvSpPr>
        <p:spPr>
          <a:xfrm>
            <a:off x="1030010" y="4034552"/>
            <a:ext cx="7083981" cy="2430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6E9"/>
                </a:solidFill>
                <a:highlight>
                  <a:srgbClr val="2626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
backup_dir="/backup/$(date +%Y-%m-%d)"
mkdir -p $backup_dir
cp /home/usuario/documentos/* $backup_dir
echo "Respaldo completado en $backup_dir"
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10101" y="6898838"/>
            <a:ext cx="7523798" cy="694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Este script crea una carpeta de respaldo con la fecha actual y copia archivos de una carpeta a esta ubicación.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5029" y="832366"/>
            <a:ext cx="9584531" cy="701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b="1" spc="-44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Programación de tareas con cron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185029" y="2027515"/>
            <a:ext cx="12260223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programador de tareas cron permite ejecutar scripts en intervalos regulares sin intervención manual.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185029" y="2675573"/>
            <a:ext cx="12260223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Ejemplo: Programar un script para ejecutarse cada día a las 3 AM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85029" y="3323630"/>
            <a:ext cx="12260223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Primero, abrimos el archivo crontab: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185029" y="3971687"/>
            <a:ext cx="12260223" cy="740688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/>
        </p:spPr>
      </p:sp>
      <p:sp>
        <p:nvSpPr>
          <p:cNvPr id="7" name="Shape 5"/>
          <p:cNvSpPr/>
          <p:nvPr/>
        </p:nvSpPr>
        <p:spPr>
          <a:xfrm>
            <a:off x="1172766" y="3971687"/>
            <a:ext cx="12284750" cy="740688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/>
        </p:spPr>
      </p:sp>
      <p:sp>
        <p:nvSpPr>
          <p:cNvPr id="8" name="Text 6"/>
          <p:cNvSpPr/>
          <p:nvPr/>
        </p:nvSpPr>
        <p:spPr>
          <a:xfrm>
            <a:off x="1419582" y="4156829"/>
            <a:ext cx="11791117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highlight>
                  <a:srgbClr val="2626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crontab -e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85029" y="4990028"/>
            <a:ext cx="12260223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Luego añadimos una línea como esta: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185029" y="5638086"/>
            <a:ext cx="12260223" cy="740688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/>
        </p:spPr>
      </p:sp>
      <p:sp>
        <p:nvSpPr>
          <p:cNvPr id="11" name="Shape 9"/>
          <p:cNvSpPr/>
          <p:nvPr/>
        </p:nvSpPr>
        <p:spPr>
          <a:xfrm>
            <a:off x="1172766" y="5638086"/>
            <a:ext cx="12284750" cy="740688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1419582" y="5823228"/>
            <a:ext cx="11791117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highlight>
                  <a:srgbClr val="2626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 3 * * * /ruta/del/script.sh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185029" y="6656427"/>
            <a:ext cx="12260223" cy="740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Esto ejecuta el script cada día a las 3:00 AM. Usar cron es esencial para automatizar tareas de mantenimiento en servidores.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5029" y="483513"/>
            <a:ext cx="7296626" cy="498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900"/>
              </a:lnSpc>
              <a:buNone/>
            </a:pPr>
            <a:r>
              <a:rPr lang="en-US" sz="3100" b="1" spc="-31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Mejores prácticas en scripting Bash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1185029" y="1530548"/>
            <a:ext cx="394930" cy="394930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4" name="Text 2"/>
          <p:cNvSpPr/>
          <p:nvPr/>
        </p:nvSpPr>
        <p:spPr>
          <a:xfrm>
            <a:off x="1336715" y="1608296"/>
            <a:ext cx="91440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b="1" spc="-19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755458" y="1530548"/>
            <a:ext cx="1994892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550" b="1" spc="-16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Usar comentarios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755458" y="1885236"/>
            <a:ext cx="5471993" cy="789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Describan los pasos principales del script para que otros (o ustedes mismos en el futuro) comprendan su funcionamiento. Ejemplo: # Este script verifica el espacio en disco.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402949" y="1530548"/>
            <a:ext cx="394930" cy="394930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8" name="Text 6"/>
          <p:cNvSpPr/>
          <p:nvPr/>
        </p:nvSpPr>
        <p:spPr>
          <a:xfrm>
            <a:off x="7530941" y="1608296"/>
            <a:ext cx="138827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b="1" spc="-19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973377" y="1530548"/>
            <a:ext cx="2009299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550" b="1" spc="-16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Validar las entradas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973377" y="1885236"/>
            <a:ext cx="5471993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Antes de ejecutar acciones con datos del usuario, revisen que sean válidos.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85029" y="3047881"/>
            <a:ext cx="394930" cy="394930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12" name="Text 10"/>
          <p:cNvSpPr/>
          <p:nvPr/>
        </p:nvSpPr>
        <p:spPr>
          <a:xfrm>
            <a:off x="1312783" y="3125629"/>
            <a:ext cx="139303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b="1" spc="-19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1755458" y="3047881"/>
            <a:ext cx="1994892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550" b="1" spc="-16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Manejo de errores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755458" y="3402568"/>
            <a:ext cx="5471993" cy="526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Utilicen mensajes de error claros y exit para terminar el script si ocurre un problema.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402949" y="3047881"/>
            <a:ext cx="394930" cy="394930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16" name="Text 14"/>
          <p:cNvSpPr/>
          <p:nvPr/>
        </p:nvSpPr>
        <p:spPr>
          <a:xfrm>
            <a:off x="7519154" y="3125629"/>
            <a:ext cx="162520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b="1" spc="-19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7973377" y="3047881"/>
            <a:ext cx="3471863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550" b="1" spc="-16" kern="0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Variables y funciones descriptivas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973377" y="3402568"/>
            <a:ext cx="5471993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Usar nombres claros ayuda a entender el propósito del script.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185029" y="4126468"/>
            <a:ext cx="12260223" cy="3158847"/>
          </a:xfrm>
          <a:prstGeom prst="roundRect">
            <a:avLst>
              <a:gd name="adj" fmla="val 834"/>
            </a:avLst>
          </a:prstGeom>
          <a:solidFill>
            <a:srgbClr val="262626"/>
          </a:solidFill>
          <a:ln/>
        </p:spPr>
      </p:sp>
      <p:sp>
        <p:nvSpPr>
          <p:cNvPr id="20" name="Shape 18"/>
          <p:cNvSpPr/>
          <p:nvPr/>
        </p:nvSpPr>
        <p:spPr>
          <a:xfrm>
            <a:off x="1176338" y="4126468"/>
            <a:ext cx="12277606" cy="3158847"/>
          </a:xfrm>
          <a:prstGeom prst="roundRect">
            <a:avLst>
              <a:gd name="adj" fmla="val 834"/>
            </a:avLst>
          </a:prstGeom>
          <a:solidFill>
            <a:srgbClr val="26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1351836" y="4258032"/>
            <a:ext cx="11926610" cy="289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highlight>
                  <a:srgbClr val="2626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[ -z "$1" ]; then
echo "Error: Falta un argumento."
exit 1
fi
nombre_usuario="Juan"
obtener_fecha() {
date +"%Y-%m-%d"
}
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85029" y="7482721"/>
            <a:ext cx="12260223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Pruebas y depuración: Antes de implementar un script, prueben cada sección para asegurarse de que funciona como se espera.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2024-11-04T20:37:29Z</dcterms:created>
  <dcterms:modified xsi:type="dcterms:W3CDTF">2024-11-04T20:37:29Z</dcterms:modified>
</cp:coreProperties>
</file>