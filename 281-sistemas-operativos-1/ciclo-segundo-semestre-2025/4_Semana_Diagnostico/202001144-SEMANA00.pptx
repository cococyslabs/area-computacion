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PT Sans Narrow"/>
      <p:regular r:id="rId17"/>
      <p:bold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B7AB80-80B6-4DB9-8D4B-EBE5A12B71A4}">
  <a:tblStyle styleId="{27B7AB80-80B6-4DB9-8D4B-EBE5A12B71A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4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21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PTSansNarrow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regular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PTSansNarrow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48e788f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a48e788f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3111a471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3111a471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63111a471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63111a471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3111a471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3111a471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3111a471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3111a471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3111a471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3111a471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3111a471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63111a471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3111a4710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63111a471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://www.youtube.com/watch?v=JAMloNO0gIk" TargetMode="External"/><Relationship Id="rId5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3014174660101@ingenieria.usac.edu.g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5" y="0"/>
            <a:ext cx="912025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 txBox="1"/>
          <p:nvPr/>
        </p:nvSpPr>
        <p:spPr>
          <a:xfrm>
            <a:off x="4272925" y="990900"/>
            <a:ext cx="4775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Universidad de San Carlos de Guatemala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Facultad de Ingeniería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Ingeniería en Ciencias y Sistemas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LABORATORIO SISTEMAS OPERATIVOS 1 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Presentacion y Prueba de Diagnostico 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SEMANA 00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1B212C"/>
                </a:solidFill>
                <a:latin typeface="Impact"/>
                <a:ea typeface="Impact"/>
                <a:cs typeface="Impact"/>
                <a:sym typeface="Impact"/>
              </a:rPr>
              <a:t>EMPEZAMOS A LAS 17:25</a:t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B212C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 rotWithShape="1">
          <a:blip r:embed="rId3">
            <a:alphaModFix amt="40000"/>
          </a:blip>
          <a:srcRect b="0" l="0" r="0" t="0"/>
          <a:stretch/>
        </p:blipFill>
        <p:spPr>
          <a:xfrm>
            <a:off x="8451" y="-1875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26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{27B7AB80-80B6-4DB9-8D4B-EBE5A12B71A4}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/>
                        <a:t>22/01/2026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" sz="14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26"/>
          <p:cNvSpPr/>
          <p:nvPr/>
        </p:nvSpPr>
        <p:spPr>
          <a:xfrm>
            <a:off x="2376818" y="2347535"/>
            <a:ext cx="4530600" cy="448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/>
          <p:nvPr/>
        </p:nvSpPr>
        <p:spPr>
          <a:xfrm>
            <a:off x="2376818" y="2911310"/>
            <a:ext cx="4530600" cy="448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6"/>
          <p:cNvSpPr txBox="1"/>
          <p:nvPr/>
        </p:nvSpPr>
        <p:spPr>
          <a:xfrm>
            <a:off x="2538600" y="2287050"/>
            <a:ext cx="436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1 [P]</a:t>
            </a:r>
            <a:endParaRPr b="1" i="0" sz="2500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3497663" y="2852700"/>
            <a:ext cx="245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s" sz="2500"/>
              <a:t>Edgar Alvarez</a:t>
            </a:r>
            <a:endParaRPr b="1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⏳✨ Temporizador de 5 Minutos | Cuenta Atrás Ideal para Pausas y Tareas Rápidas 🚀&#10;&#10;#5minutos #temporizador #reloj #alarma #cuentaregresiva &#10;&#10;Este *temporizador de 5 minutos* es perfecto para medir el tiempo en *pausas cortas, ejercicios rápidos o tareas* que requieren un seguimiento preciso. Con un *diseño claro* y una *alarma al final,* te ayuda a *ser eficiente y puntual.* 🕔&#10;&#10;*📌 Características del temporizador:*&#10;&#10;✅ *Diseño sencillo y fácil de leer.*&#10;✅ *Alarma sonora* para indicar el fin del tiempo.&#10;✅ *Ideal para la técnica Pomodoro,* ejercicios de mindfulness o preparación rápida.&#10;✅ *Funciona en cualquier dispositivo y pantalla.*&#10;&#10;👉 *Descubre más temporizadores en @ElTemporizador*  &#10;&#10;*🎥 Otros temporizadores que pueden interesarte:*&#10;&#10;⏱️ *Temporizador de 3 Minutos para Ejercicios Breves https://youtu.be/bIsaPBmgFJI*&#10;🎯 *Cuenta Regresiva de 10 Minutos para Sesiones de Enfoque https://youtu.be/IdhgDs2i2j0*&#10;📖 *Cronómetro de 15 Minutos para Estudio Intenso https://youtu.be/po8Pw-SzyIk*&#10;&#10;🔔 *Mantén tu eficiencia con nuestros temporizadores.* ¡Suscríbete a @ElTemporizador y activa las notificaciones!&#10;👍 *Si este temporizador te ayudó a mantenerte en tiempo, apóyanos con un like.*&#10;💬 *¿Cómo utilizas este temporizador de 5 minutos?* &#10;¡Comparte tu experiencia en los comentarios!&#10;&#10;---&#10;&#10; 💜 *¿Quieres usar este cronómetro en tus videos?*&#10;&#10;O.K., úsalo, *pero asegúrate de dar los créditos correctamente,* de lo contrario podrías recibir una reclamación.&#10;&#10;📌 *Copia y pega el texto a continuación:*&#10;----------------------------------------------------------&#10;👉 *Créditos del cronómetro en @ElTemporizador*&#10;📌 *El video original de este temporizador de 5 minutos está en:* https://youtu.be/JAMloNO0gIk &#10;🎥 *Obtén más cuentas regresivas en:* https://www.youtube.com/@ElTemporizador?sub_confirmation=1&#10;🎞 *Y en:* https://www.youtube.com/@thechronometer?sub_confirmation=1&#10;📩 *Si buscas un cronómetro personalizado, contáctalo en:* Contactolorito@gmail.com&#10;----------------------------------------------------------  &#10;&#10;*🕛 Relojes increíbles para tu hogar o habitación:* https://amzn.to/4ckCQ11 &#10;&#10;🕧 *Reloj despertador digital con proyector para dormitorio, con LED grande, para proyección en pared y techo, giro de 180 °, atenuador, cargador USB, respaldo de batería, alarma de volumen fuerte dual, para personas con sueño pesado, niños y ancianos* https://amzn.to/42lTpW1&#10;&#10;🕰 *Alarma fuerte para personas que duermen profundamente) Reloj despertador de campana doble de 4 pulgadas con luz de fondo para dormitorio y decoración del hogar (verde)* https://amzn.to/42gSRQS&#10;&#10;🕑 *Reloj despertador súper fuerte con agitador de cama, reloj despertador vibratorio para personas que duermen con problemas auditivos y adolescentes sordos, doble reloj con pantalla grande de 7.5*  https://amzn.to/42kCByt&#10;&#10;---&#10;&#10;📌 *No olvides suscribirte y seguirme en mis redes sociales 😉*  &#10;📩 *Suscríbete:* https://www.youtube.com/@ElTemporizador?sub_confirmation=1&#10;&#10;---&#10;&#10;☕ *¿Te gustó el video?*&#10;💜 *Invítame un café y ayúdame a seguir creando contenido:* https://www.paypal.com/paypalme/loritoelpayaso ☕&#10;&#10;Nos vemos en un próximo video 😉" id="125" name="Google Shape;125;p26" title="⏳✨ Temporizador de 5 Minutos | Cuenta Atrás Ideal para Pausas y Tareas Rápidas 🚀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3050" y="3780200"/>
            <a:ext cx="2259075" cy="12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336625" y="336625"/>
            <a:ext cx="8385300" cy="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040"/>
              <a:t>Edgar Alvarez</a:t>
            </a:r>
            <a:endParaRPr sz="4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040"/>
          </a:p>
        </p:txBody>
      </p:sp>
      <p:sp>
        <p:nvSpPr>
          <p:cNvPr id="131" name="Google Shape;131;p27"/>
          <p:cNvSpPr txBox="1"/>
          <p:nvPr>
            <p:ph idx="1" type="body"/>
          </p:nvPr>
        </p:nvSpPr>
        <p:spPr>
          <a:xfrm>
            <a:off x="336625" y="1211350"/>
            <a:ext cx="8644200" cy="3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/>
              <a:t>Información</a:t>
            </a:r>
            <a:r>
              <a:rPr b="1" lang="es" sz="2500"/>
              <a:t> contacto oficial para dudas, solicitudes o problemas del lab: 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/>
              <a:t>CORREO:   </a:t>
            </a:r>
            <a:r>
              <a:rPr b="1" lang="es" sz="2500" u="sng">
                <a:solidFill>
                  <a:schemeClr val="hlink"/>
                </a:solidFill>
                <a:hlinkClick r:id="rId3"/>
              </a:rPr>
              <a:t>3014174660101@ingenieria.usac.edu.gt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/>
              <a:t>ASUNTO:   [LAB-SO1] &lt;asunto&gt;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9900FF"/>
                </a:solidFill>
              </a:rPr>
              <a:t>**adjuntar nombre y </a:t>
            </a:r>
            <a:r>
              <a:rPr b="1" lang="es" sz="2500">
                <a:solidFill>
                  <a:srgbClr val="9900FF"/>
                </a:solidFill>
              </a:rPr>
              <a:t>número</a:t>
            </a:r>
            <a:r>
              <a:rPr b="1" lang="es" sz="2500">
                <a:solidFill>
                  <a:srgbClr val="9900FF"/>
                </a:solidFill>
              </a:rPr>
              <a:t> de carnet </a:t>
            </a:r>
            <a:r>
              <a:rPr b="1" lang="es" sz="2500">
                <a:solidFill>
                  <a:srgbClr val="9900FF"/>
                </a:solidFill>
              </a:rPr>
              <a:t>por favor</a:t>
            </a:r>
            <a:r>
              <a:rPr b="1" lang="es" sz="2500">
                <a:solidFill>
                  <a:srgbClr val="9900FF"/>
                </a:solidFill>
              </a:rPr>
              <a:t>**</a:t>
            </a:r>
            <a:endParaRPr b="1" sz="25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500"/>
              <a:t>UEDI:</a:t>
            </a:r>
            <a:endParaRPr b="1" sz="2500"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2500"/>
              <a:t> https://uedi.ingenieria.usac.edu.gt/campus/course/view.php?id=4462</a:t>
            </a:r>
            <a:endParaRPr b="1"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 txBox="1"/>
          <p:nvPr>
            <p:ph type="title"/>
          </p:nvPr>
        </p:nvSpPr>
        <p:spPr>
          <a:xfrm>
            <a:off x="311725" y="500925"/>
            <a:ext cx="8319000" cy="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TEMAS QUE SE </a:t>
            </a:r>
            <a:r>
              <a:rPr lang="es"/>
              <a:t>DARÁN</a:t>
            </a:r>
            <a:r>
              <a:rPr lang="es"/>
              <a:t> ESTE SEMESTRE</a:t>
            </a:r>
            <a:endParaRPr/>
          </a:p>
        </p:txBody>
      </p:sp>
      <p:sp>
        <p:nvSpPr>
          <p:cNvPr id="137" name="Google Shape;137;p2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GO/RUST</a:t>
            </a:r>
            <a:endParaRPr b="1" sz="3200"/>
          </a:p>
          <a:p>
            <a:pPr indent="-431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●"/>
            </a:pPr>
            <a:r>
              <a:rPr b="1" lang="es" sz="3200"/>
              <a:t>DOCKER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BASH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MÓDULOS DE KERNEL</a:t>
            </a:r>
            <a:endParaRPr b="1" sz="3200"/>
          </a:p>
          <a:p>
            <a:pPr indent="-438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Char char="●"/>
            </a:pPr>
            <a:r>
              <a:rPr b="1" lang="es" sz="3200"/>
              <a:t>KUBERNETES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ACERCA DE USTEDES</a:t>
            </a:r>
            <a:endParaRPr/>
          </a:p>
        </p:txBody>
      </p:sp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</a:t>
            </a:r>
            <a:r>
              <a:rPr b="1" lang="es" sz="2500"/>
              <a:t>QUÉ</a:t>
            </a:r>
            <a:r>
              <a:rPr b="1" lang="es" sz="2500"/>
              <a:t> EXPECTATIVAS TIENEN DEL CURSO?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¿ALGUNA IDEA QUE TRAIGAN DEL CURSO?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es" sz="2500"/>
              <a:t>¿QUIENES TRABAJAN?</a:t>
            </a:r>
            <a:endParaRPr b="1"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 DEL LABORATORIO</a:t>
            </a:r>
            <a:endParaRPr/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*ver en uedi*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title"/>
          </p:nvPr>
        </p:nvSpPr>
        <p:spPr>
          <a:xfrm>
            <a:off x="265500" y="41120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de Conocimientos Previos </a:t>
            </a:r>
            <a:endParaRPr/>
          </a:p>
        </p:txBody>
      </p:sp>
      <p:sp>
        <p:nvSpPr>
          <p:cNvPr id="155" name="Google Shape;155;p31"/>
          <p:cNvSpPr txBox="1"/>
          <p:nvPr/>
        </p:nvSpPr>
        <p:spPr>
          <a:xfrm>
            <a:off x="265500" y="2329550"/>
            <a:ext cx="404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https://forms.gle/QzLNSrUH8WXKok7k7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/>
          <p:nvPr>
            <p:ph type="title"/>
          </p:nvPr>
        </p:nvSpPr>
        <p:spPr>
          <a:xfrm>
            <a:off x="265500" y="353000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Prueba de Conocimientos Actuales </a:t>
            </a:r>
            <a:endParaRPr/>
          </a:p>
        </p:txBody>
      </p:sp>
      <p:sp>
        <p:nvSpPr>
          <p:cNvPr id="161" name="Google Shape;161;p32"/>
          <p:cNvSpPr txBox="1"/>
          <p:nvPr/>
        </p:nvSpPr>
        <p:spPr>
          <a:xfrm>
            <a:off x="265500" y="2248825"/>
            <a:ext cx="435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https://forms.gle/yqvn8rqMwDw3YRM87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3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GRACIAS POR SU ATENCION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