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Lora"/>
      <p:regular r:id="rId16"/>
      <p:bold r:id="rId17"/>
      <p:italic r:id="rId18"/>
      <p:boldItalic r:id="rId19"/>
    </p:embeddedFont>
    <p:embeddedFont>
      <p:font typeface="Bungee"/>
      <p:regular r:id="rId20"/>
    </p:embeddedFont>
    <p:embeddedFont>
      <p:font typeface="Questrial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g3cq7QnRYi2EIlzPU/tr4xZsg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ungee-regular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Questrial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ora-bold.fntdata"/><Relationship Id="rId16" Type="http://schemas.openxmlformats.org/officeDocument/2006/relationships/font" Target="fonts/Lor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ora-boldItalic.fntdata"/><Relationship Id="rId6" Type="http://schemas.openxmlformats.org/officeDocument/2006/relationships/slide" Target="slides/slide1.xml"/><Relationship Id="rId18" Type="http://schemas.openxmlformats.org/officeDocument/2006/relationships/font" Target="fonts/Lor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25.png"/><Relationship Id="rId7" Type="http://schemas.openxmlformats.org/officeDocument/2006/relationships/hyperlink" Target="mailto:3014174660101@ingenieria.usac.edu.gt" TargetMode="External"/><Relationship Id="rId8" Type="http://schemas.openxmlformats.org/officeDocument/2006/relationships/hyperlink" Target="mailto:3014174660101@ingenieria.usac.edu.g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10" Type="http://schemas.openxmlformats.org/officeDocument/2006/relationships/image" Target="../media/image17.png"/><Relationship Id="rId9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Relationship Id="rId7" Type="http://schemas.openxmlformats.org/officeDocument/2006/relationships/hyperlink" Target="https://es.piliapp.com/random/wheel/" TargetMode="External"/><Relationship Id="rId8" Type="http://schemas.openxmlformats.org/officeDocument/2006/relationships/hyperlink" Target="https://es.piliapp.com/random/wheel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hyperlink" Target="https://wayground.com/admin/quiz/692c7a0f3d3a02a6efc5223f" TargetMode="External"/><Relationship Id="rId7" Type="http://schemas.openxmlformats.org/officeDocument/2006/relationships/hyperlink" Target="https://wayground.com/admin/quiz/692c7a0f3d3a02a6efc5223f" TargetMode="External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Relationship Id="rId7" Type="http://schemas.openxmlformats.org/officeDocument/2006/relationships/hyperlink" Target="https://wayground.com/admin/quiz/692c822599708244a1cc5c3d" TargetMode="External"/><Relationship Id="rId8" Type="http://schemas.openxmlformats.org/officeDocument/2006/relationships/hyperlink" Target="https://wayground.com/admin/quiz/692c822599708244a1cc5c3d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11.png"/><Relationship Id="rId8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0B2E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313789"/>
          </a:xfrm>
          <a:custGeom>
            <a:rect b="b" l="l" r="r" t="t"/>
            <a:pathLst>
              <a:path extrusionOk="0" h="10313789" w="18288000">
                <a:moveTo>
                  <a:pt x="0" y="0"/>
                </a:moveTo>
                <a:lnTo>
                  <a:pt x="18288000" y="0"/>
                </a:lnTo>
                <a:lnTo>
                  <a:pt x="18288000" y="10313789"/>
                </a:lnTo>
                <a:lnTo>
                  <a:pt x="0" y="103137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9500829" y="1737588"/>
            <a:ext cx="8787300" cy="6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5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Universidad de San Carlos de Guatemala</a:t>
            </a:r>
            <a:endParaRPr sz="800"/>
          </a:p>
          <a:p>
            <a:pPr indent="0" lvl="0" marL="0" marR="0" rtl="0" algn="l">
              <a:lnSpc>
                <a:spcPct val="137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5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Facultad de Ingeniería</a:t>
            </a:r>
            <a:endParaRPr sz="800"/>
          </a:p>
          <a:p>
            <a:pPr indent="0" lvl="0" marL="0" marR="0" rtl="0" algn="l">
              <a:lnSpc>
                <a:spcPct val="137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5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Ingeniería en Ciencias y Sistemas</a:t>
            </a:r>
            <a:endParaRPr sz="800"/>
          </a:p>
          <a:p>
            <a:pPr indent="0" lvl="0" marL="0" marR="0" rtl="0" algn="l">
              <a:lnSpc>
                <a:spcPct val="137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5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LABORATORIO SISTEMAS OPERATIVOS 1 </a:t>
            </a:r>
            <a:endParaRPr sz="800"/>
          </a:p>
          <a:p>
            <a:pPr indent="0" lvl="0" marL="0" marR="0" rtl="0" algn="l">
              <a:lnSpc>
                <a:spcPct val="137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5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Presentación y Prueba de Diagnostico </a:t>
            </a:r>
            <a:endParaRPr sz="800"/>
          </a:p>
          <a:p>
            <a:pPr indent="0" lvl="0" marL="0" marR="0" rtl="0" algn="l">
              <a:lnSpc>
                <a:spcPct val="137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5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SEMANA 00</a:t>
            </a:r>
            <a:endParaRPr sz="800"/>
          </a:p>
          <a:p>
            <a:pPr indent="0" lvl="0" marL="0" marR="0" rtl="0" algn="l">
              <a:lnSpc>
                <a:spcPct val="137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15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37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5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EMPEZAMOS A LAS 17:30</a:t>
            </a:r>
            <a:endParaRPr sz="800"/>
          </a:p>
          <a:p>
            <a:pPr indent="0" lvl="0" marL="0" marR="0" rtl="0" algn="l">
              <a:lnSpc>
                <a:spcPct val="137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15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0B2E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2"/>
          <p:cNvGrpSpPr/>
          <p:nvPr/>
        </p:nvGrpSpPr>
        <p:grpSpPr>
          <a:xfrm>
            <a:off x="878186" y="532250"/>
            <a:ext cx="16565336" cy="8897013"/>
            <a:chOff x="0" y="-85725"/>
            <a:chExt cx="4362887" cy="2343246"/>
          </a:xfrm>
        </p:grpSpPr>
        <p:sp>
          <p:nvSpPr>
            <p:cNvPr id="91" name="Google Shape;91;p2"/>
            <p:cNvSpPr/>
            <p:nvPr/>
          </p:nvSpPr>
          <p:spPr>
            <a:xfrm>
              <a:off x="0" y="0"/>
              <a:ext cx="4362887" cy="2257521"/>
            </a:xfrm>
            <a:custGeom>
              <a:rect b="b" l="l" r="r" t="t"/>
              <a:pathLst>
                <a:path extrusionOk="0" h="2257521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252380"/>
                  </a:lnTo>
                  <a:cubicBezTo>
                    <a:pt x="4362887" y="2253744"/>
                    <a:pt x="4362345" y="2255052"/>
                    <a:pt x="4361381" y="2256016"/>
                  </a:cubicBezTo>
                  <a:cubicBezTo>
                    <a:pt x="4360417" y="2256980"/>
                    <a:pt x="4359110" y="2257521"/>
                    <a:pt x="4357746" y="2257521"/>
                  </a:cubicBezTo>
                  <a:lnTo>
                    <a:pt x="5141" y="2257521"/>
                  </a:lnTo>
                  <a:cubicBezTo>
                    <a:pt x="2302" y="2257521"/>
                    <a:pt x="0" y="2255220"/>
                    <a:pt x="0" y="2252380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143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"/>
            <p:cNvSpPr txBox="1"/>
            <p:nvPr/>
          </p:nvSpPr>
          <p:spPr>
            <a:xfrm>
              <a:off x="0" y="-85725"/>
              <a:ext cx="4362887" cy="2343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2"/>
          <p:cNvSpPr/>
          <p:nvPr/>
        </p:nvSpPr>
        <p:spPr>
          <a:xfrm>
            <a:off x="14784509" y="-693607"/>
            <a:ext cx="10126259" cy="6609686"/>
          </a:xfrm>
          <a:custGeom>
            <a:rect b="b" l="l" r="r" t="t"/>
            <a:pathLst>
              <a:path extrusionOk="0" h="6609686" w="10126259">
                <a:moveTo>
                  <a:pt x="0" y="0"/>
                </a:moveTo>
                <a:lnTo>
                  <a:pt x="10126259" y="0"/>
                </a:lnTo>
                <a:lnTo>
                  <a:pt x="10126259" y="6609686"/>
                </a:lnTo>
                <a:lnTo>
                  <a:pt x="0" y="6609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2"/>
          <p:cNvSpPr/>
          <p:nvPr/>
        </p:nvSpPr>
        <p:spPr>
          <a:xfrm>
            <a:off x="1952162" y="338138"/>
            <a:ext cx="898807" cy="2019791"/>
          </a:xfrm>
          <a:custGeom>
            <a:rect b="b" l="l" r="r" t="t"/>
            <a:pathLst>
              <a:path extrusionOk="0" h="2019791" w="898807">
                <a:moveTo>
                  <a:pt x="0" y="0"/>
                </a:moveTo>
                <a:lnTo>
                  <a:pt x="898807" y="0"/>
                </a:lnTo>
                <a:lnTo>
                  <a:pt x="898807" y="2019790"/>
                </a:lnTo>
                <a:lnTo>
                  <a:pt x="0" y="20197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/>
          <p:nvPr/>
        </p:nvSpPr>
        <p:spPr>
          <a:xfrm flipH="1" rot="1935342">
            <a:off x="15277174" y="6801731"/>
            <a:ext cx="1183605" cy="2188484"/>
          </a:xfrm>
          <a:custGeom>
            <a:rect b="b" l="l" r="r" t="t"/>
            <a:pathLst>
              <a:path extrusionOk="0" h="2188484" w="1183605">
                <a:moveTo>
                  <a:pt x="1183605" y="0"/>
                </a:moveTo>
                <a:lnTo>
                  <a:pt x="0" y="0"/>
                </a:lnTo>
                <a:lnTo>
                  <a:pt x="0" y="2188484"/>
                </a:lnTo>
                <a:lnTo>
                  <a:pt x="1183605" y="2188484"/>
                </a:lnTo>
                <a:lnTo>
                  <a:pt x="1183605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2"/>
          <p:cNvSpPr/>
          <p:nvPr/>
        </p:nvSpPr>
        <p:spPr>
          <a:xfrm rot="2483638">
            <a:off x="8424582" y="1490240"/>
            <a:ext cx="1472544" cy="1487728"/>
          </a:xfrm>
          <a:custGeom>
            <a:rect b="b" l="l" r="r" t="t"/>
            <a:pathLst>
              <a:path extrusionOk="0" h="1487728" w="1472544">
                <a:moveTo>
                  <a:pt x="0" y="0"/>
                </a:moveTo>
                <a:lnTo>
                  <a:pt x="1472544" y="0"/>
                </a:lnTo>
                <a:lnTo>
                  <a:pt x="1472544" y="1487727"/>
                </a:lnTo>
                <a:lnTo>
                  <a:pt x="0" y="14877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89114" l="0" r="-90508" t="0"/>
            </a:stretch>
          </a:blipFill>
          <a:ln>
            <a:noFill/>
          </a:ln>
        </p:spPr>
      </p:sp>
      <p:grpSp>
        <p:nvGrpSpPr>
          <p:cNvPr id="97" name="Google Shape;97;p2"/>
          <p:cNvGrpSpPr/>
          <p:nvPr/>
        </p:nvGrpSpPr>
        <p:grpSpPr>
          <a:xfrm>
            <a:off x="2973510" y="4460808"/>
            <a:ext cx="12340981" cy="2547209"/>
            <a:chOff x="0" y="-85725"/>
            <a:chExt cx="2911740" cy="600991"/>
          </a:xfrm>
        </p:grpSpPr>
        <p:sp>
          <p:nvSpPr>
            <p:cNvPr id="98" name="Google Shape;98;p2"/>
            <p:cNvSpPr/>
            <p:nvPr/>
          </p:nvSpPr>
          <p:spPr>
            <a:xfrm>
              <a:off x="0" y="0"/>
              <a:ext cx="2911740" cy="515266"/>
            </a:xfrm>
            <a:custGeom>
              <a:rect b="b" l="l" r="r" t="t"/>
              <a:pathLst>
                <a:path extrusionOk="0" h="515266" w="2911740">
                  <a:moveTo>
                    <a:pt x="7528" y="0"/>
                  </a:moveTo>
                  <a:lnTo>
                    <a:pt x="2904212" y="0"/>
                  </a:lnTo>
                  <a:cubicBezTo>
                    <a:pt x="2908370" y="0"/>
                    <a:pt x="2911740" y="3370"/>
                    <a:pt x="2911740" y="7528"/>
                  </a:cubicBezTo>
                  <a:lnTo>
                    <a:pt x="2911740" y="507738"/>
                  </a:lnTo>
                  <a:cubicBezTo>
                    <a:pt x="2911740" y="509734"/>
                    <a:pt x="2910947" y="511649"/>
                    <a:pt x="2909535" y="513061"/>
                  </a:cubicBezTo>
                  <a:cubicBezTo>
                    <a:pt x="2908123" y="514472"/>
                    <a:pt x="2906208" y="515266"/>
                    <a:pt x="2904212" y="515266"/>
                  </a:cubicBezTo>
                  <a:lnTo>
                    <a:pt x="7528" y="515266"/>
                  </a:lnTo>
                  <a:cubicBezTo>
                    <a:pt x="5531" y="515266"/>
                    <a:pt x="3617" y="514472"/>
                    <a:pt x="2205" y="513061"/>
                  </a:cubicBezTo>
                  <a:cubicBezTo>
                    <a:pt x="793" y="511649"/>
                    <a:pt x="0" y="509734"/>
                    <a:pt x="0" y="507738"/>
                  </a:cubicBezTo>
                  <a:lnTo>
                    <a:pt x="0" y="7528"/>
                  </a:lnTo>
                  <a:cubicBezTo>
                    <a:pt x="0" y="5531"/>
                    <a:pt x="793" y="3617"/>
                    <a:pt x="2205" y="2205"/>
                  </a:cubicBezTo>
                  <a:cubicBezTo>
                    <a:pt x="3617" y="793"/>
                    <a:pt x="5531" y="0"/>
                    <a:pt x="7528" y="0"/>
                  </a:cubicBezTo>
                  <a:close/>
                </a:path>
              </a:pathLst>
            </a:custGeom>
            <a:solidFill>
              <a:srgbClr val="70B2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0" y="-85725"/>
              <a:ext cx="2911740" cy="600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-2510593" y="5252351"/>
            <a:ext cx="7843021" cy="5661681"/>
          </a:xfrm>
          <a:custGeom>
            <a:rect b="b" l="l" r="r" t="t"/>
            <a:pathLst>
              <a:path extrusionOk="0" h="5661681" w="7843021">
                <a:moveTo>
                  <a:pt x="0" y="0"/>
                </a:moveTo>
                <a:lnTo>
                  <a:pt x="7843021" y="0"/>
                </a:lnTo>
                <a:lnTo>
                  <a:pt x="7843021" y="5661681"/>
                </a:lnTo>
                <a:lnTo>
                  <a:pt x="0" y="5661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 txBox="1"/>
          <p:nvPr/>
        </p:nvSpPr>
        <p:spPr>
          <a:xfrm>
            <a:off x="2802300" y="3145633"/>
            <a:ext cx="12683400" cy="1678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81" u="none" cap="none" strike="noStrike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SISTEMAS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3042170" y="5054897"/>
            <a:ext cx="12237369" cy="1824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35" u="none" cap="none" strike="noStrike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OPERATIVOS 1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5487437" y="7327963"/>
            <a:ext cx="7313127" cy="398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2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77" u="none" cap="none" strike="noStrike">
                <a:solidFill>
                  <a:srgbClr val="FBFEFE"/>
                </a:solidFill>
                <a:latin typeface="Questrial"/>
                <a:ea typeface="Questrial"/>
                <a:cs typeface="Questrial"/>
                <a:sym typeface="Questrial"/>
              </a:rPr>
              <a:t>José Lorenzana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0B2E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3"/>
          <p:cNvGrpSpPr/>
          <p:nvPr/>
        </p:nvGrpSpPr>
        <p:grpSpPr>
          <a:xfrm>
            <a:off x="861332" y="361287"/>
            <a:ext cx="16565336" cy="9238940"/>
            <a:chOff x="0" y="-85725"/>
            <a:chExt cx="4362887" cy="2433301"/>
          </a:xfrm>
        </p:grpSpPr>
        <p:sp>
          <p:nvSpPr>
            <p:cNvPr id="109" name="Google Shape;109;p3"/>
            <p:cNvSpPr/>
            <p:nvPr/>
          </p:nvSpPr>
          <p:spPr>
            <a:xfrm>
              <a:off x="0" y="0"/>
              <a:ext cx="4362887" cy="2347576"/>
            </a:xfrm>
            <a:custGeom>
              <a:rect b="b" l="l" r="r" t="t"/>
              <a:pathLst>
                <a:path extrusionOk="0"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1" name="Google Shape;111;p3"/>
          <p:cNvCxnSpPr/>
          <p:nvPr/>
        </p:nvCxnSpPr>
        <p:spPr>
          <a:xfrm>
            <a:off x="9743305" y="2768066"/>
            <a:ext cx="6197823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3"/>
          <p:cNvCxnSpPr/>
          <p:nvPr/>
        </p:nvCxnSpPr>
        <p:spPr>
          <a:xfrm>
            <a:off x="9743305" y="3553415"/>
            <a:ext cx="6197823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3"/>
          <p:cNvCxnSpPr/>
          <p:nvPr/>
        </p:nvCxnSpPr>
        <p:spPr>
          <a:xfrm>
            <a:off x="9743305" y="4338763"/>
            <a:ext cx="6197823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3"/>
          <p:cNvCxnSpPr/>
          <p:nvPr/>
        </p:nvCxnSpPr>
        <p:spPr>
          <a:xfrm>
            <a:off x="9743305" y="5124111"/>
            <a:ext cx="6197823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3"/>
          <p:cNvCxnSpPr/>
          <p:nvPr/>
        </p:nvCxnSpPr>
        <p:spPr>
          <a:xfrm>
            <a:off x="9743305" y="5909459"/>
            <a:ext cx="6197823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3"/>
          <p:cNvCxnSpPr/>
          <p:nvPr/>
        </p:nvCxnSpPr>
        <p:spPr>
          <a:xfrm>
            <a:off x="9743305" y="1982299"/>
            <a:ext cx="6197823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3"/>
          <p:cNvCxnSpPr/>
          <p:nvPr/>
        </p:nvCxnSpPr>
        <p:spPr>
          <a:xfrm>
            <a:off x="9743305" y="6734004"/>
            <a:ext cx="6197823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3"/>
          <p:cNvSpPr/>
          <p:nvPr/>
        </p:nvSpPr>
        <p:spPr>
          <a:xfrm>
            <a:off x="2950833" y="1324348"/>
            <a:ext cx="5151734" cy="8275878"/>
          </a:xfrm>
          <a:custGeom>
            <a:rect b="b" l="l" r="r" t="t"/>
            <a:pathLst>
              <a:path extrusionOk="0" h="8275878" w="5151734">
                <a:moveTo>
                  <a:pt x="0" y="0"/>
                </a:moveTo>
                <a:lnTo>
                  <a:pt x="5151734" y="0"/>
                </a:lnTo>
                <a:lnTo>
                  <a:pt x="5151734" y="8275878"/>
                </a:lnTo>
                <a:lnTo>
                  <a:pt x="0" y="8275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3"/>
          <p:cNvSpPr txBox="1"/>
          <p:nvPr/>
        </p:nvSpPr>
        <p:spPr>
          <a:xfrm>
            <a:off x="9743305" y="2092566"/>
            <a:ext cx="6474282" cy="470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6" u="none" cap="none" strike="noStrike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01. Presentación del auxiliar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9743305" y="2873089"/>
            <a:ext cx="6474282" cy="470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6" u="none" cap="none" strike="noStrike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02. Temas que se darán este semestre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9743305" y="3667911"/>
            <a:ext cx="6474282" cy="470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6" u="none" cap="none" strike="noStrike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03. Presentación Estudiantes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9743305" y="4451384"/>
            <a:ext cx="6474282" cy="470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6" u="none" cap="none" strike="noStrike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04. Prueba Conocimientos Previos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9743305" y="5236732"/>
            <a:ext cx="6474282" cy="470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6" u="none" cap="none" strike="noStrike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05. Lectura del Programa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9743305" y="6063153"/>
            <a:ext cx="6474282" cy="470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6" u="none" cap="none" strike="noStrike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06. Prueba de Conocimientos Actuales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2454737" y="1549447"/>
            <a:ext cx="6689263" cy="1566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65" u="none" cap="none" strike="noStrike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AGENDA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0B2E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4"/>
          <p:cNvGrpSpPr/>
          <p:nvPr/>
        </p:nvGrpSpPr>
        <p:grpSpPr>
          <a:xfrm>
            <a:off x="861332" y="361287"/>
            <a:ext cx="16565336" cy="9238940"/>
            <a:chOff x="0" y="-85725"/>
            <a:chExt cx="4362887" cy="2433301"/>
          </a:xfrm>
        </p:grpSpPr>
        <p:sp>
          <p:nvSpPr>
            <p:cNvPr id="131" name="Google Shape;131;p4"/>
            <p:cNvSpPr/>
            <p:nvPr/>
          </p:nvSpPr>
          <p:spPr>
            <a:xfrm>
              <a:off x="0" y="0"/>
              <a:ext cx="4362887" cy="2347576"/>
            </a:xfrm>
            <a:custGeom>
              <a:rect b="b" l="l" r="r" t="t"/>
              <a:pathLst>
                <a:path extrusionOk="0"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 txBox="1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4"/>
          <p:cNvSpPr txBox="1"/>
          <p:nvPr/>
        </p:nvSpPr>
        <p:spPr>
          <a:xfrm>
            <a:off x="2237710" y="1914456"/>
            <a:ext cx="14230194" cy="1588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32" u="none" cap="none" strike="noStrike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José Lorenzana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15904238" y="219173"/>
            <a:ext cx="720479" cy="1619054"/>
          </a:xfrm>
          <a:custGeom>
            <a:rect b="b" l="l" r="r" t="t"/>
            <a:pathLst>
              <a:path extrusionOk="0" h="1619054" w="720479">
                <a:moveTo>
                  <a:pt x="0" y="0"/>
                </a:moveTo>
                <a:lnTo>
                  <a:pt x="720479" y="0"/>
                </a:lnTo>
                <a:lnTo>
                  <a:pt x="720479" y="1619054"/>
                </a:lnTo>
                <a:lnTo>
                  <a:pt x="0" y="1619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4"/>
          <p:cNvSpPr/>
          <p:nvPr/>
        </p:nvSpPr>
        <p:spPr>
          <a:xfrm rot="3222147">
            <a:off x="1928567" y="1283965"/>
            <a:ext cx="1183605" cy="2188484"/>
          </a:xfrm>
          <a:custGeom>
            <a:rect b="b" l="l" r="r" t="t"/>
            <a:pathLst>
              <a:path extrusionOk="0" h="2188484" w="1183605">
                <a:moveTo>
                  <a:pt x="0" y="0"/>
                </a:moveTo>
                <a:lnTo>
                  <a:pt x="1183605" y="0"/>
                </a:lnTo>
                <a:lnTo>
                  <a:pt x="1183605" y="2188484"/>
                </a:lnTo>
                <a:lnTo>
                  <a:pt x="0" y="21884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4"/>
          <p:cNvSpPr/>
          <p:nvPr/>
        </p:nvSpPr>
        <p:spPr>
          <a:xfrm>
            <a:off x="15396784" y="1926716"/>
            <a:ext cx="1735387" cy="1735387"/>
          </a:xfrm>
          <a:custGeom>
            <a:rect b="b" l="l" r="r" t="t"/>
            <a:pathLst>
              <a:path extrusionOk="0" h="1735387" w="1735387">
                <a:moveTo>
                  <a:pt x="0" y="0"/>
                </a:moveTo>
                <a:lnTo>
                  <a:pt x="1735387" y="0"/>
                </a:lnTo>
                <a:lnTo>
                  <a:pt x="1735387" y="1735386"/>
                </a:lnTo>
                <a:lnTo>
                  <a:pt x="0" y="1735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>
            <a:off x="10461671" y="3747827"/>
            <a:ext cx="6670500" cy="5751678"/>
          </a:xfrm>
          <a:custGeom>
            <a:rect b="b" l="l" r="r" t="t"/>
            <a:pathLst>
              <a:path extrusionOk="0" h="5751678" w="6670500">
                <a:moveTo>
                  <a:pt x="0" y="0"/>
                </a:moveTo>
                <a:lnTo>
                  <a:pt x="6670500" y="0"/>
                </a:lnTo>
                <a:lnTo>
                  <a:pt x="6670500" y="5751679"/>
                </a:lnTo>
                <a:lnTo>
                  <a:pt x="0" y="57516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9015" l="0" r="0" t="0"/>
            </a:stretch>
          </a:blipFill>
          <a:ln>
            <a:noFill/>
          </a:ln>
        </p:spPr>
      </p:sp>
      <p:sp>
        <p:nvSpPr>
          <p:cNvPr id="138" name="Google Shape;138;p4"/>
          <p:cNvSpPr txBox="1"/>
          <p:nvPr/>
        </p:nvSpPr>
        <p:spPr>
          <a:xfrm>
            <a:off x="1444569" y="4204760"/>
            <a:ext cx="8373843" cy="4667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2630" lvl="1" marL="48526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7"/>
              <a:buFont typeface="Arial"/>
              <a:buChar char="•"/>
            </a:pPr>
            <a:r>
              <a:rPr b="0" i="0" lang="en-US" sz="22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Estudiante de 9no semestre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2630" lvl="1" marL="48526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7"/>
              <a:buFont typeface="Arial"/>
              <a:buChar char="•"/>
            </a:pPr>
            <a:r>
              <a:rPr b="0" i="0" lang="en-US" sz="22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Entusiasta de devOps (Kubernetes)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2630" lvl="1" marL="48526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7"/>
              <a:buFont typeface="Arial"/>
              <a:buChar char="•"/>
            </a:pPr>
            <a:r>
              <a:rPr b="0" i="0" lang="en-US" sz="22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Pianista en tiempos libres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2630" lvl="1" marL="48526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7"/>
              <a:buFont typeface="Arial"/>
              <a:buChar char="•"/>
            </a:pPr>
            <a:r>
              <a:rPr b="0" i="0" lang="en-US" sz="22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 gusta escuchar música, ver peliculas y series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2630" lvl="1" marL="48526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7"/>
              <a:buFont typeface="Arial"/>
              <a:buChar char="•"/>
            </a:pPr>
            <a:r>
              <a:rPr b="0" i="0" lang="en-US" sz="22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 contacto para dudas, solicitudes o problemas del lab: 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1" i="0" lang="en-US" sz="22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CORREO</a:t>
            </a:r>
            <a:r>
              <a:rPr b="0" i="0" lang="en-US" sz="22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2247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3718164320101@ingenieria.usac.edu.gt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7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hlinkClick r:id="rId8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0B2E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5"/>
          <p:cNvGrpSpPr/>
          <p:nvPr/>
        </p:nvGrpSpPr>
        <p:grpSpPr>
          <a:xfrm>
            <a:off x="861332" y="361285"/>
            <a:ext cx="16565446" cy="9239001"/>
            <a:chOff x="0" y="-85725"/>
            <a:chExt cx="4362887" cy="2433301"/>
          </a:xfrm>
        </p:grpSpPr>
        <p:sp>
          <p:nvSpPr>
            <p:cNvPr id="144" name="Google Shape;144;p5"/>
            <p:cNvSpPr/>
            <p:nvPr/>
          </p:nvSpPr>
          <p:spPr>
            <a:xfrm>
              <a:off x="0" y="0"/>
              <a:ext cx="4362887" cy="2347576"/>
            </a:xfrm>
            <a:custGeom>
              <a:rect b="b" l="l" r="r" t="t"/>
              <a:pathLst>
                <a:path extrusionOk="0"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5"/>
            <p:cNvSpPr txBox="1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5"/>
          <p:cNvSpPr txBox="1"/>
          <p:nvPr/>
        </p:nvSpPr>
        <p:spPr>
          <a:xfrm>
            <a:off x="1319346" y="1855074"/>
            <a:ext cx="15649307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76" u="none" cap="none" strike="noStrike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TEMAS QUE SE DARÁN ESTE SEMESTRE</a:t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 rot="195383">
            <a:off x="1068513" y="726157"/>
            <a:ext cx="1427633" cy="1442354"/>
          </a:xfrm>
          <a:custGeom>
            <a:rect b="b" l="l" r="r" t="t"/>
            <a:pathLst>
              <a:path extrusionOk="0" h="1442354" w="1427633">
                <a:moveTo>
                  <a:pt x="0" y="0"/>
                </a:moveTo>
                <a:lnTo>
                  <a:pt x="1427633" y="0"/>
                </a:lnTo>
                <a:lnTo>
                  <a:pt x="1427633" y="1442354"/>
                </a:lnTo>
                <a:lnTo>
                  <a:pt x="0" y="1442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9114" l="0" r="-90508" t="0"/>
            </a:stretch>
          </a:blipFill>
          <a:ln>
            <a:noFill/>
          </a:ln>
        </p:spPr>
      </p:sp>
      <p:sp>
        <p:nvSpPr>
          <p:cNvPr id="148" name="Google Shape;148;p5"/>
          <p:cNvSpPr/>
          <p:nvPr/>
        </p:nvSpPr>
        <p:spPr>
          <a:xfrm>
            <a:off x="15842822" y="1416317"/>
            <a:ext cx="1125832" cy="1220414"/>
          </a:xfrm>
          <a:custGeom>
            <a:rect b="b" l="l" r="r" t="t"/>
            <a:pathLst>
              <a:path extrusionOk="0"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5"/>
          <p:cNvSpPr/>
          <p:nvPr/>
        </p:nvSpPr>
        <p:spPr>
          <a:xfrm>
            <a:off x="14686283" y="868144"/>
            <a:ext cx="1068605" cy="1158380"/>
          </a:xfrm>
          <a:custGeom>
            <a:rect b="b" l="l" r="r" t="t"/>
            <a:pathLst>
              <a:path extrusionOk="0"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5"/>
          <p:cNvSpPr/>
          <p:nvPr/>
        </p:nvSpPr>
        <p:spPr>
          <a:xfrm>
            <a:off x="7957104" y="5143500"/>
            <a:ext cx="740092" cy="740092"/>
          </a:xfrm>
          <a:custGeom>
            <a:rect b="b" l="l" r="r" t="t"/>
            <a:pathLst>
              <a:path extrusionOk="0" h="740092" w="740092">
                <a:moveTo>
                  <a:pt x="0" y="0"/>
                </a:moveTo>
                <a:lnTo>
                  <a:pt x="740093" y="0"/>
                </a:lnTo>
                <a:lnTo>
                  <a:pt x="740093" y="740092"/>
                </a:lnTo>
                <a:lnTo>
                  <a:pt x="0" y="740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5"/>
          <p:cNvSpPr/>
          <p:nvPr/>
        </p:nvSpPr>
        <p:spPr>
          <a:xfrm>
            <a:off x="8697197" y="5185390"/>
            <a:ext cx="698203" cy="698203"/>
          </a:xfrm>
          <a:custGeom>
            <a:rect b="b" l="l" r="r" t="t"/>
            <a:pathLst>
              <a:path extrusionOk="0" h="698203" w="698203">
                <a:moveTo>
                  <a:pt x="0" y="0"/>
                </a:moveTo>
                <a:lnTo>
                  <a:pt x="698202" y="0"/>
                </a:lnTo>
                <a:lnTo>
                  <a:pt x="698202" y="698202"/>
                </a:lnTo>
                <a:lnTo>
                  <a:pt x="0" y="698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5"/>
          <p:cNvSpPr/>
          <p:nvPr/>
        </p:nvSpPr>
        <p:spPr>
          <a:xfrm>
            <a:off x="7957104" y="5883592"/>
            <a:ext cx="837374" cy="628030"/>
          </a:xfrm>
          <a:custGeom>
            <a:rect b="b" l="l" r="r" t="t"/>
            <a:pathLst>
              <a:path extrusionOk="0" h="628030" w="837374">
                <a:moveTo>
                  <a:pt x="0" y="0"/>
                </a:moveTo>
                <a:lnTo>
                  <a:pt x="837374" y="0"/>
                </a:lnTo>
                <a:lnTo>
                  <a:pt x="837374" y="628031"/>
                </a:lnTo>
                <a:lnTo>
                  <a:pt x="0" y="6280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5"/>
          <p:cNvSpPr/>
          <p:nvPr/>
        </p:nvSpPr>
        <p:spPr>
          <a:xfrm>
            <a:off x="7066705" y="6540198"/>
            <a:ext cx="590135" cy="590135"/>
          </a:xfrm>
          <a:custGeom>
            <a:rect b="b" l="l" r="r" t="t"/>
            <a:pathLst>
              <a:path extrusionOk="0" h="590135" w="590135">
                <a:moveTo>
                  <a:pt x="0" y="0"/>
                </a:moveTo>
                <a:lnTo>
                  <a:pt x="590134" y="0"/>
                </a:lnTo>
                <a:lnTo>
                  <a:pt x="590134" y="590134"/>
                </a:lnTo>
                <a:lnTo>
                  <a:pt x="0" y="5901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5"/>
          <p:cNvSpPr/>
          <p:nvPr/>
        </p:nvSpPr>
        <p:spPr>
          <a:xfrm>
            <a:off x="10718791" y="7130332"/>
            <a:ext cx="1198276" cy="733944"/>
          </a:xfrm>
          <a:custGeom>
            <a:rect b="b" l="l" r="r" t="t"/>
            <a:pathLst>
              <a:path extrusionOk="0" h="733944" w="1198276">
                <a:moveTo>
                  <a:pt x="0" y="0"/>
                </a:moveTo>
                <a:lnTo>
                  <a:pt x="1198276" y="0"/>
                </a:lnTo>
                <a:lnTo>
                  <a:pt x="1198276" y="733944"/>
                </a:lnTo>
                <a:lnTo>
                  <a:pt x="0" y="733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5"/>
          <p:cNvSpPr/>
          <p:nvPr/>
        </p:nvSpPr>
        <p:spPr>
          <a:xfrm>
            <a:off x="8794478" y="7736967"/>
            <a:ext cx="840296" cy="816138"/>
          </a:xfrm>
          <a:custGeom>
            <a:rect b="b" l="l" r="r" t="t"/>
            <a:pathLst>
              <a:path extrusionOk="0" h="816138" w="840296">
                <a:moveTo>
                  <a:pt x="0" y="0"/>
                </a:moveTo>
                <a:lnTo>
                  <a:pt x="840297" y="0"/>
                </a:lnTo>
                <a:lnTo>
                  <a:pt x="840297" y="816138"/>
                </a:lnTo>
                <a:lnTo>
                  <a:pt x="0" y="816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5"/>
          <p:cNvSpPr txBox="1"/>
          <p:nvPr/>
        </p:nvSpPr>
        <p:spPr>
          <a:xfrm>
            <a:off x="4899244" y="5022817"/>
            <a:ext cx="8392800" cy="43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7804" lvl="1" marL="795607" marR="0" rtl="0" algn="just">
              <a:lnSpc>
                <a:spcPct val="13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4"/>
              <a:buFont typeface="Arial"/>
              <a:buChar char="•"/>
            </a:pPr>
            <a:r>
              <a:rPr b="0" i="0" lang="en-US" sz="3684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GO/RUST</a:t>
            </a:r>
            <a:endParaRPr/>
          </a:p>
          <a:p>
            <a:pPr indent="-397804" lvl="1" marL="795607" marR="0" rtl="0" algn="just">
              <a:lnSpc>
                <a:spcPct val="13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4"/>
              <a:buFont typeface="Arial"/>
              <a:buChar char="•"/>
            </a:pPr>
            <a:r>
              <a:rPr b="0" i="0" lang="en-US" sz="3684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DOCKER</a:t>
            </a:r>
            <a:endParaRPr/>
          </a:p>
          <a:p>
            <a:pPr indent="-397804" lvl="1" marL="795607" marR="0" rtl="0" algn="just">
              <a:lnSpc>
                <a:spcPct val="13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4"/>
              <a:buFont typeface="Arial"/>
              <a:buChar char="•"/>
            </a:pPr>
            <a:r>
              <a:rPr b="0" i="0" lang="en-US" sz="3684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BASH</a:t>
            </a:r>
            <a:endParaRPr/>
          </a:p>
          <a:p>
            <a:pPr indent="-397804" lvl="1" marL="795607" marR="0" rtl="0" algn="just">
              <a:lnSpc>
                <a:spcPct val="13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4"/>
              <a:buFont typeface="Arial"/>
              <a:buChar char="•"/>
            </a:pPr>
            <a:r>
              <a:rPr b="0" i="0" lang="en-US" sz="3684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MÓDULOS DE KERNEL</a:t>
            </a:r>
            <a:endParaRPr/>
          </a:p>
          <a:p>
            <a:pPr indent="-397804" lvl="1" marL="795607" marR="0" rtl="0" algn="just">
              <a:lnSpc>
                <a:spcPct val="13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4"/>
              <a:buFont typeface="Arial"/>
              <a:buChar char="•"/>
            </a:pPr>
            <a:r>
              <a:rPr b="0" i="0" lang="en-US" sz="3684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KUBERNETES</a:t>
            </a:r>
            <a:endParaRPr/>
          </a:p>
          <a:p>
            <a:pPr indent="0" lvl="0" marL="0" marR="0" rtl="0" algn="just">
              <a:lnSpc>
                <a:spcPct val="132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84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0B2E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6"/>
          <p:cNvGrpSpPr/>
          <p:nvPr/>
        </p:nvGrpSpPr>
        <p:grpSpPr>
          <a:xfrm>
            <a:off x="861332" y="361287"/>
            <a:ext cx="16565336" cy="9238940"/>
            <a:chOff x="0" y="-85725"/>
            <a:chExt cx="4362887" cy="2433301"/>
          </a:xfrm>
        </p:grpSpPr>
        <p:sp>
          <p:nvSpPr>
            <p:cNvPr id="162" name="Google Shape;162;p6"/>
            <p:cNvSpPr/>
            <p:nvPr/>
          </p:nvSpPr>
          <p:spPr>
            <a:xfrm>
              <a:off x="0" y="0"/>
              <a:ext cx="4362887" cy="2347576"/>
            </a:xfrm>
            <a:custGeom>
              <a:rect b="b" l="l" r="r" t="t"/>
              <a:pathLst>
                <a:path extrusionOk="0"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6"/>
            <p:cNvSpPr txBox="1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6"/>
          <p:cNvSpPr txBox="1"/>
          <p:nvPr/>
        </p:nvSpPr>
        <p:spPr>
          <a:xfrm>
            <a:off x="2905150" y="2984789"/>
            <a:ext cx="12477700" cy="1406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28" u="none" cap="none" strike="noStrike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Acerca de Ustedes</a:t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 flipH="1" rot="2232313">
            <a:off x="14688994" y="6504774"/>
            <a:ext cx="1183605" cy="2188484"/>
          </a:xfrm>
          <a:custGeom>
            <a:rect b="b" l="l" r="r" t="t"/>
            <a:pathLst>
              <a:path extrusionOk="0" h="2188484" w="1183605">
                <a:moveTo>
                  <a:pt x="1183605" y="0"/>
                </a:moveTo>
                <a:lnTo>
                  <a:pt x="0" y="0"/>
                </a:lnTo>
                <a:lnTo>
                  <a:pt x="0" y="2188484"/>
                </a:lnTo>
                <a:lnTo>
                  <a:pt x="1183605" y="2188484"/>
                </a:lnTo>
                <a:lnTo>
                  <a:pt x="1183605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6"/>
          <p:cNvSpPr/>
          <p:nvPr/>
        </p:nvSpPr>
        <p:spPr>
          <a:xfrm rot="-222452">
            <a:off x="2695713" y="2096255"/>
            <a:ext cx="1427633" cy="1442354"/>
          </a:xfrm>
          <a:custGeom>
            <a:rect b="b" l="l" r="r" t="t"/>
            <a:pathLst>
              <a:path extrusionOk="0" h="1442354" w="1427633">
                <a:moveTo>
                  <a:pt x="0" y="0"/>
                </a:moveTo>
                <a:lnTo>
                  <a:pt x="1427633" y="0"/>
                </a:lnTo>
                <a:lnTo>
                  <a:pt x="1427633" y="1442354"/>
                </a:lnTo>
                <a:lnTo>
                  <a:pt x="0" y="1442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9114" l="0" r="-90508" t="0"/>
            </a:stretch>
          </a:blipFill>
          <a:ln>
            <a:noFill/>
          </a:ln>
        </p:spPr>
      </p:sp>
      <p:sp>
        <p:nvSpPr>
          <p:cNvPr id="167" name="Google Shape;167;p6"/>
          <p:cNvSpPr/>
          <p:nvPr/>
        </p:nvSpPr>
        <p:spPr>
          <a:xfrm>
            <a:off x="15449109" y="2817432"/>
            <a:ext cx="1125832" cy="1220414"/>
          </a:xfrm>
          <a:custGeom>
            <a:rect b="b" l="l" r="r" t="t"/>
            <a:pathLst>
              <a:path extrusionOk="0"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6"/>
          <p:cNvSpPr/>
          <p:nvPr/>
        </p:nvSpPr>
        <p:spPr>
          <a:xfrm>
            <a:off x="14588033" y="1659052"/>
            <a:ext cx="1068605" cy="1158380"/>
          </a:xfrm>
          <a:custGeom>
            <a:rect b="b" l="l" r="r" t="t"/>
            <a:pathLst>
              <a:path extrusionOk="0"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3202000" y="7332525"/>
            <a:ext cx="1125832" cy="1220414"/>
          </a:xfrm>
          <a:custGeom>
            <a:rect b="b" l="l" r="r" t="t"/>
            <a:pathLst>
              <a:path extrusionOk="0"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6"/>
          <p:cNvSpPr/>
          <p:nvPr/>
        </p:nvSpPr>
        <p:spPr>
          <a:xfrm>
            <a:off x="2340924" y="6174146"/>
            <a:ext cx="1068605" cy="1158380"/>
          </a:xfrm>
          <a:custGeom>
            <a:rect b="b" l="l" r="r" t="t"/>
            <a:pathLst>
              <a:path extrusionOk="0"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79"/>
                </a:lnTo>
                <a:lnTo>
                  <a:pt x="0" y="11583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6"/>
          <p:cNvSpPr/>
          <p:nvPr/>
        </p:nvSpPr>
        <p:spPr>
          <a:xfrm>
            <a:off x="0" y="8142161"/>
            <a:ext cx="1953752" cy="2442190"/>
          </a:xfrm>
          <a:custGeom>
            <a:rect b="b" l="l" r="r" t="t"/>
            <a:pathLst>
              <a:path extrusionOk="0" h="2442190" w="1953752">
                <a:moveTo>
                  <a:pt x="0" y="0"/>
                </a:moveTo>
                <a:lnTo>
                  <a:pt x="1953752" y="0"/>
                </a:lnTo>
                <a:lnTo>
                  <a:pt x="1953752" y="2442191"/>
                </a:lnTo>
                <a:lnTo>
                  <a:pt x="0" y="2442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6"/>
          <p:cNvSpPr txBox="1"/>
          <p:nvPr/>
        </p:nvSpPr>
        <p:spPr>
          <a:xfrm>
            <a:off x="4810344" y="4682153"/>
            <a:ext cx="8392763" cy="4196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7804" lvl="1" marL="795607" marR="0" rtl="0" algn="just">
              <a:lnSpc>
                <a:spcPct val="13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4"/>
              <a:buFont typeface="Arial"/>
              <a:buChar char="•"/>
            </a:pPr>
            <a:r>
              <a:rPr b="0" i="0" lang="en-US" sz="3684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Nombre</a:t>
            </a:r>
            <a:endParaRPr/>
          </a:p>
          <a:p>
            <a:pPr indent="-397804" lvl="1" marL="795607" marR="0" rtl="0" algn="just">
              <a:lnSpc>
                <a:spcPct val="13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4"/>
              <a:buFont typeface="Arial"/>
              <a:buChar char="•"/>
            </a:pPr>
            <a:r>
              <a:rPr b="0" i="0" lang="en-US" sz="3684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Edad</a:t>
            </a:r>
            <a:endParaRPr/>
          </a:p>
          <a:p>
            <a:pPr indent="-397804" lvl="1" marL="795607" marR="0" rtl="0" algn="just">
              <a:lnSpc>
                <a:spcPct val="13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4"/>
              <a:buFont typeface="Arial"/>
              <a:buChar char="•"/>
            </a:pPr>
            <a:r>
              <a:rPr b="0" i="0" lang="en-US" sz="3684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Un dato random de ustedes</a:t>
            </a:r>
            <a:endParaRPr/>
          </a:p>
          <a:p>
            <a:pPr indent="-397804" lvl="1" marL="795607" marR="0" rtl="0" algn="just">
              <a:lnSpc>
                <a:spcPct val="13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4"/>
              <a:buFont typeface="Arial"/>
              <a:buChar char="•"/>
            </a:pPr>
            <a:r>
              <a:rPr b="0" i="0" lang="en-US" sz="3684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Expectativas del Curso</a:t>
            </a:r>
            <a:endParaRPr/>
          </a:p>
          <a:p>
            <a:pPr indent="0" lvl="0" marL="0" marR="0" rtl="0" algn="just">
              <a:lnSpc>
                <a:spcPct val="132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84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just">
              <a:lnSpc>
                <a:spcPct val="132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85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Ruleta: </a:t>
            </a:r>
            <a:r>
              <a:rPr b="0" i="0" lang="en-US" sz="2885" u="sng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https://es.piliapp.com/random/wheel/</a:t>
            </a:r>
            <a:endParaRPr/>
          </a:p>
          <a:p>
            <a:pPr indent="0" lvl="0" marL="0" marR="0" rtl="0" algn="just">
              <a:lnSpc>
                <a:spcPct val="1698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85" u="sng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  <a:hlinkClick r:id="rId8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0B2E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7"/>
          <p:cNvGrpSpPr/>
          <p:nvPr/>
        </p:nvGrpSpPr>
        <p:grpSpPr>
          <a:xfrm>
            <a:off x="861332" y="361287"/>
            <a:ext cx="16565336" cy="9238940"/>
            <a:chOff x="0" y="-85725"/>
            <a:chExt cx="4362887" cy="2433301"/>
          </a:xfrm>
        </p:grpSpPr>
        <p:sp>
          <p:nvSpPr>
            <p:cNvPr id="178" name="Google Shape;178;p7"/>
            <p:cNvSpPr/>
            <p:nvPr/>
          </p:nvSpPr>
          <p:spPr>
            <a:xfrm>
              <a:off x="0" y="0"/>
              <a:ext cx="4362887" cy="2347576"/>
            </a:xfrm>
            <a:custGeom>
              <a:rect b="b" l="l" r="r" t="t"/>
              <a:pathLst>
                <a:path extrusionOk="0"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7"/>
            <p:cNvSpPr txBox="1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p7"/>
          <p:cNvSpPr txBox="1"/>
          <p:nvPr/>
        </p:nvSpPr>
        <p:spPr>
          <a:xfrm>
            <a:off x="2905150" y="2861536"/>
            <a:ext cx="12477700" cy="173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28" u="none" cap="none" strike="noStrike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Prueba de conocimientos Previos</a:t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 flipH="1" rot="2232313">
            <a:off x="14688994" y="6504774"/>
            <a:ext cx="1183605" cy="2188484"/>
          </a:xfrm>
          <a:custGeom>
            <a:rect b="b" l="l" r="r" t="t"/>
            <a:pathLst>
              <a:path extrusionOk="0" h="2188484" w="1183605">
                <a:moveTo>
                  <a:pt x="1183605" y="0"/>
                </a:moveTo>
                <a:lnTo>
                  <a:pt x="0" y="0"/>
                </a:lnTo>
                <a:lnTo>
                  <a:pt x="0" y="2188484"/>
                </a:lnTo>
                <a:lnTo>
                  <a:pt x="1183605" y="2188484"/>
                </a:lnTo>
                <a:lnTo>
                  <a:pt x="1183605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7"/>
          <p:cNvSpPr/>
          <p:nvPr/>
        </p:nvSpPr>
        <p:spPr>
          <a:xfrm rot="-222452">
            <a:off x="2695713" y="2096255"/>
            <a:ext cx="1427633" cy="1442354"/>
          </a:xfrm>
          <a:custGeom>
            <a:rect b="b" l="l" r="r" t="t"/>
            <a:pathLst>
              <a:path extrusionOk="0" h="1442354" w="1427633">
                <a:moveTo>
                  <a:pt x="0" y="0"/>
                </a:moveTo>
                <a:lnTo>
                  <a:pt x="1427633" y="0"/>
                </a:lnTo>
                <a:lnTo>
                  <a:pt x="1427633" y="1442354"/>
                </a:lnTo>
                <a:lnTo>
                  <a:pt x="0" y="1442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9114" l="0" r="-90508" t="0"/>
            </a:stretch>
          </a:blipFill>
          <a:ln>
            <a:noFill/>
          </a:ln>
        </p:spPr>
      </p:sp>
      <p:sp>
        <p:nvSpPr>
          <p:cNvPr id="183" name="Google Shape;183;p7"/>
          <p:cNvSpPr/>
          <p:nvPr/>
        </p:nvSpPr>
        <p:spPr>
          <a:xfrm>
            <a:off x="15449109" y="2817432"/>
            <a:ext cx="1125832" cy="1220414"/>
          </a:xfrm>
          <a:custGeom>
            <a:rect b="b" l="l" r="r" t="t"/>
            <a:pathLst>
              <a:path extrusionOk="0"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7"/>
          <p:cNvSpPr/>
          <p:nvPr/>
        </p:nvSpPr>
        <p:spPr>
          <a:xfrm>
            <a:off x="14588033" y="1659052"/>
            <a:ext cx="1068605" cy="1158380"/>
          </a:xfrm>
          <a:custGeom>
            <a:rect b="b" l="l" r="r" t="t"/>
            <a:pathLst>
              <a:path extrusionOk="0"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7"/>
          <p:cNvSpPr/>
          <p:nvPr/>
        </p:nvSpPr>
        <p:spPr>
          <a:xfrm>
            <a:off x="3202000" y="7332525"/>
            <a:ext cx="1125832" cy="1220414"/>
          </a:xfrm>
          <a:custGeom>
            <a:rect b="b" l="l" r="r" t="t"/>
            <a:pathLst>
              <a:path extrusionOk="0"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7"/>
          <p:cNvSpPr/>
          <p:nvPr/>
        </p:nvSpPr>
        <p:spPr>
          <a:xfrm>
            <a:off x="2340924" y="6174146"/>
            <a:ext cx="1068605" cy="1158380"/>
          </a:xfrm>
          <a:custGeom>
            <a:rect b="b" l="l" r="r" t="t"/>
            <a:pathLst>
              <a:path extrusionOk="0"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79"/>
                </a:lnTo>
                <a:lnTo>
                  <a:pt x="0" y="11583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7"/>
          <p:cNvSpPr txBox="1"/>
          <p:nvPr/>
        </p:nvSpPr>
        <p:spPr>
          <a:xfrm>
            <a:off x="4947619" y="4939586"/>
            <a:ext cx="8392763" cy="2472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7804" lvl="1" marL="795607" marR="0" rtl="0" algn="just">
              <a:lnSpc>
                <a:spcPct val="13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4"/>
              <a:buFont typeface="Arial"/>
              <a:buChar char="•"/>
            </a:pPr>
            <a:r>
              <a:rPr b="0" i="0" lang="en-US" sz="3684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Wayground link:</a:t>
            </a:r>
            <a:endParaRPr/>
          </a:p>
          <a:p>
            <a:pPr indent="0" lvl="0" marL="0" marR="0" rtl="0" algn="just">
              <a:lnSpc>
                <a:spcPct val="13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84" u="sng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https://wayground.com/admin/quiz/692c7a0f3d3a02a6efc5223f</a:t>
            </a:r>
            <a:endParaRPr/>
          </a:p>
          <a:p>
            <a:pPr indent="0" lvl="0" marL="0" marR="0" rtl="0" algn="just">
              <a:lnSpc>
                <a:spcPct val="132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84" u="sng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  <a:hlinkClick r:id="rId7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-1442194" y="7942732"/>
            <a:ext cx="4092767" cy="2730643"/>
          </a:xfrm>
          <a:custGeom>
            <a:rect b="b" l="l" r="r" t="t"/>
            <a:pathLst>
              <a:path extrusionOk="0" h="2730643" w="4092767">
                <a:moveTo>
                  <a:pt x="0" y="0"/>
                </a:moveTo>
                <a:lnTo>
                  <a:pt x="4092767" y="0"/>
                </a:lnTo>
                <a:lnTo>
                  <a:pt x="4092767" y="2730643"/>
                </a:lnTo>
                <a:lnTo>
                  <a:pt x="0" y="27306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0B2E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8"/>
          <p:cNvGrpSpPr/>
          <p:nvPr/>
        </p:nvGrpSpPr>
        <p:grpSpPr>
          <a:xfrm>
            <a:off x="861332" y="361287"/>
            <a:ext cx="16565336" cy="9238940"/>
            <a:chOff x="0" y="-85725"/>
            <a:chExt cx="4362887" cy="2433301"/>
          </a:xfrm>
        </p:grpSpPr>
        <p:sp>
          <p:nvSpPr>
            <p:cNvPr id="194" name="Google Shape;194;p8"/>
            <p:cNvSpPr/>
            <p:nvPr/>
          </p:nvSpPr>
          <p:spPr>
            <a:xfrm>
              <a:off x="0" y="0"/>
              <a:ext cx="4362887" cy="2347576"/>
            </a:xfrm>
            <a:custGeom>
              <a:rect b="b" l="l" r="r" t="t"/>
              <a:pathLst>
                <a:path extrusionOk="0"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8"/>
            <p:cNvSpPr txBox="1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8"/>
          <p:cNvSpPr txBox="1"/>
          <p:nvPr/>
        </p:nvSpPr>
        <p:spPr>
          <a:xfrm>
            <a:off x="2905150" y="3275873"/>
            <a:ext cx="12477700" cy="90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28" u="none" cap="none" strike="noStrike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Lectura del Programa</a:t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 flipH="1" rot="2232313">
            <a:off x="14688994" y="6504774"/>
            <a:ext cx="1183605" cy="2188484"/>
          </a:xfrm>
          <a:custGeom>
            <a:rect b="b" l="l" r="r" t="t"/>
            <a:pathLst>
              <a:path extrusionOk="0" h="2188484" w="1183605">
                <a:moveTo>
                  <a:pt x="1183605" y="0"/>
                </a:moveTo>
                <a:lnTo>
                  <a:pt x="0" y="0"/>
                </a:lnTo>
                <a:lnTo>
                  <a:pt x="0" y="2188484"/>
                </a:lnTo>
                <a:lnTo>
                  <a:pt x="1183605" y="2188484"/>
                </a:lnTo>
                <a:lnTo>
                  <a:pt x="1183605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8"/>
          <p:cNvSpPr/>
          <p:nvPr/>
        </p:nvSpPr>
        <p:spPr>
          <a:xfrm rot="-222452">
            <a:off x="2695713" y="2096255"/>
            <a:ext cx="1427633" cy="1442354"/>
          </a:xfrm>
          <a:custGeom>
            <a:rect b="b" l="l" r="r" t="t"/>
            <a:pathLst>
              <a:path extrusionOk="0" h="1442354" w="1427633">
                <a:moveTo>
                  <a:pt x="0" y="0"/>
                </a:moveTo>
                <a:lnTo>
                  <a:pt x="1427633" y="0"/>
                </a:lnTo>
                <a:lnTo>
                  <a:pt x="1427633" y="1442354"/>
                </a:lnTo>
                <a:lnTo>
                  <a:pt x="0" y="1442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9114" l="0" r="-90508" t="0"/>
            </a:stretch>
          </a:blipFill>
          <a:ln>
            <a:noFill/>
          </a:ln>
        </p:spPr>
      </p:sp>
      <p:sp>
        <p:nvSpPr>
          <p:cNvPr id="199" name="Google Shape;199;p8"/>
          <p:cNvSpPr/>
          <p:nvPr/>
        </p:nvSpPr>
        <p:spPr>
          <a:xfrm>
            <a:off x="15449109" y="2817432"/>
            <a:ext cx="1125832" cy="1220414"/>
          </a:xfrm>
          <a:custGeom>
            <a:rect b="b" l="l" r="r" t="t"/>
            <a:pathLst>
              <a:path extrusionOk="0"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8"/>
          <p:cNvSpPr/>
          <p:nvPr/>
        </p:nvSpPr>
        <p:spPr>
          <a:xfrm>
            <a:off x="14588033" y="1659052"/>
            <a:ext cx="1068605" cy="1158380"/>
          </a:xfrm>
          <a:custGeom>
            <a:rect b="b" l="l" r="r" t="t"/>
            <a:pathLst>
              <a:path extrusionOk="0"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8"/>
          <p:cNvSpPr/>
          <p:nvPr/>
        </p:nvSpPr>
        <p:spPr>
          <a:xfrm>
            <a:off x="3202000" y="7332525"/>
            <a:ext cx="1125832" cy="1220414"/>
          </a:xfrm>
          <a:custGeom>
            <a:rect b="b" l="l" r="r" t="t"/>
            <a:pathLst>
              <a:path extrusionOk="0"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8"/>
          <p:cNvSpPr/>
          <p:nvPr/>
        </p:nvSpPr>
        <p:spPr>
          <a:xfrm>
            <a:off x="2340924" y="6174146"/>
            <a:ext cx="1068605" cy="1158380"/>
          </a:xfrm>
          <a:custGeom>
            <a:rect b="b" l="l" r="r" t="t"/>
            <a:pathLst>
              <a:path extrusionOk="0"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79"/>
                </a:lnTo>
                <a:lnTo>
                  <a:pt x="0" y="11583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8"/>
          <p:cNvSpPr txBox="1"/>
          <p:nvPr/>
        </p:nvSpPr>
        <p:spPr>
          <a:xfrm>
            <a:off x="4947619" y="4939586"/>
            <a:ext cx="8392763" cy="615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84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*Ver en UEDI/Classroom*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0B2E2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9"/>
          <p:cNvGrpSpPr/>
          <p:nvPr/>
        </p:nvGrpSpPr>
        <p:grpSpPr>
          <a:xfrm>
            <a:off x="861332" y="361287"/>
            <a:ext cx="16565336" cy="9238940"/>
            <a:chOff x="0" y="-85725"/>
            <a:chExt cx="4362887" cy="2433301"/>
          </a:xfrm>
        </p:grpSpPr>
        <p:sp>
          <p:nvSpPr>
            <p:cNvPr id="209" name="Google Shape;209;p9"/>
            <p:cNvSpPr/>
            <p:nvPr/>
          </p:nvSpPr>
          <p:spPr>
            <a:xfrm>
              <a:off x="0" y="0"/>
              <a:ext cx="4362887" cy="2347576"/>
            </a:xfrm>
            <a:custGeom>
              <a:rect b="b" l="l" r="r" t="t"/>
              <a:pathLst>
                <a:path extrusionOk="0"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9"/>
            <p:cNvSpPr txBox="1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9"/>
          <p:cNvSpPr txBox="1"/>
          <p:nvPr/>
        </p:nvSpPr>
        <p:spPr>
          <a:xfrm>
            <a:off x="2905150" y="2861536"/>
            <a:ext cx="12477700" cy="173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28" u="none" cap="none" strike="noStrike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Prueba de conocimientos Actuales</a:t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 flipH="1" rot="2232313">
            <a:off x="14688994" y="6504774"/>
            <a:ext cx="1183605" cy="2188484"/>
          </a:xfrm>
          <a:custGeom>
            <a:rect b="b" l="l" r="r" t="t"/>
            <a:pathLst>
              <a:path extrusionOk="0" h="2188484" w="1183605">
                <a:moveTo>
                  <a:pt x="1183605" y="0"/>
                </a:moveTo>
                <a:lnTo>
                  <a:pt x="0" y="0"/>
                </a:lnTo>
                <a:lnTo>
                  <a:pt x="0" y="2188484"/>
                </a:lnTo>
                <a:lnTo>
                  <a:pt x="1183605" y="2188484"/>
                </a:lnTo>
                <a:lnTo>
                  <a:pt x="1183605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9"/>
          <p:cNvSpPr/>
          <p:nvPr/>
        </p:nvSpPr>
        <p:spPr>
          <a:xfrm rot="-222452">
            <a:off x="2695713" y="2096255"/>
            <a:ext cx="1427633" cy="1442354"/>
          </a:xfrm>
          <a:custGeom>
            <a:rect b="b" l="l" r="r" t="t"/>
            <a:pathLst>
              <a:path extrusionOk="0" h="1442354" w="1427633">
                <a:moveTo>
                  <a:pt x="0" y="0"/>
                </a:moveTo>
                <a:lnTo>
                  <a:pt x="1427633" y="0"/>
                </a:lnTo>
                <a:lnTo>
                  <a:pt x="1427633" y="1442354"/>
                </a:lnTo>
                <a:lnTo>
                  <a:pt x="0" y="1442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9114" l="0" r="-90508" t="0"/>
            </a:stretch>
          </a:blipFill>
          <a:ln>
            <a:noFill/>
          </a:ln>
        </p:spPr>
      </p:sp>
      <p:sp>
        <p:nvSpPr>
          <p:cNvPr id="214" name="Google Shape;214;p9"/>
          <p:cNvSpPr/>
          <p:nvPr/>
        </p:nvSpPr>
        <p:spPr>
          <a:xfrm>
            <a:off x="15449109" y="2817432"/>
            <a:ext cx="1125832" cy="1220414"/>
          </a:xfrm>
          <a:custGeom>
            <a:rect b="b" l="l" r="r" t="t"/>
            <a:pathLst>
              <a:path extrusionOk="0"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9"/>
          <p:cNvSpPr/>
          <p:nvPr/>
        </p:nvSpPr>
        <p:spPr>
          <a:xfrm>
            <a:off x="14588033" y="1659052"/>
            <a:ext cx="1068605" cy="1158380"/>
          </a:xfrm>
          <a:custGeom>
            <a:rect b="b" l="l" r="r" t="t"/>
            <a:pathLst>
              <a:path extrusionOk="0"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9"/>
          <p:cNvSpPr/>
          <p:nvPr/>
        </p:nvSpPr>
        <p:spPr>
          <a:xfrm>
            <a:off x="3202000" y="7332525"/>
            <a:ext cx="1125832" cy="1220414"/>
          </a:xfrm>
          <a:custGeom>
            <a:rect b="b" l="l" r="r" t="t"/>
            <a:pathLst>
              <a:path extrusionOk="0"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9"/>
          <p:cNvSpPr/>
          <p:nvPr/>
        </p:nvSpPr>
        <p:spPr>
          <a:xfrm>
            <a:off x="2340924" y="6174146"/>
            <a:ext cx="1068605" cy="1158380"/>
          </a:xfrm>
          <a:custGeom>
            <a:rect b="b" l="l" r="r" t="t"/>
            <a:pathLst>
              <a:path extrusionOk="0"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79"/>
                </a:lnTo>
                <a:lnTo>
                  <a:pt x="0" y="11583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9"/>
          <p:cNvSpPr/>
          <p:nvPr/>
        </p:nvSpPr>
        <p:spPr>
          <a:xfrm>
            <a:off x="0" y="8691026"/>
            <a:ext cx="1693002" cy="1818401"/>
          </a:xfrm>
          <a:custGeom>
            <a:rect b="b" l="l" r="r" t="t"/>
            <a:pathLst>
              <a:path extrusionOk="0" h="1818401" w="1693002">
                <a:moveTo>
                  <a:pt x="0" y="0"/>
                </a:moveTo>
                <a:lnTo>
                  <a:pt x="1693002" y="0"/>
                </a:lnTo>
                <a:lnTo>
                  <a:pt x="1693002" y="1818401"/>
                </a:lnTo>
                <a:lnTo>
                  <a:pt x="0" y="18184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7404" t="0"/>
            </a:stretch>
          </a:blipFill>
          <a:ln>
            <a:noFill/>
          </a:ln>
        </p:spPr>
      </p:sp>
      <p:sp>
        <p:nvSpPr>
          <p:cNvPr id="219" name="Google Shape;219;p9"/>
          <p:cNvSpPr txBox="1"/>
          <p:nvPr/>
        </p:nvSpPr>
        <p:spPr>
          <a:xfrm>
            <a:off x="4947619" y="4939586"/>
            <a:ext cx="8392763" cy="2472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7804" lvl="1" marL="795607" marR="0" rtl="0" algn="just">
              <a:lnSpc>
                <a:spcPct val="13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4"/>
              <a:buFont typeface="Arial"/>
              <a:buChar char="•"/>
            </a:pPr>
            <a:r>
              <a:rPr b="0" i="0" lang="en-US" sz="3684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Wayground link:</a:t>
            </a:r>
            <a:endParaRPr/>
          </a:p>
          <a:p>
            <a:pPr indent="0" lvl="0" marL="0" marR="0" rtl="0" algn="just">
              <a:lnSpc>
                <a:spcPct val="13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84" u="sng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https://wayground.com/admin/quiz/692c7a0f3d3a02a6efc5223f</a:t>
            </a:r>
            <a:endParaRPr/>
          </a:p>
          <a:p>
            <a:pPr indent="0" lvl="0" marL="0" marR="0" rtl="0" algn="just">
              <a:lnSpc>
                <a:spcPct val="132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84" u="sng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  <a:hlinkClick r:id="rId8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0B2E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10"/>
          <p:cNvGrpSpPr/>
          <p:nvPr/>
        </p:nvGrpSpPr>
        <p:grpSpPr>
          <a:xfrm>
            <a:off x="861332" y="361287"/>
            <a:ext cx="16565336" cy="9238940"/>
            <a:chOff x="0" y="-85725"/>
            <a:chExt cx="4362887" cy="2433301"/>
          </a:xfrm>
        </p:grpSpPr>
        <p:sp>
          <p:nvSpPr>
            <p:cNvPr id="225" name="Google Shape;225;p10"/>
            <p:cNvSpPr/>
            <p:nvPr/>
          </p:nvSpPr>
          <p:spPr>
            <a:xfrm>
              <a:off x="0" y="0"/>
              <a:ext cx="4362887" cy="2347576"/>
            </a:xfrm>
            <a:custGeom>
              <a:rect b="b" l="l" r="r" t="t"/>
              <a:pathLst>
                <a:path extrusionOk="0"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143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0"/>
            <p:cNvSpPr txBox="1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0"/>
          <p:cNvSpPr txBox="1"/>
          <p:nvPr/>
        </p:nvSpPr>
        <p:spPr>
          <a:xfrm>
            <a:off x="3172118" y="3228437"/>
            <a:ext cx="11943764" cy="187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27" u="none" cap="none" strike="noStrike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MUCHAS</a:t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14441650" y="346982"/>
            <a:ext cx="9942178" cy="6489531"/>
          </a:xfrm>
          <a:custGeom>
            <a:rect b="b" l="l" r="r" t="t"/>
            <a:pathLst>
              <a:path extrusionOk="0" h="6489531" w="9942178">
                <a:moveTo>
                  <a:pt x="0" y="0"/>
                </a:moveTo>
                <a:lnTo>
                  <a:pt x="9942178" y="0"/>
                </a:lnTo>
                <a:lnTo>
                  <a:pt x="9942178" y="6489531"/>
                </a:lnTo>
                <a:lnTo>
                  <a:pt x="0" y="6489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10"/>
          <p:cNvSpPr/>
          <p:nvPr/>
        </p:nvSpPr>
        <p:spPr>
          <a:xfrm>
            <a:off x="1952162" y="214313"/>
            <a:ext cx="827074" cy="1858594"/>
          </a:xfrm>
          <a:custGeom>
            <a:rect b="b" l="l" r="r" t="t"/>
            <a:pathLst>
              <a:path extrusionOk="0" h="1858594" w="827074">
                <a:moveTo>
                  <a:pt x="0" y="0"/>
                </a:moveTo>
                <a:lnTo>
                  <a:pt x="827075" y="0"/>
                </a:lnTo>
                <a:lnTo>
                  <a:pt x="827075" y="1858594"/>
                </a:lnTo>
                <a:lnTo>
                  <a:pt x="0" y="1858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0"/>
          <p:cNvSpPr/>
          <p:nvPr/>
        </p:nvSpPr>
        <p:spPr>
          <a:xfrm flipH="1" rot="1935342">
            <a:off x="15277174" y="6801731"/>
            <a:ext cx="1183605" cy="2188484"/>
          </a:xfrm>
          <a:custGeom>
            <a:rect b="b" l="l" r="r" t="t"/>
            <a:pathLst>
              <a:path extrusionOk="0" h="2188484" w="1183605">
                <a:moveTo>
                  <a:pt x="1183605" y="0"/>
                </a:moveTo>
                <a:lnTo>
                  <a:pt x="0" y="0"/>
                </a:lnTo>
                <a:lnTo>
                  <a:pt x="0" y="2188484"/>
                </a:lnTo>
                <a:lnTo>
                  <a:pt x="1183605" y="2188484"/>
                </a:lnTo>
                <a:lnTo>
                  <a:pt x="1183605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10"/>
          <p:cNvSpPr/>
          <p:nvPr/>
        </p:nvSpPr>
        <p:spPr>
          <a:xfrm rot="2483638">
            <a:off x="8366303" y="1722871"/>
            <a:ext cx="1555394" cy="1571433"/>
          </a:xfrm>
          <a:custGeom>
            <a:rect b="b" l="l" r="r" t="t"/>
            <a:pathLst>
              <a:path extrusionOk="0" h="1571433" w="1555394">
                <a:moveTo>
                  <a:pt x="0" y="0"/>
                </a:moveTo>
                <a:lnTo>
                  <a:pt x="1555394" y="0"/>
                </a:lnTo>
                <a:lnTo>
                  <a:pt x="1555394" y="1571433"/>
                </a:lnTo>
                <a:lnTo>
                  <a:pt x="0" y="1571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89114" l="0" r="-90508" t="0"/>
            </a:stretch>
          </a:blipFill>
          <a:ln>
            <a:noFill/>
          </a:ln>
        </p:spPr>
      </p:sp>
      <p:grpSp>
        <p:nvGrpSpPr>
          <p:cNvPr id="232" name="Google Shape;232;p10"/>
          <p:cNvGrpSpPr/>
          <p:nvPr/>
        </p:nvGrpSpPr>
        <p:grpSpPr>
          <a:xfrm>
            <a:off x="4049197" y="4875218"/>
            <a:ext cx="9976824" cy="2486095"/>
            <a:chOff x="0" y="-85725"/>
            <a:chExt cx="2411804" cy="600991"/>
          </a:xfrm>
        </p:grpSpPr>
        <p:sp>
          <p:nvSpPr>
            <p:cNvPr id="233" name="Google Shape;233;p10"/>
            <p:cNvSpPr/>
            <p:nvPr/>
          </p:nvSpPr>
          <p:spPr>
            <a:xfrm>
              <a:off x="0" y="0"/>
              <a:ext cx="2411804" cy="515266"/>
            </a:xfrm>
            <a:custGeom>
              <a:rect b="b" l="l" r="r" t="t"/>
              <a:pathLst>
                <a:path extrusionOk="0" h="515266" w="2411804">
                  <a:moveTo>
                    <a:pt x="9312" y="0"/>
                  </a:moveTo>
                  <a:lnTo>
                    <a:pt x="2402492" y="0"/>
                  </a:lnTo>
                  <a:cubicBezTo>
                    <a:pt x="2404961" y="0"/>
                    <a:pt x="2407330" y="981"/>
                    <a:pt x="2409076" y="2727"/>
                  </a:cubicBezTo>
                  <a:cubicBezTo>
                    <a:pt x="2410822" y="4474"/>
                    <a:pt x="2411804" y="6842"/>
                    <a:pt x="2411804" y="9312"/>
                  </a:cubicBezTo>
                  <a:lnTo>
                    <a:pt x="2411804" y="505954"/>
                  </a:lnTo>
                  <a:cubicBezTo>
                    <a:pt x="2411804" y="511096"/>
                    <a:pt x="2407634" y="515266"/>
                    <a:pt x="2402492" y="515266"/>
                  </a:cubicBezTo>
                  <a:lnTo>
                    <a:pt x="9312" y="515266"/>
                  </a:lnTo>
                  <a:cubicBezTo>
                    <a:pt x="4169" y="515266"/>
                    <a:pt x="0" y="511096"/>
                    <a:pt x="0" y="505954"/>
                  </a:cubicBezTo>
                  <a:lnTo>
                    <a:pt x="0" y="9312"/>
                  </a:lnTo>
                  <a:cubicBezTo>
                    <a:pt x="0" y="4169"/>
                    <a:pt x="4169" y="0"/>
                    <a:pt x="9312" y="0"/>
                  </a:cubicBezTo>
                  <a:close/>
                </a:path>
              </a:pathLst>
            </a:custGeom>
            <a:solidFill>
              <a:srgbClr val="70B2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0"/>
            <p:cNvSpPr txBox="1"/>
            <p:nvPr/>
          </p:nvSpPr>
          <p:spPr>
            <a:xfrm>
              <a:off x="0" y="-85725"/>
              <a:ext cx="2411803" cy="600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10"/>
          <p:cNvSpPr/>
          <p:nvPr/>
        </p:nvSpPr>
        <p:spPr>
          <a:xfrm>
            <a:off x="2814877" y="3087777"/>
            <a:ext cx="1125832" cy="1220414"/>
          </a:xfrm>
          <a:custGeom>
            <a:rect b="b" l="l" r="r" t="t"/>
            <a:pathLst>
              <a:path extrusionOk="0"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10"/>
          <p:cNvSpPr/>
          <p:nvPr/>
        </p:nvSpPr>
        <p:spPr>
          <a:xfrm>
            <a:off x="3760149" y="1929397"/>
            <a:ext cx="1068605" cy="1158380"/>
          </a:xfrm>
          <a:custGeom>
            <a:rect b="b" l="l" r="r" t="t"/>
            <a:pathLst>
              <a:path extrusionOk="0"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0"/>
          <p:cNvSpPr/>
          <p:nvPr/>
        </p:nvSpPr>
        <p:spPr>
          <a:xfrm>
            <a:off x="-894154" y="5376167"/>
            <a:ext cx="6727168" cy="4910833"/>
          </a:xfrm>
          <a:custGeom>
            <a:rect b="b" l="l" r="r" t="t"/>
            <a:pathLst>
              <a:path extrusionOk="0" h="4910833" w="6727168">
                <a:moveTo>
                  <a:pt x="0" y="0"/>
                </a:moveTo>
                <a:lnTo>
                  <a:pt x="6727168" y="0"/>
                </a:lnTo>
                <a:lnTo>
                  <a:pt x="6727168" y="4910833"/>
                </a:lnTo>
                <a:lnTo>
                  <a:pt x="0" y="4910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10"/>
          <p:cNvSpPr txBox="1"/>
          <p:nvPr/>
        </p:nvSpPr>
        <p:spPr>
          <a:xfrm>
            <a:off x="4146471" y="5404742"/>
            <a:ext cx="9782272" cy="187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27" u="none" cap="none" strike="noStrike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GRACIAS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