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embeddedFontLst>
    <p:embeddedFont>
      <p:font typeface="Montserrat"/>
      <p:regular r:id="rId26"/>
      <p:bold r:id="rId27"/>
      <p:italic r:id="rId28"/>
      <p:boldItalic r:id="rId29"/>
    </p:embeddedFont>
    <p:embeddedFont>
      <p:font typeface="La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4" roundtripDataSignature="AMtx7mhbn76fmXq5YBnRh1LCPEiIWDVO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8836464-C523-4E2D-AE59-A95786D92D96}">
  <a:tblStyle styleId="{18836464-C523-4E2D-AE59-A95786D92D96}"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1C5067C3-5AFA-4F97-805F-0D832DCE9696}"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Montserrat-regular.fntdata"/><Relationship Id="rId25" Type="http://schemas.openxmlformats.org/officeDocument/2006/relationships/slide" Target="slides/slide18.xml"/><Relationship Id="rId28" Type="http://schemas.openxmlformats.org/officeDocument/2006/relationships/font" Target="fonts/Montserrat-italic.fntdata"/><Relationship Id="rId27" Type="http://schemas.openxmlformats.org/officeDocument/2006/relationships/font" Target="fonts/Montserrat-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Montserrat-bold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4.xml"/><Relationship Id="rId33" Type="http://schemas.openxmlformats.org/officeDocument/2006/relationships/font" Target="fonts/Lato-boldItalic.fntdata"/><Relationship Id="rId10" Type="http://schemas.openxmlformats.org/officeDocument/2006/relationships/slide" Target="slides/slide3.xml"/><Relationship Id="rId32" Type="http://schemas.openxmlformats.org/officeDocument/2006/relationships/font" Target="fonts/Lato-italic.fntdata"/><Relationship Id="rId13" Type="http://schemas.openxmlformats.org/officeDocument/2006/relationships/slide" Target="slides/slide6.xml"/><Relationship Id="rId12" Type="http://schemas.openxmlformats.org/officeDocument/2006/relationships/slide" Target="slides/slide5.xml"/><Relationship Id="rId34" Type="http://customschemas.google.com/relationships/presentationmetadata" Target="meta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74f8d69407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374f8d69407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c9abdb1e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g3c9abdb1e8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5c6a413e7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g35c6a413e71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5c6a413e71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g35c6a413e71_0_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338785bea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3338785bead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338785bea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g3338785bead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338785bead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g3338785bead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338785bead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g3338785bead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338785bead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g3338785bead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5c6a413e71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g35c6a413e71_0_2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5ef6d705a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g35ef6d705af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5ef6d705a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g35ef6d705a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5c6a413e71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g35c6a413e71_0_2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5c6a413e71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g35c6a413e71_0_2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2c83b6bb2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g32c83b6bb2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g374f8d69407_0_6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g374f8d69407_0_6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g374f8d69407_0_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374f8d69407_0_6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g374f8d69407_0_6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g374f8d69407_0_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g374f8d69407_0_7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g374f8d69407_0_7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g374f8d69407_0_7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g374f8d69407_0_7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g374f8d69407_0_7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g374f8d69407_0_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g374f8d69407_0_7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g374f8d69407_0_7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g374f8d69407_0_8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g374f8d69407_0_8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g374f8d69407_0_8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g374f8d69407_0_8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g374f8d69407_0_8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g374f8d69407_0_8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g374f8d69407_0_8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g374f8d69407_0_8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g374f8d69407_0_8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g374f8d69407_0_8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g374f8d69407_0_9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g374f8d69407_0_9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g374f8d69407_0_9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g374f8d69407_0_9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g374f8d69407_0_9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g374f8d69407_0_10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2"/>
          <p:cNvSpPr/>
          <p:nvPr/>
        </p:nvSpPr>
        <p:spPr>
          <a:xfrm rot="5400000">
            <a:off x="7500300" y="505"/>
            <a:ext cx="1643700" cy="1643700"/>
          </a:xfrm>
          <a:prstGeom prst="diagStripe">
            <a:avLst>
              <a:gd fmla="val 0" name="adj"/>
            </a:avLst>
          </a:prstGeom>
          <a:solidFill>
            <a:schemeClr val="lt1">
              <a:alpha val="118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6" name="Google Shape;56;p12"/>
          <p:cNvGrpSpPr/>
          <p:nvPr/>
        </p:nvGrpSpPr>
        <p:grpSpPr>
          <a:xfrm>
            <a:off x="0" y="490"/>
            <a:ext cx="5153705" cy="5134399"/>
            <a:chOff x="0" y="75"/>
            <a:chExt cx="5153705" cy="5152950"/>
          </a:xfrm>
        </p:grpSpPr>
        <p:sp>
          <p:nvSpPr>
            <p:cNvPr id="57" name="Google Shape;57;p12"/>
            <p:cNvSpPr/>
            <p:nvPr/>
          </p:nvSpPr>
          <p:spPr>
            <a:xfrm rot="-5400000">
              <a:off x="455" y="-225"/>
              <a:ext cx="5152800" cy="5153700"/>
            </a:xfrm>
            <a:prstGeom prst="diagStripe">
              <a:avLst>
                <a:gd fmla="val 50000" name="adj"/>
              </a:avLst>
            </a:prstGeom>
            <a:solidFill>
              <a:schemeClr val="lt1">
                <a:alpha val="118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2"/>
            <p:cNvSpPr/>
            <p:nvPr/>
          </p:nvSpPr>
          <p:spPr>
            <a:xfrm rot="-5400000">
              <a:off x="150" y="1145825"/>
              <a:ext cx="3996600" cy="3996900"/>
            </a:xfrm>
            <a:prstGeom prst="diagStripe">
              <a:avLst>
                <a:gd fmla="val 58774" name="adj"/>
              </a:avLst>
            </a:prstGeom>
            <a:solidFill>
              <a:schemeClr val="lt1">
                <a:alpha val="118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12"/>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62" name="Google Shape;62;p12"/>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63" name="Google Shape;63;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4" name="Shape 64"/>
        <p:cNvGrpSpPr/>
        <p:nvPr/>
      </p:nvGrpSpPr>
      <p:grpSpPr>
        <a:xfrm>
          <a:off x="0" y="0"/>
          <a:ext cx="0" cy="0"/>
          <a:chOff x="0" y="0"/>
          <a:chExt cx="0" cy="0"/>
        </a:xfrm>
      </p:grpSpPr>
      <p:grpSp>
        <p:nvGrpSpPr>
          <p:cNvPr id="65" name="Google Shape;65;p13"/>
          <p:cNvGrpSpPr/>
          <p:nvPr/>
        </p:nvGrpSpPr>
        <p:grpSpPr>
          <a:xfrm>
            <a:off x="0" y="381001"/>
            <a:ext cx="1037850" cy="1016288"/>
            <a:chOff x="0" y="381001"/>
            <a:chExt cx="1037850" cy="1016288"/>
          </a:xfrm>
        </p:grpSpPr>
        <p:sp>
          <p:nvSpPr>
            <p:cNvPr id="66" name="Google Shape;66;p1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13"/>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9" name="Google Shape;69;p13"/>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0" name="Google Shape;70;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1" name="Shape 71"/>
        <p:cNvGrpSpPr/>
        <p:nvPr/>
      </p:nvGrpSpPr>
      <p:grpSpPr>
        <a:xfrm>
          <a:off x="0" y="0"/>
          <a:ext cx="0" cy="0"/>
          <a:chOff x="0" y="0"/>
          <a:chExt cx="0" cy="0"/>
        </a:xfrm>
      </p:grpSpPr>
      <p:grpSp>
        <p:nvGrpSpPr>
          <p:cNvPr id="72" name="Google Shape;72;p14"/>
          <p:cNvGrpSpPr/>
          <p:nvPr/>
        </p:nvGrpSpPr>
        <p:grpSpPr>
          <a:xfrm>
            <a:off x="4406400" y="0"/>
            <a:ext cx="4737600" cy="5143065"/>
            <a:chOff x="4406400" y="0"/>
            <a:chExt cx="4737600" cy="5143065"/>
          </a:xfrm>
        </p:grpSpPr>
        <p:sp>
          <p:nvSpPr>
            <p:cNvPr id="73" name="Google Shape;73;p14"/>
            <p:cNvSpPr/>
            <p:nvPr/>
          </p:nvSpPr>
          <p:spPr>
            <a:xfrm rot="5400000">
              <a:off x="4408200" y="-1800"/>
              <a:ext cx="4734000" cy="4737600"/>
            </a:xfrm>
            <a:prstGeom prst="diagStripe">
              <a:avLst>
                <a:gd fmla="val 49469" name="adj"/>
              </a:avLst>
            </a:prstGeom>
            <a:solidFill>
              <a:schemeClr val="lt1">
                <a:alpha val="157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4"/>
            <p:cNvSpPr/>
            <p:nvPr/>
          </p:nvSpPr>
          <p:spPr>
            <a:xfrm rot="5400000">
              <a:off x="4841125" y="5700"/>
              <a:ext cx="4298100" cy="4286700"/>
            </a:xfrm>
            <a:prstGeom prst="diagStripe">
              <a:avLst>
                <a:gd fmla="val 0" name="adj"/>
              </a:avLst>
            </a:prstGeom>
            <a:solidFill>
              <a:schemeClr val="lt1">
                <a:alpha val="157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4"/>
            <p:cNvSpPr/>
            <p:nvPr/>
          </p:nvSpPr>
          <p:spPr>
            <a:xfrm rot="-5400000">
              <a:off x="5618399" y="1236468"/>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4"/>
            <p:cNvSpPr/>
            <p:nvPr/>
          </p:nvSpPr>
          <p:spPr>
            <a:xfrm flipH="1">
              <a:off x="5849857" y="1443956"/>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4"/>
            <p:cNvSpPr/>
            <p:nvPr/>
          </p:nvSpPr>
          <p:spPr>
            <a:xfrm rot="-5400000">
              <a:off x="5987081" y="246946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4"/>
            <p:cNvSpPr/>
            <p:nvPr/>
          </p:nvSpPr>
          <p:spPr>
            <a:xfrm flipH="1">
              <a:off x="6222115" y="2676953"/>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4"/>
            <p:cNvSpPr/>
            <p:nvPr/>
          </p:nvSpPr>
          <p:spPr>
            <a:xfrm rot="-5400000">
              <a:off x="6675341" y="1862018"/>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4"/>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4"/>
            <p:cNvSpPr/>
            <p:nvPr/>
          </p:nvSpPr>
          <p:spPr>
            <a:xfrm rot="-5400000">
              <a:off x="6861141" y="2477810"/>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4"/>
            <p:cNvSpPr/>
            <p:nvPr/>
          </p:nvSpPr>
          <p:spPr>
            <a:xfrm flipH="1">
              <a:off x="7965266" y="2692963"/>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4"/>
            <p:cNvSpPr/>
            <p:nvPr/>
          </p:nvSpPr>
          <p:spPr>
            <a:xfrm flipH="1">
              <a:off x="8145082" y="330875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4"/>
            <p:cNvSpPr/>
            <p:nvPr/>
          </p:nvSpPr>
          <p:spPr>
            <a:xfrm rot="-5400000">
              <a:off x="7047599" y="309501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4"/>
            <p:cNvSpPr/>
            <p:nvPr/>
          </p:nvSpPr>
          <p:spPr>
            <a:xfrm flipH="1">
              <a:off x="7276649" y="3302502"/>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4"/>
            <p:cNvSpPr/>
            <p:nvPr/>
          </p:nvSpPr>
          <p:spPr>
            <a:xfrm flipH="1">
              <a:off x="7462448" y="3918294"/>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4"/>
            <p:cNvSpPr/>
            <p:nvPr/>
          </p:nvSpPr>
          <p:spPr>
            <a:xfrm rot="-5400000">
              <a:off x="8102491" y="3718473"/>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4"/>
            <p:cNvSpPr/>
            <p:nvPr/>
          </p:nvSpPr>
          <p:spPr>
            <a:xfrm flipH="1">
              <a:off x="8334533" y="3925960"/>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4"/>
            <p:cNvSpPr/>
            <p:nvPr/>
          </p:nvSpPr>
          <p:spPr>
            <a:xfrm rot="-5400000">
              <a:off x="8288290" y="433426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1" name="Google Shape;91;p14"/>
          <p:cNvSpPr txBox="1"/>
          <p:nvPr>
            <p:ph type="title"/>
          </p:nvPr>
        </p:nvSpPr>
        <p:spPr>
          <a:xfrm>
            <a:off x="823850" y="2053000"/>
            <a:ext cx="4587000" cy="1148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2" name="Google Shape;92;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3" name="Shape 93"/>
        <p:cNvGrpSpPr/>
        <p:nvPr/>
      </p:nvGrpSpPr>
      <p:grpSpPr>
        <a:xfrm>
          <a:off x="0" y="0"/>
          <a:ext cx="0" cy="0"/>
          <a:chOff x="0" y="0"/>
          <a:chExt cx="0" cy="0"/>
        </a:xfrm>
      </p:grpSpPr>
      <p:grpSp>
        <p:nvGrpSpPr>
          <p:cNvPr id="94" name="Google Shape;94;p15"/>
          <p:cNvGrpSpPr/>
          <p:nvPr/>
        </p:nvGrpSpPr>
        <p:grpSpPr>
          <a:xfrm>
            <a:off x="0" y="381001"/>
            <a:ext cx="1037850" cy="1016288"/>
            <a:chOff x="0" y="381001"/>
            <a:chExt cx="1037850" cy="1016288"/>
          </a:xfrm>
        </p:grpSpPr>
        <p:sp>
          <p:nvSpPr>
            <p:cNvPr id="95" name="Google Shape;95;p1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7" name="Google Shape;97;p1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98" name="Google Shape;98;p15"/>
          <p:cNvSpPr txBox="1"/>
          <p:nvPr>
            <p:ph idx="1" type="body"/>
          </p:nvPr>
        </p:nvSpPr>
        <p:spPr>
          <a:xfrm>
            <a:off x="1297500"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99" name="Google Shape;99;p15"/>
          <p:cNvSpPr txBox="1"/>
          <p:nvPr>
            <p:ph idx="2" type="body"/>
          </p:nvPr>
        </p:nvSpPr>
        <p:spPr>
          <a:xfrm>
            <a:off x="4933221" y="1567550"/>
            <a:ext cx="3403200" cy="2911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00" name="Google Shape;10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1" name="Shape 101"/>
        <p:cNvGrpSpPr/>
        <p:nvPr/>
      </p:nvGrpSpPr>
      <p:grpSpPr>
        <a:xfrm>
          <a:off x="0" y="0"/>
          <a:ext cx="0" cy="0"/>
          <a:chOff x="0" y="0"/>
          <a:chExt cx="0" cy="0"/>
        </a:xfrm>
      </p:grpSpPr>
      <p:grpSp>
        <p:nvGrpSpPr>
          <p:cNvPr id="102" name="Google Shape;102;p16"/>
          <p:cNvGrpSpPr/>
          <p:nvPr/>
        </p:nvGrpSpPr>
        <p:grpSpPr>
          <a:xfrm>
            <a:off x="0" y="381001"/>
            <a:ext cx="1037850" cy="1016288"/>
            <a:chOff x="0" y="381001"/>
            <a:chExt cx="1037850" cy="1016288"/>
          </a:xfrm>
        </p:grpSpPr>
        <p:sp>
          <p:nvSpPr>
            <p:cNvPr id="103" name="Google Shape;103;p1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1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5" name="Google Shape;105;p16"/>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6" name="Google Shape;106;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7" name="Shape 107"/>
        <p:cNvGrpSpPr/>
        <p:nvPr/>
      </p:nvGrpSpPr>
      <p:grpSpPr>
        <a:xfrm>
          <a:off x="0" y="0"/>
          <a:ext cx="0" cy="0"/>
          <a:chOff x="0" y="0"/>
          <a:chExt cx="0" cy="0"/>
        </a:xfrm>
      </p:grpSpPr>
      <p:grpSp>
        <p:nvGrpSpPr>
          <p:cNvPr id="108" name="Google Shape;108;p17"/>
          <p:cNvGrpSpPr/>
          <p:nvPr/>
        </p:nvGrpSpPr>
        <p:grpSpPr>
          <a:xfrm>
            <a:off x="0" y="381001"/>
            <a:ext cx="1037850" cy="1016288"/>
            <a:chOff x="0" y="381001"/>
            <a:chExt cx="1037850" cy="1016288"/>
          </a:xfrm>
        </p:grpSpPr>
        <p:sp>
          <p:nvSpPr>
            <p:cNvPr id="109" name="Google Shape;109;p1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1" name="Google Shape;111;p17"/>
          <p:cNvSpPr txBox="1"/>
          <p:nvPr>
            <p:ph type="title"/>
          </p:nvPr>
        </p:nvSpPr>
        <p:spPr>
          <a:xfrm>
            <a:off x="1297500" y="393750"/>
            <a:ext cx="3798900" cy="1493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2" name="Google Shape;112;p17"/>
          <p:cNvSpPr txBox="1"/>
          <p:nvPr>
            <p:ph idx="1" type="body"/>
          </p:nvPr>
        </p:nvSpPr>
        <p:spPr>
          <a:xfrm>
            <a:off x="1297500" y="1972550"/>
            <a:ext cx="3798900" cy="2415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13" name="Google Shape;113;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4" name="Shape 114"/>
        <p:cNvGrpSpPr/>
        <p:nvPr/>
      </p:nvGrpSpPr>
      <p:grpSpPr>
        <a:xfrm>
          <a:off x="0" y="0"/>
          <a:ext cx="0" cy="0"/>
          <a:chOff x="0" y="0"/>
          <a:chExt cx="0" cy="0"/>
        </a:xfrm>
      </p:grpSpPr>
      <p:grpSp>
        <p:nvGrpSpPr>
          <p:cNvPr id="115" name="Google Shape;115;p18"/>
          <p:cNvGrpSpPr/>
          <p:nvPr/>
        </p:nvGrpSpPr>
        <p:grpSpPr>
          <a:xfrm>
            <a:off x="4406400" y="0"/>
            <a:ext cx="4737600" cy="5143500"/>
            <a:chOff x="4406400" y="0"/>
            <a:chExt cx="4737600" cy="5143500"/>
          </a:xfrm>
        </p:grpSpPr>
        <p:sp>
          <p:nvSpPr>
            <p:cNvPr id="116" name="Google Shape;116;p18"/>
            <p:cNvSpPr/>
            <p:nvPr/>
          </p:nvSpPr>
          <p:spPr>
            <a:xfrm rot="5400000">
              <a:off x="4407900" y="-1500"/>
              <a:ext cx="4734600" cy="4737600"/>
            </a:xfrm>
            <a:prstGeom prst="diagStripe">
              <a:avLst>
                <a:gd fmla="val 49469" name="adj"/>
              </a:avLst>
            </a:prstGeom>
            <a:solidFill>
              <a:schemeClr val="lt1">
                <a:alpha val="157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8"/>
            <p:cNvSpPr/>
            <p:nvPr/>
          </p:nvSpPr>
          <p:spPr>
            <a:xfrm rot="5400000">
              <a:off x="4840825" y="6000"/>
              <a:ext cx="4298700" cy="4286700"/>
            </a:xfrm>
            <a:prstGeom prst="diagStripe">
              <a:avLst>
                <a:gd fmla="val 0" name="adj"/>
              </a:avLst>
            </a:prstGeom>
            <a:solidFill>
              <a:schemeClr val="lt1">
                <a:alpha val="157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8"/>
            <p:cNvSpPr/>
            <p:nvPr/>
          </p:nvSpPr>
          <p:spPr>
            <a:xfrm rot="-5400000">
              <a:off x="5618399" y="1236641"/>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8"/>
            <p:cNvSpPr/>
            <p:nvPr/>
          </p:nvSpPr>
          <p:spPr>
            <a:xfrm flipH="1">
              <a:off x="5849857" y="1444078"/>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8"/>
            <p:cNvSpPr/>
            <p:nvPr/>
          </p:nvSpPr>
          <p:spPr>
            <a:xfrm rot="-5400000">
              <a:off x="5987081" y="2469743"/>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18"/>
            <p:cNvSpPr/>
            <p:nvPr/>
          </p:nvSpPr>
          <p:spPr>
            <a:xfrm flipH="1">
              <a:off x="6222115" y="2677179"/>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8"/>
            <p:cNvSpPr/>
            <p:nvPr/>
          </p:nvSpPr>
          <p:spPr>
            <a:xfrm rot="-5400000">
              <a:off x="6675341" y="1862244"/>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1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18"/>
            <p:cNvSpPr/>
            <p:nvPr/>
          </p:nvSpPr>
          <p:spPr>
            <a:xfrm rot="-5400000">
              <a:off x="6861141" y="2478088"/>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8"/>
            <p:cNvSpPr/>
            <p:nvPr/>
          </p:nvSpPr>
          <p:spPr>
            <a:xfrm flipH="1">
              <a:off x="7965266" y="2693191"/>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8"/>
            <p:cNvSpPr/>
            <p:nvPr/>
          </p:nvSpPr>
          <p:spPr>
            <a:xfrm flipH="1">
              <a:off x="8145082" y="3309036"/>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18"/>
            <p:cNvSpPr/>
            <p:nvPr/>
          </p:nvSpPr>
          <p:spPr>
            <a:xfrm rot="-5400000">
              <a:off x="7047599" y="309534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8"/>
            <p:cNvSpPr/>
            <p:nvPr/>
          </p:nvSpPr>
          <p:spPr>
            <a:xfrm flipH="1">
              <a:off x="7276649" y="3302781"/>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8"/>
            <p:cNvSpPr/>
            <p:nvPr/>
          </p:nvSpPr>
          <p:spPr>
            <a:xfrm flipH="1">
              <a:off x="7462448" y="391862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18"/>
            <p:cNvSpPr/>
            <p:nvPr/>
          </p:nvSpPr>
          <p:spPr>
            <a:xfrm rot="-5400000">
              <a:off x="8102491" y="3718856"/>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18"/>
            <p:cNvSpPr/>
            <p:nvPr/>
          </p:nvSpPr>
          <p:spPr>
            <a:xfrm flipH="1">
              <a:off x="8334533" y="3926292"/>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18"/>
            <p:cNvSpPr/>
            <p:nvPr/>
          </p:nvSpPr>
          <p:spPr>
            <a:xfrm rot="-5400000">
              <a:off x="8288290" y="4334700"/>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4" name="Google Shape;134;p18"/>
          <p:cNvSpPr txBox="1"/>
          <p:nvPr>
            <p:ph type="title"/>
          </p:nvPr>
        </p:nvSpPr>
        <p:spPr>
          <a:xfrm>
            <a:off x="823850" y="866775"/>
            <a:ext cx="4587000" cy="3521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5" name="Google Shape;135;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6" name="Shape 136"/>
        <p:cNvGrpSpPr/>
        <p:nvPr/>
      </p:nvGrpSpPr>
      <p:grpSpPr>
        <a:xfrm>
          <a:off x="0" y="0"/>
          <a:ext cx="0" cy="0"/>
          <a:chOff x="0" y="0"/>
          <a:chExt cx="0" cy="0"/>
        </a:xfrm>
      </p:grpSpPr>
      <p:grpSp>
        <p:nvGrpSpPr>
          <p:cNvPr id="137" name="Google Shape;137;p19"/>
          <p:cNvGrpSpPr/>
          <p:nvPr/>
        </p:nvGrpSpPr>
        <p:grpSpPr>
          <a:xfrm>
            <a:off x="0" y="381001"/>
            <a:ext cx="1037850" cy="1016288"/>
            <a:chOff x="0" y="381001"/>
            <a:chExt cx="1037850" cy="1016288"/>
          </a:xfrm>
        </p:grpSpPr>
        <p:sp>
          <p:nvSpPr>
            <p:cNvPr id="138" name="Google Shape;138;p1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0" name="Google Shape;140;p19"/>
          <p:cNvSpPr txBox="1"/>
          <p:nvPr>
            <p:ph type="title"/>
          </p:nvPr>
        </p:nvSpPr>
        <p:spPr>
          <a:xfrm>
            <a:off x="1297500" y="1658325"/>
            <a:ext cx="3036300" cy="1751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41" name="Google Shape;141;p19"/>
          <p:cNvSpPr txBox="1"/>
          <p:nvPr>
            <p:ph idx="1" type="subTitle"/>
          </p:nvPr>
        </p:nvSpPr>
        <p:spPr>
          <a:xfrm>
            <a:off x="1297500" y="3538000"/>
            <a:ext cx="30363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142" name="Google Shape;142;p19"/>
          <p:cNvSpPr txBox="1"/>
          <p:nvPr>
            <p:ph idx="2" type="body"/>
          </p:nvPr>
        </p:nvSpPr>
        <p:spPr>
          <a:xfrm>
            <a:off x="4648200" y="1696600"/>
            <a:ext cx="3676800" cy="234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43" name="Google Shape;143;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4" name="Shape 144"/>
        <p:cNvGrpSpPr/>
        <p:nvPr/>
      </p:nvGrpSpPr>
      <p:grpSpPr>
        <a:xfrm>
          <a:off x="0" y="0"/>
          <a:ext cx="0" cy="0"/>
          <a:chOff x="0" y="0"/>
          <a:chExt cx="0" cy="0"/>
        </a:xfrm>
      </p:grpSpPr>
      <p:grpSp>
        <p:nvGrpSpPr>
          <p:cNvPr id="145" name="Google Shape;145;p20"/>
          <p:cNvGrpSpPr/>
          <p:nvPr/>
        </p:nvGrpSpPr>
        <p:grpSpPr>
          <a:xfrm>
            <a:off x="0" y="4128572"/>
            <a:ext cx="698925" cy="684657"/>
            <a:chOff x="0" y="3785672"/>
            <a:chExt cx="698925" cy="684657"/>
          </a:xfrm>
        </p:grpSpPr>
        <p:sp>
          <p:nvSpPr>
            <p:cNvPr id="146" name="Google Shape;146;p20"/>
            <p:cNvSpPr/>
            <p:nvPr/>
          </p:nvSpPr>
          <p:spPr>
            <a:xfrm rot="-5400000">
              <a:off x="0" y="3785672"/>
              <a:ext cx="544800" cy="544800"/>
            </a:xfrm>
            <a:prstGeom prst="diagStripe">
              <a:avLst>
                <a:gd fmla="val 50000" name="adj"/>
              </a:avLst>
            </a:prstGeom>
            <a:solidFill>
              <a:schemeClr val="lt1">
                <a:alpha val="784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20"/>
            <p:cNvSpPr/>
            <p:nvPr/>
          </p:nvSpPr>
          <p:spPr>
            <a:xfrm flipH="1">
              <a:off x="154125" y="3925529"/>
              <a:ext cx="544800" cy="544800"/>
            </a:xfrm>
            <a:prstGeom prst="diagStripe">
              <a:avLst>
                <a:gd fmla="val 50000" name="adj"/>
              </a:avLst>
            </a:prstGeom>
            <a:solidFill>
              <a:schemeClr val="lt1">
                <a:alpha val="784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8" name="Google Shape;148;p20"/>
          <p:cNvSpPr txBox="1"/>
          <p:nvPr>
            <p:ph idx="1" type="body"/>
          </p:nvPr>
        </p:nvSpPr>
        <p:spPr>
          <a:xfrm>
            <a:off x="812725" y="4305375"/>
            <a:ext cx="6936000" cy="523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49" name="Google Shape;14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0" name="Shape 150"/>
        <p:cNvGrpSpPr/>
        <p:nvPr/>
      </p:nvGrpSpPr>
      <p:grpSpPr>
        <a:xfrm>
          <a:off x="0" y="0"/>
          <a:ext cx="0" cy="0"/>
          <a:chOff x="0" y="0"/>
          <a:chExt cx="0" cy="0"/>
        </a:xfrm>
      </p:grpSpPr>
      <p:grpSp>
        <p:nvGrpSpPr>
          <p:cNvPr id="151" name="Google Shape;151;p21"/>
          <p:cNvGrpSpPr/>
          <p:nvPr/>
        </p:nvGrpSpPr>
        <p:grpSpPr>
          <a:xfrm>
            <a:off x="4406400" y="0"/>
            <a:ext cx="4737600" cy="5143065"/>
            <a:chOff x="4406400" y="0"/>
            <a:chExt cx="4737600" cy="5143065"/>
          </a:xfrm>
        </p:grpSpPr>
        <p:sp>
          <p:nvSpPr>
            <p:cNvPr id="152" name="Google Shape;152;p21"/>
            <p:cNvSpPr/>
            <p:nvPr/>
          </p:nvSpPr>
          <p:spPr>
            <a:xfrm rot="5400000">
              <a:off x="4408200" y="-1800"/>
              <a:ext cx="4734000" cy="4737600"/>
            </a:xfrm>
            <a:prstGeom prst="diagStripe">
              <a:avLst>
                <a:gd fmla="val 49469" name="adj"/>
              </a:avLst>
            </a:prstGeom>
            <a:solidFill>
              <a:schemeClr val="lt1">
                <a:alpha val="157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21"/>
            <p:cNvSpPr/>
            <p:nvPr/>
          </p:nvSpPr>
          <p:spPr>
            <a:xfrm rot="5400000">
              <a:off x="4841125" y="5700"/>
              <a:ext cx="4298100" cy="4286700"/>
            </a:xfrm>
            <a:prstGeom prst="diagStripe">
              <a:avLst>
                <a:gd fmla="val 0" name="adj"/>
              </a:avLst>
            </a:prstGeom>
            <a:solidFill>
              <a:schemeClr val="lt1">
                <a:alpha val="157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21"/>
            <p:cNvSpPr/>
            <p:nvPr/>
          </p:nvSpPr>
          <p:spPr>
            <a:xfrm rot="-5400000">
              <a:off x="5618399" y="1236468"/>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21"/>
            <p:cNvSpPr/>
            <p:nvPr/>
          </p:nvSpPr>
          <p:spPr>
            <a:xfrm flipH="1">
              <a:off x="5849857" y="1443956"/>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1"/>
            <p:cNvSpPr/>
            <p:nvPr/>
          </p:nvSpPr>
          <p:spPr>
            <a:xfrm rot="-5400000">
              <a:off x="5987081" y="246946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21"/>
            <p:cNvSpPr/>
            <p:nvPr/>
          </p:nvSpPr>
          <p:spPr>
            <a:xfrm flipH="1">
              <a:off x="6222115" y="2676953"/>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21"/>
            <p:cNvSpPr/>
            <p:nvPr/>
          </p:nvSpPr>
          <p:spPr>
            <a:xfrm rot="-5400000">
              <a:off x="6675341" y="1862018"/>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21"/>
            <p:cNvSpPr/>
            <p:nvPr/>
          </p:nvSpPr>
          <p:spPr>
            <a:xfrm rot="-5400000">
              <a:off x="6861141" y="2477810"/>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1"/>
            <p:cNvSpPr/>
            <p:nvPr/>
          </p:nvSpPr>
          <p:spPr>
            <a:xfrm flipH="1">
              <a:off x="7965266" y="2692963"/>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1"/>
            <p:cNvSpPr/>
            <p:nvPr/>
          </p:nvSpPr>
          <p:spPr>
            <a:xfrm flipH="1">
              <a:off x="8145082" y="330875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1"/>
            <p:cNvSpPr/>
            <p:nvPr/>
          </p:nvSpPr>
          <p:spPr>
            <a:xfrm rot="-5400000">
              <a:off x="7047599" y="309501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21"/>
            <p:cNvSpPr/>
            <p:nvPr/>
          </p:nvSpPr>
          <p:spPr>
            <a:xfrm flipH="1">
              <a:off x="7276649" y="3302502"/>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2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21"/>
            <p:cNvSpPr/>
            <p:nvPr/>
          </p:nvSpPr>
          <p:spPr>
            <a:xfrm flipH="1">
              <a:off x="7462448" y="3918294"/>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21"/>
            <p:cNvSpPr/>
            <p:nvPr/>
          </p:nvSpPr>
          <p:spPr>
            <a:xfrm rot="-5400000">
              <a:off x="8102491" y="3718473"/>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21"/>
            <p:cNvSpPr/>
            <p:nvPr/>
          </p:nvSpPr>
          <p:spPr>
            <a:xfrm flipH="1">
              <a:off x="8334533" y="3925960"/>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21"/>
            <p:cNvSpPr/>
            <p:nvPr/>
          </p:nvSpPr>
          <p:spPr>
            <a:xfrm rot="-5400000">
              <a:off x="8288290" y="4334265"/>
              <a:ext cx="808800" cy="808800"/>
            </a:xfrm>
            <a:prstGeom prst="diagStripe">
              <a:avLst>
                <a:gd fmla="val 50000" name="adj"/>
              </a:avLst>
            </a:prstGeom>
            <a:solidFill>
              <a:schemeClr val="lt1">
                <a:alpha val="549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0" name="Google Shape;170;p21"/>
          <p:cNvSpPr txBox="1"/>
          <p:nvPr>
            <p:ph hasCustomPrompt="1" type="title"/>
          </p:nvPr>
        </p:nvSpPr>
        <p:spPr>
          <a:xfrm>
            <a:off x="823850" y="1284675"/>
            <a:ext cx="4776000" cy="1300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8000"/>
              <a:buNone/>
              <a:defRPr sz="8000"/>
            </a:lvl1pPr>
            <a:lvl2pPr lvl="1" algn="l">
              <a:lnSpc>
                <a:spcPct val="100000"/>
              </a:lnSpc>
              <a:spcBef>
                <a:spcPts val="0"/>
              </a:spcBef>
              <a:spcAft>
                <a:spcPts val="0"/>
              </a:spcAft>
              <a:buSzPts val="8000"/>
              <a:buNone/>
              <a:defRPr sz="8000"/>
            </a:lvl2pPr>
            <a:lvl3pPr lvl="2" algn="l">
              <a:lnSpc>
                <a:spcPct val="100000"/>
              </a:lnSpc>
              <a:spcBef>
                <a:spcPts val="0"/>
              </a:spcBef>
              <a:spcAft>
                <a:spcPts val="0"/>
              </a:spcAft>
              <a:buSzPts val="8000"/>
              <a:buNone/>
              <a:defRPr sz="8000"/>
            </a:lvl3pPr>
            <a:lvl4pPr lvl="3" algn="l">
              <a:lnSpc>
                <a:spcPct val="100000"/>
              </a:lnSpc>
              <a:spcBef>
                <a:spcPts val="0"/>
              </a:spcBef>
              <a:spcAft>
                <a:spcPts val="0"/>
              </a:spcAft>
              <a:buSzPts val="8000"/>
              <a:buNone/>
              <a:defRPr sz="8000"/>
            </a:lvl4pPr>
            <a:lvl5pPr lvl="4" algn="l">
              <a:lnSpc>
                <a:spcPct val="100000"/>
              </a:lnSpc>
              <a:spcBef>
                <a:spcPts val="0"/>
              </a:spcBef>
              <a:spcAft>
                <a:spcPts val="0"/>
              </a:spcAft>
              <a:buSzPts val="8000"/>
              <a:buNone/>
              <a:defRPr sz="8000"/>
            </a:lvl5pPr>
            <a:lvl6pPr lvl="5" algn="l">
              <a:lnSpc>
                <a:spcPct val="100000"/>
              </a:lnSpc>
              <a:spcBef>
                <a:spcPts val="0"/>
              </a:spcBef>
              <a:spcAft>
                <a:spcPts val="0"/>
              </a:spcAft>
              <a:buSzPts val="8000"/>
              <a:buNone/>
              <a:defRPr sz="8000"/>
            </a:lvl6pPr>
            <a:lvl7pPr lvl="6" algn="l">
              <a:lnSpc>
                <a:spcPct val="100000"/>
              </a:lnSpc>
              <a:spcBef>
                <a:spcPts val="0"/>
              </a:spcBef>
              <a:spcAft>
                <a:spcPts val="0"/>
              </a:spcAft>
              <a:buSzPts val="8000"/>
              <a:buNone/>
              <a:defRPr sz="8000"/>
            </a:lvl7pPr>
            <a:lvl8pPr lvl="7" algn="l">
              <a:lnSpc>
                <a:spcPct val="100000"/>
              </a:lnSpc>
              <a:spcBef>
                <a:spcPts val="0"/>
              </a:spcBef>
              <a:spcAft>
                <a:spcPts val="0"/>
              </a:spcAft>
              <a:buSzPts val="8000"/>
              <a:buNone/>
              <a:defRPr sz="8000"/>
            </a:lvl8pPr>
            <a:lvl9pPr lvl="8" algn="l">
              <a:lnSpc>
                <a:spcPct val="100000"/>
              </a:lnSpc>
              <a:spcBef>
                <a:spcPts val="0"/>
              </a:spcBef>
              <a:spcAft>
                <a:spcPts val="0"/>
              </a:spcAft>
              <a:buSzPts val="8000"/>
              <a:buNone/>
              <a:defRPr sz="8000"/>
            </a:lvl9pPr>
          </a:lstStyle>
          <a:p>
            <a:r>
              <a:t>xx%</a:t>
            </a:r>
          </a:p>
        </p:txBody>
      </p:sp>
      <p:sp>
        <p:nvSpPr>
          <p:cNvPr id="171" name="Google Shape;171;p21"/>
          <p:cNvSpPr txBox="1"/>
          <p:nvPr>
            <p:ph idx="1" type="body"/>
          </p:nvPr>
        </p:nvSpPr>
        <p:spPr>
          <a:xfrm>
            <a:off x="823850" y="2643124"/>
            <a:ext cx="4776000" cy="12189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72" name="Google Shape;172;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3" name="Shape 173"/>
        <p:cNvGrpSpPr/>
        <p:nvPr/>
      </p:nvGrpSpPr>
      <p:grpSpPr>
        <a:xfrm>
          <a:off x="0" y="0"/>
          <a:ext cx="0" cy="0"/>
          <a:chOff x="0" y="0"/>
          <a:chExt cx="0" cy="0"/>
        </a:xfrm>
      </p:grpSpPr>
      <p:sp>
        <p:nvSpPr>
          <p:cNvPr id="174" name="Google Shape;174;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374f8d69407_0_5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374f8d69407_0_5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374f8d69407_0_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0" name="Shape 50"/>
        <p:cNvGrpSpPr/>
        <p:nvPr/>
      </p:nvGrpSpPr>
      <p:grpSpPr>
        <a:xfrm>
          <a:off x="0" y="0"/>
          <a:ext cx="0" cy="0"/>
          <a:chOff x="0" y="0"/>
          <a:chExt cx="0" cy="0"/>
        </a:xfrm>
      </p:grpSpPr>
      <p:sp>
        <p:nvSpPr>
          <p:cNvPr id="51" name="Google Shape;51;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1pPr>
            <a:lvl2pPr lvl="1" marR="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2pPr>
            <a:lvl3pPr lvl="2" marR="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3pPr>
            <a:lvl4pPr lvl="3" marR="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4pPr>
            <a:lvl5pPr lvl="4" marR="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5pPr>
            <a:lvl6pPr lvl="5" marR="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6pPr>
            <a:lvl7pPr lvl="6" marR="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7pPr>
            <a:lvl8pPr lvl="7" marR="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8pPr>
            <a:lvl9pPr lvl="8" marR="0" algn="l">
              <a:lnSpc>
                <a:spcPct val="100000"/>
              </a:lnSpc>
              <a:spcBef>
                <a:spcPts val="0"/>
              </a:spcBef>
              <a:spcAft>
                <a:spcPts val="0"/>
              </a:spcAft>
              <a:buClr>
                <a:schemeClr val="lt1"/>
              </a:buClr>
              <a:buSzPts val="2800"/>
              <a:buFont typeface="Montserrat"/>
              <a:buNone/>
              <a:defRPr b="0" i="0" sz="2800" u="none" cap="none" strike="noStrike">
                <a:solidFill>
                  <a:schemeClr val="lt1"/>
                </a:solidFill>
                <a:latin typeface="Montserrat"/>
                <a:ea typeface="Montserrat"/>
                <a:cs typeface="Montserrat"/>
                <a:sym typeface="Montserrat"/>
              </a:defRPr>
            </a:lvl9pPr>
          </a:lstStyle>
          <a:p/>
        </p:txBody>
      </p:sp>
      <p:sp>
        <p:nvSpPr>
          <p:cNvPr id="52" name="Google Shape;52;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algn="l">
              <a:lnSpc>
                <a:spcPct val="115000"/>
              </a:lnSpc>
              <a:spcBef>
                <a:spcPts val="0"/>
              </a:spcBef>
              <a:spcAft>
                <a:spcPts val="0"/>
              </a:spcAft>
              <a:buClr>
                <a:schemeClr val="lt1"/>
              </a:buClr>
              <a:buSzPts val="1300"/>
              <a:buFont typeface="Lato"/>
              <a:buChar char="●"/>
              <a:defRPr b="0" i="0" sz="1300" u="none" cap="none" strike="noStrike">
                <a:solidFill>
                  <a:schemeClr val="lt1"/>
                </a:solidFill>
                <a:latin typeface="Lato"/>
                <a:ea typeface="Lato"/>
                <a:cs typeface="Lato"/>
                <a:sym typeface="Lato"/>
              </a:defRPr>
            </a:lvl1pPr>
            <a:lvl2pPr indent="-298450" lvl="1" marL="914400" marR="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2pPr>
            <a:lvl3pPr indent="-298450" lvl="2" marL="1371600" marR="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3pPr>
            <a:lvl4pPr indent="-298450" lvl="3" marL="1828800" marR="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4pPr>
            <a:lvl5pPr indent="-298450" lvl="4" marL="2286000" marR="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5pPr>
            <a:lvl6pPr indent="-298450" lvl="5" marL="2743200" marR="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6pPr>
            <a:lvl7pPr indent="-298450" lvl="6" marL="3200400" marR="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7pPr>
            <a:lvl8pPr indent="-298450" lvl="7" marL="3657600" marR="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8pPr>
            <a:lvl9pPr indent="-298450" lvl="8" marL="4114800" marR="0" algn="l">
              <a:lnSpc>
                <a:spcPct val="115000"/>
              </a:lnSpc>
              <a:spcBef>
                <a:spcPts val="0"/>
              </a:spcBef>
              <a:spcAft>
                <a:spcPts val="0"/>
              </a:spcAft>
              <a:buClr>
                <a:schemeClr val="lt1"/>
              </a:buClr>
              <a:buSzPts val="1100"/>
              <a:buFont typeface="Lato"/>
              <a:buChar char="■"/>
              <a:defRPr b="0" i="0" sz="1100" u="none" cap="none" strike="noStrike">
                <a:solidFill>
                  <a:schemeClr val="lt1"/>
                </a:solidFill>
                <a:latin typeface="Lato"/>
                <a:ea typeface="Lato"/>
                <a:cs typeface="Lato"/>
                <a:sym typeface="Lato"/>
              </a:defRPr>
            </a:lvl9pPr>
          </a:lstStyle>
          <a:p/>
        </p:txBody>
      </p:sp>
      <p:sp>
        <p:nvSpPr>
          <p:cNvPr id="53" name="Google Shape;53;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hyperlink" Target="http://www.youtube.com/watch?v=qgnDbQ1aM54" TargetMode="External"/><Relationship Id="rId5"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hyperlink" Target="http://www.youtube.com/watch?v=qgnDbQ1aM54" TargetMode="External"/><Relationship Id="rId5"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1" Type="http://schemas.openxmlformats.org/officeDocument/2006/relationships/hyperlink" Target="https://containerd.io" TargetMode="External"/><Relationship Id="rId10" Type="http://schemas.openxmlformats.org/officeDocument/2006/relationships/hyperlink" Target="https://containerd.io" TargetMode="External"/><Relationship Id="rId13" Type="http://schemas.openxmlformats.org/officeDocument/2006/relationships/hyperlink" Target="https://opencontainers.org" TargetMode="External"/><Relationship Id="rId12" Type="http://schemas.openxmlformats.org/officeDocument/2006/relationships/hyperlink" Target="https://opencontainers.org" TargetMode="External"/><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hyperlink" Target="https://goharbor.io" TargetMode="External"/><Relationship Id="rId4" Type="http://schemas.openxmlformats.org/officeDocument/2006/relationships/hyperlink" Target="https://goharbor.io" TargetMode="External"/><Relationship Id="rId9" Type="http://schemas.openxmlformats.org/officeDocument/2006/relationships/hyperlink" Target="https://containerd.io" TargetMode="External"/><Relationship Id="rId14" Type="http://schemas.openxmlformats.org/officeDocument/2006/relationships/hyperlink" Target="https://opencontainers.org" TargetMode="External"/><Relationship Id="rId5" Type="http://schemas.openxmlformats.org/officeDocument/2006/relationships/hyperlink" Target="https://goharbor.io" TargetMode="External"/><Relationship Id="rId6" Type="http://schemas.openxmlformats.org/officeDocument/2006/relationships/hyperlink" Target="https://github.com/project-zot/zot" TargetMode="External"/><Relationship Id="rId7" Type="http://schemas.openxmlformats.org/officeDocument/2006/relationships/hyperlink" Target="https://github.com/project-zot/zot" TargetMode="External"/><Relationship Id="rId8" Type="http://schemas.openxmlformats.org/officeDocument/2006/relationships/hyperlink" Target="https://github.com/project-zot/zot"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g374f8d69407_0_52"/>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180" name="Google Shape;180;g374f8d69407_0_52"/>
          <p:cNvGraphicFramePr/>
          <p:nvPr/>
        </p:nvGraphicFramePr>
        <p:xfrm>
          <a:off x="5328200" y="970025"/>
          <a:ext cx="3000000" cy="3000000"/>
        </p:xfrm>
        <a:graphic>
          <a:graphicData uri="http://schemas.openxmlformats.org/drawingml/2006/table">
            <a:tbl>
              <a:tblPr>
                <a:noFill/>
                <a:tableStyleId>{18836464-C523-4E2D-AE59-A95786D92D96}</a:tableStyleId>
              </a:tblPr>
              <a:tblGrid>
                <a:gridCol w="1518200"/>
                <a:gridCol w="2172375"/>
              </a:tblGrid>
              <a:tr h="32245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Día, Fecha:</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a:t>06</a:t>
                      </a:r>
                      <a:r>
                        <a:rPr lang="es" sz="1400" u="none" cap="none" strike="noStrike"/>
                        <a:t>/0</a:t>
                      </a:r>
                      <a:r>
                        <a:rPr lang="es"/>
                        <a:t>2</a:t>
                      </a:r>
                      <a:r>
                        <a:rPr lang="es" sz="1400" u="none" cap="none" strike="noStrike"/>
                        <a:t>/202</a:t>
                      </a:r>
                      <a:r>
                        <a:rPr lang="es"/>
                        <a:t>6</a:t>
                      </a:r>
                      <a:endParaRPr sz="1400" u="none" cap="none" strike="noStrike"/>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Hora de inicio:</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17:20</a:t>
                      </a:r>
                      <a:endParaRPr sz="1400" u="none" cap="none" strike="noStrike"/>
                    </a:p>
                  </a:txBody>
                  <a:tcPr marT="91425" marB="91425" marR="91425" marL="91425"/>
                </a:tc>
              </a:tr>
            </a:tbl>
          </a:graphicData>
        </a:graphic>
      </p:graphicFrame>
      <p:sp>
        <p:nvSpPr>
          <p:cNvPr id="181" name="Google Shape;181;g374f8d69407_0_52"/>
          <p:cNvSpPr txBox="1"/>
          <p:nvPr/>
        </p:nvSpPr>
        <p:spPr>
          <a:xfrm>
            <a:off x="2538600" y="2287050"/>
            <a:ext cx="4368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s" sz="2500" u="none" cap="none" strike="noStrike">
                <a:solidFill>
                  <a:srgbClr val="000000"/>
                </a:solidFill>
                <a:latin typeface="Arial"/>
                <a:ea typeface="Arial"/>
                <a:cs typeface="Arial"/>
                <a:sym typeface="Arial"/>
              </a:rPr>
              <a:t>Sistemas Operativos 1 [P]</a:t>
            </a:r>
            <a:endParaRPr b="1" i="0" sz="2500" u="none" cap="none" strike="noStrike">
              <a:solidFill>
                <a:srgbClr val="000000"/>
              </a:solidFill>
              <a:latin typeface="Arial"/>
              <a:ea typeface="Arial"/>
              <a:cs typeface="Arial"/>
              <a:sym typeface="Arial"/>
            </a:endParaRPr>
          </a:p>
        </p:txBody>
      </p:sp>
      <p:sp>
        <p:nvSpPr>
          <p:cNvPr id="182" name="Google Shape;182;g374f8d69407_0_52"/>
          <p:cNvSpPr txBox="1"/>
          <p:nvPr/>
        </p:nvSpPr>
        <p:spPr>
          <a:xfrm>
            <a:off x="1778700" y="2900750"/>
            <a:ext cx="5586600" cy="631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lang="es" sz="2900"/>
              <a:t>José Lorenzana</a:t>
            </a:r>
            <a:endParaRPr b="1" i="0" sz="2900" u="none" cap="none" strike="noStrike">
              <a:solidFill>
                <a:srgbClr val="000000"/>
              </a:solidFill>
              <a:latin typeface="Arial"/>
              <a:ea typeface="Arial"/>
              <a:cs typeface="Arial"/>
              <a:sym typeface="Arial"/>
            </a:endParaRPr>
          </a:p>
        </p:txBody>
      </p:sp>
      <p:pic>
        <p:nvPicPr>
          <p:cNvPr descr="Set a timer for 5 minutes. This 5 minute timer with alarm silently counts down to 00:00 and then alerts you with a gentle alarm sound.&#10;&#10;What Is the 5 Minute Timer?&#10;If you're looking for a timer to help you stay on track with your work, a 5 minute countdown is a great option. You can use it to break up your work time into manageable chunks, and it can also help you avoid getting bogged down with one task for too long.&#10;&#10;How to Set a 5 Minute Timer&#10;There are a few different ways to set a 5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5 Minute Alarm?&#10;This timer is perfect for work or study sessions. It's also great for any activity where you want to be sure to take a break every 5 minutes, such as cooking, laundry, or working out.&#10;&#10;Online Timer - https://timer.onlinealarmkur.com/en/" id="183" name="Google Shape;183;g374f8d69407_0_52" title="5 Minute Timer">
            <a:hlinkClick r:id="rId4"/>
          </p:cNvPr>
          <p:cNvPicPr preferRelativeResize="0"/>
          <p:nvPr/>
        </p:nvPicPr>
        <p:blipFill rotWithShape="1">
          <a:blip r:embed="rId5">
            <a:alphaModFix/>
          </a:blip>
          <a:srcRect b="0" l="0" r="0" t="0"/>
          <a:stretch/>
        </p:blipFill>
        <p:spPr>
          <a:xfrm>
            <a:off x="6087550" y="3374975"/>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1000"/>
                                        <p:tgtEl>
                                          <p:spTgt spid="1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g3c9abdb1e8c_0_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189" name="Google Shape;189;g3c9abdb1e8c_0_0"/>
          <p:cNvGraphicFramePr/>
          <p:nvPr/>
        </p:nvGraphicFramePr>
        <p:xfrm>
          <a:off x="5328200" y="970025"/>
          <a:ext cx="3000000" cy="3000000"/>
        </p:xfrm>
        <a:graphic>
          <a:graphicData uri="http://schemas.openxmlformats.org/drawingml/2006/table">
            <a:tbl>
              <a:tblPr>
                <a:noFill/>
                <a:tableStyleId>{18836464-C523-4E2D-AE59-A95786D92D96}</a:tableStyleId>
              </a:tblPr>
              <a:tblGrid>
                <a:gridCol w="1518200"/>
                <a:gridCol w="2172375"/>
              </a:tblGrid>
              <a:tr h="32245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Día, Fecha:</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a:t>19/</a:t>
                      </a:r>
                      <a:r>
                        <a:rPr lang="es" sz="1400" u="none" cap="none" strike="noStrike"/>
                        <a:t>0</a:t>
                      </a:r>
                      <a:r>
                        <a:rPr lang="es"/>
                        <a:t>2</a:t>
                      </a:r>
                      <a:r>
                        <a:rPr lang="es" sz="1400" u="none" cap="none" strike="noStrike"/>
                        <a:t>/202</a:t>
                      </a:r>
                      <a:r>
                        <a:rPr lang="es"/>
                        <a:t>6</a:t>
                      </a:r>
                      <a:endParaRPr sz="1400" u="none" cap="none" strike="noStrike"/>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Hora de inicio:</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17:20</a:t>
                      </a:r>
                      <a:endParaRPr sz="1400" u="none" cap="none" strike="noStrike"/>
                    </a:p>
                  </a:txBody>
                  <a:tcPr marT="91425" marB="91425" marR="91425" marL="91425"/>
                </a:tc>
              </a:tr>
            </a:tbl>
          </a:graphicData>
        </a:graphic>
      </p:graphicFrame>
      <p:sp>
        <p:nvSpPr>
          <p:cNvPr id="190" name="Google Shape;190;g3c9abdb1e8c_0_0"/>
          <p:cNvSpPr txBox="1"/>
          <p:nvPr/>
        </p:nvSpPr>
        <p:spPr>
          <a:xfrm>
            <a:off x="2538600" y="2287050"/>
            <a:ext cx="4368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s" sz="2500" u="none" cap="none" strike="noStrike">
                <a:solidFill>
                  <a:srgbClr val="000000"/>
                </a:solidFill>
                <a:latin typeface="Arial"/>
                <a:ea typeface="Arial"/>
                <a:cs typeface="Arial"/>
                <a:sym typeface="Arial"/>
              </a:rPr>
              <a:t>Sistemas Operativos 1 [P]</a:t>
            </a:r>
            <a:endParaRPr b="1" i="0" sz="2500" u="none" cap="none" strike="noStrike">
              <a:solidFill>
                <a:srgbClr val="000000"/>
              </a:solidFill>
              <a:latin typeface="Arial"/>
              <a:ea typeface="Arial"/>
              <a:cs typeface="Arial"/>
              <a:sym typeface="Arial"/>
            </a:endParaRPr>
          </a:p>
        </p:txBody>
      </p:sp>
      <p:sp>
        <p:nvSpPr>
          <p:cNvPr id="191" name="Google Shape;191;g3c9abdb1e8c_0_0"/>
          <p:cNvSpPr txBox="1"/>
          <p:nvPr/>
        </p:nvSpPr>
        <p:spPr>
          <a:xfrm>
            <a:off x="1778700" y="2900750"/>
            <a:ext cx="5586600" cy="631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1" lang="es" sz="2900"/>
              <a:t>Edgar Alvarez</a:t>
            </a:r>
            <a:endParaRPr b="1" i="0" sz="2900" u="none" cap="none" strike="noStrike">
              <a:solidFill>
                <a:srgbClr val="000000"/>
              </a:solidFill>
              <a:latin typeface="Arial"/>
              <a:ea typeface="Arial"/>
              <a:cs typeface="Arial"/>
              <a:sym typeface="Arial"/>
            </a:endParaRPr>
          </a:p>
        </p:txBody>
      </p:sp>
      <p:pic>
        <p:nvPicPr>
          <p:cNvPr descr="Set a timer for 5 minutes. This 5 minute timer with alarm silently counts down to 00:00 and then alerts you with a gentle alarm sound.&#10;&#10;What Is the 5 Minute Timer?&#10;If you're looking for a timer to help you stay on track with your work, a 5 minute countdown is a great option. You can use it to break up your work time into manageable chunks, and it can also help you avoid getting bogged down with one task for too long.&#10;&#10;How to Set a 5 Minute Timer&#10;There are a few different ways to set a 5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5 Minute Alarm?&#10;This timer is perfect for work or study sessions. It's also great for any activity where you want to be sure to take a break every 5 minutes, such as cooking, laundry, or working out.&#10;&#10;Online Timer - https://timer.onlinealarmkur.com/en/" id="192" name="Google Shape;192;g3c9abdb1e8c_0_0" title="5 Minute Timer">
            <a:hlinkClick r:id="rId4"/>
          </p:cNvPr>
          <p:cNvPicPr preferRelativeResize="0"/>
          <p:nvPr/>
        </p:nvPicPr>
        <p:blipFill rotWithShape="1">
          <a:blip r:embed="rId5">
            <a:alphaModFix/>
          </a:blip>
          <a:srcRect b="0" l="0" r="0" t="0"/>
          <a:stretch/>
        </p:blipFill>
        <p:spPr>
          <a:xfrm>
            <a:off x="6087550" y="3374975"/>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1000"/>
                                        <p:tgtEl>
                                          <p:spTgt spid="1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000"/>
              <a:buNone/>
            </a:pPr>
            <a:r>
              <a:t/>
            </a:r>
            <a:endParaRPr/>
          </a:p>
        </p:txBody>
      </p:sp>
      <p:sp>
        <p:nvSpPr>
          <p:cNvPr id="198" name="Google Shape;198;p1"/>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t/>
            </a:r>
            <a:endParaRPr/>
          </a:p>
        </p:txBody>
      </p:sp>
      <p:pic>
        <p:nvPicPr>
          <p:cNvPr id="199" name="Google Shape;199;p1"/>
          <p:cNvPicPr preferRelativeResize="0"/>
          <p:nvPr/>
        </p:nvPicPr>
        <p:blipFill rotWithShape="1">
          <a:blip r:embed="rId3">
            <a:alphaModFix/>
          </a:blip>
          <a:srcRect b="0" l="0" r="0" t="0"/>
          <a:stretch/>
        </p:blipFill>
        <p:spPr>
          <a:xfrm>
            <a:off x="11875" y="0"/>
            <a:ext cx="9120251" cy="5143501"/>
          </a:xfrm>
          <a:prstGeom prst="rect">
            <a:avLst/>
          </a:prstGeom>
          <a:noFill/>
          <a:ln>
            <a:noFill/>
          </a:ln>
        </p:spPr>
      </p:pic>
      <p:sp>
        <p:nvSpPr>
          <p:cNvPr id="200" name="Google Shape;200;p1"/>
          <p:cNvSpPr txBox="1"/>
          <p:nvPr/>
        </p:nvSpPr>
        <p:spPr>
          <a:xfrm>
            <a:off x="4272925" y="990900"/>
            <a:ext cx="47757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1B212C"/>
                </a:solidFill>
                <a:latin typeface="Impact"/>
                <a:ea typeface="Impact"/>
                <a:cs typeface="Impact"/>
                <a:sym typeface="Impact"/>
              </a:rPr>
              <a:t>Universidad de San Carlos de Guatemala</a:t>
            </a:r>
            <a:endParaRPr b="0" i="0" sz="1800" u="none" cap="none" strike="noStrike">
              <a:solidFill>
                <a:srgbClr val="1B212C"/>
              </a:solidFill>
              <a:latin typeface="Impact"/>
              <a:ea typeface="Impact"/>
              <a:cs typeface="Impact"/>
              <a:sym typeface="Impact"/>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1B212C"/>
                </a:solidFill>
                <a:latin typeface="Impact"/>
                <a:ea typeface="Impact"/>
                <a:cs typeface="Impact"/>
                <a:sym typeface="Impact"/>
              </a:rPr>
              <a:t>Facultad de Ingeniería</a:t>
            </a:r>
            <a:endParaRPr b="0" i="0" sz="1800" u="none" cap="none" strike="noStrike">
              <a:solidFill>
                <a:srgbClr val="1B212C"/>
              </a:solidFill>
              <a:latin typeface="Impact"/>
              <a:ea typeface="Impact"/>
              <a:cs typeface="Impact"/>
              <a:sym typeface="Impact"/>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1B212C"/>
                </a:solidFill>
                <a:latin typeface="Impact"/>
                <a:ea typeface="Impact"/>
                <a:cs typeface="Impact"/>
                <a:sym typeface="Impact"/>
              </a:rPr>
              <a:t>Ingeniería en Ciencias y Sistemas</a:t>
            </a:r>
            <a:endParaRPr b="0" i="0" sz="1800" u="none" cap="none" strike="noStrike">
              <a:solidFill>
                <a:srgbClr val="1B212C"/>
              </a:solidFill>
              <a:latin typeface="Impact"/>
              <a:ea typeface="Impact"/>
              <a:cs typeface="Impact"/>
              <a:sym typeface="Impact"/>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1B212C"/>
                </a:solidFill>
                <a:latin typeface="Impact"/>
                <a:ea typeface="Impact"/>
                <a:cs typeface="Impact"/>
                <a:sym typeface="Impact"/>
              </a:rPr>
              <a:t>LABORATORIO SISTEMAS OPERATIVOS 1 </a:t>
            </a:r>
            <a:endParaRPr b="0" i="0" sz="1800" u="none" cap="none" strike="noStrike">
              <a:solidFill>
                <a:srgbClr val="1B212C"/>
              </a:solidFill>
              <a:latin typeface="Impact"/>
              <a:ea typeface="Impact"/>
              <a:cs typeface="Impact"/>
              <a:sym typeface="Impact"/>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1B212C"/>
                </a:solidFill>
                <a:latin typeface="Impact"/>
                <a:ea typeface="Impact"/>
                <a:cs typeface="Impact"/>
                <a:sym typeface="Impact"/>
              </a:rPr>
              <a:t>Unidad 1: Fundamentos de Sistemas Operativos y Administración Avanzada</a:t>
            </a:r>
            <a:endParaRPr b="0" i="0" sz="1800" u="none" cap="none" strike="noStrike">
              <a:solidFill>
                <a:srgbClr val="1B212C"/>
              </a:solidFill>
              <a:latin typeface="Impact"/>
              <a:ea typeface="Impact"/>
              <a:cs typeface="Impact"/>
              <a:sym typeface="Impact"/>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1B212C"/>
                </a:solidFill>
                <a:latin typeface="Impact"/>
                <a:ea typeface="Impact"/>
                <a:cs typeface="Impact"/>
                <a:sym typeface="Impact"/>
              </a:rPr>
              <a:t>SEMANA 04</a:t>
            </a:r>
            <a:endParaRPr b="0" i="0" sz="1800" u="none" cap="none" strike="noStrike">
              <a:solidFill>
                <a:srgbClr val="1B212C"/>
              </a:solidFill>
              <a:latin typeface="Impact"/>
              <a:ea typeface="Impact"/>
              <a:cs typeface="Impact"/>
              <a:sym typeface="Impac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4" name="Shape 204"/>
        <p:cNvGrpSpPr/>
        <p:nvPr/>
      </p:nvGrpSpPr>
      <p:grpSpPr>
        <a:xfrm>
          <a:off x="0" y="0"/>
          <a:ext cx="0" cy="0"/>
          <a:chOff x="0" y="0"/>
          <a:chExt cx="0" cy="0"/>
        </a:xfrm>
      </p:grpSpPr>
      <p:sp>
        <p:nvSpPr>
          <p:cNvPr id="205" name="Google Shape;205;p3"/>
          <p:cNvSpPr txBox="1"/>
          <p:nvPr>
            <p:ph idx="1" type="body"/>
          </p:nvPr>
        </p:nvSpPr>
        <p:spPr>
          <a:xfrm>
            <a:off x="1216800" y="1493900"/>
            <a:ext cx="7560600" cy="271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 sz="1757">
                <a:latin typeface="Montserrat"/>
                <a:ea typeface="Montserrat"/>
                <a:cs typeface="Montserrat"/>
                <a:sym typeface="Montserrat"/>
              </a:rPr>
              <a:t>CORREO:</a:t>
            </a:r>
            <a:endParaRPr sz="1757">
              <a:latin typeface="Montserrat"/>
              <a:ea typeface="Montserrat"/>
              <a:cs typeface="Montserrat"/>
              <a:sym typeface="Montserrat"/>
            </a:endParaRPr>
          </a:p>
          <a:p>
            <a:pPr indent="-340169" lvl="0" marL="457200" rtl="0" algn="l">
              <a:lnSpc>
                <a:spcPct val="115000"/>
              </a:lnSpc>
              <a:spcBef>
                <a:spcPts val="0"/>
              </a:spcBef>
              <a:spcAft>
                <a:spcPts val="0"/>
              </a:spcAft>
              <a:buSzPts val="1757"/>
              <a:buFont typeface="Montserrat"/>
              <a:buChar char="●"/>
            </a:pPr>
            <a:r>
              <a:rPr lang="es" sz="1757">
                <a:latin typeface="Montserrat"/>
                <a:ea typeface="Montserrat"/>
                <a:cs typeface="Montserrat"/>
                <a:sym typeface="Montserrat"/>
              </a:rPr>
              <a:t>3718164320101@ingenieria.usac.edu.gt</a:t>
            </a:r>
            <a:endParaRPr sz="1757">
              <a:latin typeface="Montserrat"/>
              <a:ea typeface="Montserrat"/>
              <a:cs typeface="Montserrat"/>
              <a:sym typeface="Montserrat"/>
            </a:endParaRPr>
          </a:p>
          <a:p>
            <a:pPr indent="0" lvl="0" marL="0" rtl="0" algn="l">
              <a:lnSpc>
                <a:spcPct val="115000"/>
              </a:lnSpc>
              <a:spcBef>
                <a:spcPts val="0"/>
              </a:spcBef>
              <a:spcAft>
                <a:spcPts val="0"/>
              </a:spcAft>
              <a:buSzPts val="1300"/>
              <a:buNone/>
            </a:pPr>
            <a:r>
              <a:t/>
            </a:r>
            <a:endParaRPr sz="1757">
              <a:latin typeface="Montserrat"/>
              <a:ea typeface="Montserrat"/>
              <a:cs typeface="Montserrat"/>
              <a:sym typeface="Montserrat"/>
            </a:endParaRPr>
          </a:p>
          <a:p>
            <a:pPr indent="0" lvl="0" marL="0" rtl="0" algn="l">
              <a:lnSpc>
                <a:spcPct val="115000"/>
              </a:lnSpc>
              <a:spcBef>
                <a:spcPts val="1200"/>
              </a:spcBef>
              <a:spcAft>
                <a:spcPts val="0"/>
              </a:spcAft>
              <a:buSzPts val="1300"/>
              <a:buNone/>
            </a:pPr>
            <a:r>
              <a:rPr lang="es" sz="1757">
                <a:latin typeface="Montserrat"/>
                <a:ea typeface="Montserrat"/>
                <a:cs typeface="Montserrat"/>
                <a:sym typeface="Montserrat"/>
              </a:rPr>
              <a:t>Entrega de Proyectos, Tareas, Foros y Hojas de Trabajo:</a:t>
            </a:r>
            <a:endParaRPr sz="1757">
              <a:latin typeface="Montserrat"/>
              <a:ea typeface="Montserrat"/>
              <a:cs typeface="Montserrat"/>
              <a:sym typeface="Montserrat"/>
            </a:endParaRPr>
          </a:p>
          <a:p>
            <a:pPr indent="-340169" lvl="0" marL="457200" rtl="0" algn="l">
              <a:lnSpc>
                <a:spcPct val="115000"/>
              </a:lnSpc>
              <a:spcBef>
                <a:spcPts val="1200"/>
              </a:spcBef>
              <a:spcAft>
                <a:spcPts val="0"/>
              </a:spcAft>
              <a:buSzPts val="1757"/>
              <a:buFont typeface="Montserrat"/>
              <a:buChar char="●"/>
            </a:pPr>
            <a:r>
              <a:rPr lang="es" sz="1757">
                <a:latin typeface="Montserrat"/>
                <a:ea typeface="Montserrat"/>
                <a:cs typeface="Montserrat"/>
                <a:sym typeface="Montserrat"/>
              </a:rPr>
              <a:t>UEDI:</a:t>
            </a:r>
            <a:endParaRPr sz="2000">
              <a:latin typeface="Montserrat"/>
              <a:ea typeface="Montserrat"/>
              <a:cs typeface="Montserrat"/>
              <a:sym typeface="Montserrat"/>
            </a:endParaRPr>
          </a:p>
        </p:txBody>
      </p:sp>
      <p:sp>
        <p:nvSpPr>
          <p:cNvPr id="206" name="Google Shape;206;p3"/>
          <p:cNvSpPr txBox="1"/>
          <p:nvPr>
            <p:ph type="title"/>
          </p:nvPr>
        </p:nvSpPr>
        <p:spPr>
          <a:xfrm>
            <a:off x="1425475" y="349675"/>
            <a:ext cx="6789300" cy="983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s" sz="2500"/>
              <a:t>Medios de comunicación y Entrega de Contenido Oficial</a:t>
            </a:r>
            <a:endParaRPr sz="2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s"/>
              <a:t>Agenda</a:t>
            </a:r>
            <a:endParaRPr/>
          </a:p>
        </p:txBody>
      </p:sp>
      <p:sp>
        <p:nvSpPr>
          <p:cNvPr id="212" name="Google Shape;212;p2"/>
          <p:cNvSpPr txBox="1"/>
          <p:nvPr>
            <p:ph idx="1" type="body"/>
          </p:nvPr>
        </p:nvSpPr>
        <p:spPr>
          <a:xfrm>
            <a:off x="1297500" y="1217450"/>
            <a:ext cx="6955800" cy="3427800"/>
          </a:xfrm>
          <a:prstGeom prst="rect">
            <a:avLst/>
          </a:prstGeom>
          <a:solidFill>
            <a:schemeClr val="dk1"/>
          </a:solidFill>
          <a:ln>
            <a:noFill/>
          </a:ln>
        </p:spPr>
        <p:txBody>
          <a:bodyPr anchorCtr="0" anchor="t" bIns="91425" lIns="91425" spcFirstLastPara="1" rIns="91425" wrap="square" tIns="91425">
            <a:noAutofit/>
          </a:bodyPr>
          <a:lstStyle/>
          <a:p>
            <a:pPr indent="-382270" lvl="0" marL="457200" marR="0" rtl="0" algn="l">
              <a:lnSpc>
                <a:spcPct val="95000"/>
              </a:lnSpc>
              <a:spcBef>
                <a:spcPts val="0"/>
              </a:spcBef>
              <a:spcAft>
                <a:spcPts val="0"/>
              </a:spcAft>
              <a:buSzPts val="2420"/>
              <a:buFont typeface="Arial"/>
              <a:buAutoNum type="arabicPeriod"/>
            </a:pPr>
            <a:r>
              <a:rPr lang="es" sz="2420">
                <a:highlight>
                  <a:schemeClr val="dk1"/>
                </a:highlight>
                <a:latin typeface="Arial"/>
                <a:ea typeface="Arial"/>
                <a:cs typeface="Arial"/>
                <a:sym typeface="Arial"/>
              </a:rPr>
              <a:t>AVISOS IMPORTANTES</a:t>
            </a:r>
            <a:endParaRPr sz="2420">
              <a:highlight>
                <a:schemeClr val="dk1"/>
              </a:highlight>
              <a:latin typeface="Arial"/>
              <a:ea typeface="Arial"/>
              <a:cs typeface="Arial"/>
              <a:sym typeface="Arial"/>
            </a:endParaRPr>
          </a:p>
          <a:p>
            <a:pPr indent="-382270" lvl="0" marL="457200" marR="0" rtl="0" algn="l">
              <a:lnSpc>
                <a:spcPct val="95000"/>
              </a:lnSpc>
              <a:spcBef>
                <a:spcPts val="0"/>
              </a:spcBef>
              <a:spcAft>
                <a:spcPts val="0"/>
              </a:spcAft>
              <a:buSzPts val="2420"/>
              <a:buFont typeface="Arial"/>
              <a:buAutoNum type="arabicPeriod"/>
            </a:pPr>
            <a:r>
              <a:rPr lang="es" sz="2420">
                <a:highlight>
                  <a:schemeClr val="dk1"/>
                </a:highlight>
                <a:latin typeface="Arial"/>
                <a:ea typeface="Arial"/>
                <a:cs typeface="Arial"/>
                <a:sym typeface="Arial"/>
              </a:rPr>
              <a:t>Introducción a Bash.</a:t>
            </a:r>
            <a:endParaRPr sz="2420">
              <a:highlight>
                <a:schemeClr val="dk1"/>
              </a:highlight>
              <a:latin typeface="Arial"/>
              <a:ea typeface="Arial"/>
              <a:cs typeface="Arial"/>
              <a:sym typeface="Arial"/>
            </a:endParaRPr>
          </a:p>
          <a:p>
            <a:pPr indent="-382270" lvl="0" marL="457200" rtl="0" algn="l">
              <a:lnSpc>
                <a:spcPct val="115000"/>
              </a:lnSpc>
              <a:spcBef>
                <a:spcPts val="0"/>
              </a:spcBef>
              <a:spcAft>
                <a:spcPts val="0"/>
              </a:spcAft>
              <a:buSzPts val="2420"/>
              <a:buFont typeface="Arial"/>
              <a:buAutoNum type="arabicPeriod"/>
            </a:pPr>
            <a:r>
              <a:rPr lang="es" sz="2420">
                <a:highlight>
                  <a:schemeClr val="dk1"/>
                </a:highlight>
                <a:latin typeface="Arial"/>
                <a:ea typeface="Arial"/>
                <a:cs typeface="Arial"/>
                <a:sym typeface="Arial"/>
              </a:rPr>
              <a:t>Características principales de Bash.</a:t>
            </a:r>
            <a:endParaRPr sz="2420">
              <a:highlight>
                <a:schemeClr val="dk1"/>
              </a:highlight>
              <a:latin typeface="Arial"/>
              <a:ea typeface="Arial"/>
              <a:cs typeface="Arial"/>
              <a:sym typeface="Arial"/>
            </a:endParaRPr>
          </a:p>
          <a:p>
            <a:pPr indent="-382270" lvl="0" marL="457200" rtl="0" algn="l">
              <a:lnSpc>
                <a:spcPct val="100000"/>
              </a:lnSpc>
              <a:spcBef>
                <a:spcPts val="0"/>
              </a:spcBef>
              <a:spcAft>
                <a:spcPts val="0"/>
              </a:spcAft>
              <a:buSzPts val="2420"/>
              <a:buFont typeface="Arial"/>
              <a:buAutoNum type="arabicPeriod"/>
            </a:pPr>
            <a:r>
              <a:rPr lang="es" sz="2420">
                <a:highlight>
                  <a:schemeClr val="dk1"/>
                </a:highlight>
                <a:latin typeface="Arial"/>
                <a:ea typeface="Arial"/>
                <a:cs typeface="Arial"/>
                <a:sym typeface="Arial"/>
              </a:rPr>
              <a:t>Estructura Básicas en Bash.</a:t>
            </a:r>
            <a:endParaRPr sz="2420">
              <a:highlight>
                <a:schemeClr val="dk1"/>
              </a:highlight>
              <a:latin typeface="Arial"/>
              <a:ea typeface="Arial"/>
              <a:cs typeface="Arial"/>
              <a:sym typeface="Arial"/>
            </a:endParaRPr>
          </a:p>
          <a:p>
            <a:pPr indent="-382270" lvl="0" marL="457200" rtl="0" algn="l">
              <a:lnSpc>
                <a:spcPct val="100000"/>
              </a:lnSpc>
              <a:spcBef>
                <a:spcPts val="0"/>
              </a:spcBef>
              <a:spcAft>
                <a:spcPts val="0"/>
              </a:spcAft>
              <a:buSzPts val="2420"/>
              <a:buFont typeface="Arial"/>
              <a:buAutoNum type="arabicPeriod"/>
            </a:pPr>
            <a:r>
              <a:rPr lang="es" sz="2420">
                <a:highlight>
                  <a:schemeClr val="dk1"/>
                </a:highlight>
                <a:latin typeface="Arial"/>
                <a:ea typeface="Arial"/>
                <a:cs typeface="Arial"/>
                <a:sym typeface="Arial"/>
              </a:rPr>
              <a:t>Introducción a Módulos de Kernel.</a:t>
            </a:r>
            <a:endParaRPr sz="2420">
              <a:highlight>
                <a:schemeClr val="dk1"/>
              </a:highlight>
              <a:latin typeface="Arial"/>
              <a:ea typeface="Arial"/>
              <a:cs typeface="Arial"/>
              <a:sym typeface="Arial"/>
            </a:endParaRPr>
          </a:p>
          <a:p>
            <a:pPr indent="-382270" lvl="0" marL="457200" rtl="0" algn="l">
              <a:lnSpc>
                <a:spcPct val="100000"/>
              </a:lnSpc>
              <a:spcBef>
                <a:spcPts val="0"/>
              </a:spcBef>
              <a:spcAft>
                <a:spcPts val="0"/>
              </a:spcAft>
              <a:buSzPts val="2420"/>
              <a:buFont typeface="Arial"/>
              <a:buAutoNum type="arabicPeriod"/>
            </a:pPr>
            <a:r>
              <a:rPr lang="es" sz="2420">
                <a:highlight>
                  <a:schemeClr val="dk1"/>
                </a:highlight>
                <a:latin typeface="Arial"/>
                <a:ea typeface="Arial"/>
                <a:cs typeface="Arial"/>
                <a:sym typeface="Arial"/>
              </a:rPr>
              <a:t>Gestión de Módulos de Kernel.</a:t>
            </a:r>
            <a:endParaRPr sz="2420">
              <a:highlight>
                <a:schemeClr val="dk1"/>
              </a:highlight>
              <a:latin typeface="Arial"/>
              <a:ea typeface="Arial"/>
              <a:cs typeface="Arial"/>
              <a:sym typeface="Arial"/>
            </a:endParaRPr>
          </a:p>
          <a:p>
            <a:pPr indent="-382270" lvl="0" marL="457200" rtl="0" algn="l">
              <a:lnSpc>
                <a:spcPct val="100000"/>
              </a:lnSpc>
              <a:spcBef>
                <a:spcPts val="0"/>
              </a:spcBef>
              <a:spcAft>
                <a:spcPts val="0"/>
              </a:spcAft>
              <a:buSzPts val="2420"/>
              <a:buFont typeface="Arial"/>
              <a:buAutoNum type="arabicPeriod"/>
            </a:pPr>
            <a:r>
              <a:rPr lang="es" sz="2420">
                <a:highlight>
                  <a:schemeClr val="dk1"/>
                </a:highlight>
                <a:latin typeface="Arial"/>
                <a:ea typeface="Arial"/>
                <a:cs typeface="Arial"/>
                <a:sym typeface="Arial"/>
              </a:rPr>
              <a:t>Ejemplo Práctico.</a:t>
            </a:r>
            <a:endParaRPr sz="2420">
              <a:highlight>
                <a:schemeClr val="dk1"/>
              </a:highlight>
              <a:latin typeface="Arial"/>
              <a:ea typeface="Arial"/>
              <a:cs typeface="Arial"/>
              <a:sym typeface="Arial"/>
            </a:endParaRPr>
          </a:p>
          <a:p>
            <a:pPr indent="0" lvl="0" marL="457200" marR="0" rtl="0" algn="l">
              <a:lnSpc>
                <a:spcPct val="95000"/>
              </a:lnSpc>
              <a:spcBef>
                <a:spcPts val="0"/>
              </a:spcBef>
              <a:spcAft>
                <a:spcPts val="0"/>
              </a:spcAft>
              <a:buSzPts val="1300"/>
              <a:buNone/>
            </a:pPr>
            <a:r>
              <a:t/>
            </a:r>
            <a:endParaRPr sz="2420">
              <a:highlight>
                <a:schemeClr val="dk1"/>
              </a:highlight>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5c6a413e71_0_1"/>
          <p:cNvSpPr txBox="1"/>
          <p:nvPr>
            <p:ph type="title"/>
          </p:nvPr>
        </p:nvSpPr>
        <p:spPr>
          <a:xfrm>
            <a:off x="3518370" y="397075"/>
            <a:ext cx="2585400" cy="655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s"/>
              <a:t>Competencias</a:t>
            </a:r>
            <a:endParaRPr/>
          </a:p>
        </p:txBody>
      </p:sp>
      <p:sp>
        <p:nvSpPr>
          <p:cNvPr id="218" name="Google Shape;218;g35c6a413e71_0_1"/>
          <p:cNvSpPr txBox="1"/>
          <p:nvPr/>
        </p:nvSpPr>
        <p:spPr>
          <a:xfrm>
            <a:off x="1217450" y="1274075"/>
            <a:ext cx="7330800" cy="831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400"/>
              <a:buFont typeface="Arial"/>
              <a:buNone/>
            </a:pPr>
            <a:r>
              <a:rPr b="0" i="0" lang="es" sz="1400" u="none" cap="none" strike="noStrike">
                <a:solidFill>
                  <a:schemeClr val="lt1"/>
                </a:solidFill>
                <a:latin typeface="Arial"/>
                <a:ea typeface="Arial"/>
                <a:cs typeface="Arial"/>
                <a:sym typeface="Arial"/>
              </a:rPr>
              <a:t>El estudiante construye contenedores a bajo nivel mediante el uso de Containerd y programación en Go con el fin de profundizar en el funcionamiento interno de los motores de contenedores</a:t>
            </a:r>
            <a:endParaRPr b="0" i="0" sz="1400" u="none" cap="none" strike="noStrike">
              <a:solidFill>
                <a:schemeClr val="lt1"/>
              </a:solidFill>
              <a:latin typeface="Arial"/>
              <a:ea typeface="Arial"/>
              <a:cs typeface="Arial"/>
              <a:sym typeface="Arial"/>
            </a:endParaRPr>
          </a:p>
        </p:txBody>
      </p:sp>
      <p:sp>
        <p:nvSpPr>
          <p:cNvPr id="219" name="Google Shape;219;g35c6a413e71_0_1"/>
          <p:cNvSpPr txBox="1"/>
          <p:nvPr/>
        </p:nvSpPr>
        <p:spPr>
          <a:xfrm>
            <a:off x="1217600" y="2327175"/>
            <a:ext cx="7330800" cy="8313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400"/>
              <a:buFont typeface="Arial"/>
              <a:buNone/>
            </a:pPr>
            <a:r>
              <a:rPr b="0" i="0" lang="es" sz="1400" u="none" cap="none" strike="noStrike">
                <a:solidFill>
                  <a:schemeClr val="lt1"/>
                </a:solidFill>
                <a:latin typeface="Arial"/>
                <a:ea typeface="Arial"/>
                <a:cs typeface="Arial"/>
                <a:sym typeface="Arial"/>
              </a:rPr>
              <a:t>El estudiante configura contenedores Docker para el despliegue de servicios mediante Dockerfiles y docker-compose asegurando la portabilidad y replicabilidad en entornos de desarrollo</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5c6a413e71_0_136"/>
          <p:cNvSpPr txBox="1"/>
          <p:nvPr>
            <p:ph type="title"/>
          </p:nvPr>
        </p:nvSpPr>
        <p:spPr>
          <a:xfrm>
            <a:off x="3600300" y="1922625"/>
            <a:ext cx="25506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s"/>
              <a:t>CONTENIDO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338785bead_0_2"/>
          <p:cNvSpPr txBox="1"/>
          <p:nvPr>
            <p:ph type="title"/>
          </p:nvPr>
        </p:nvSpPr>
        <p:spPr>
          <a:xfrm>
            <a:off x="1297500" y="340550"/>
            <a:ext cx="7038900" cy="521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s" sz="2100"/>
              <a:t>¿Qué es Bash?</a:t>
            </a:r>
            <a:endParaRPr sz="2100"/>
          </a:p>
        </p:txBody>
      </p:sp>
      <p:sp>
        <p:nvSpPr>
          <p:cNvPr id="230" name="Google Shape;230;g3338785bead_0_2"/>
          <p:cNvSpPr txBox="1"/>
          <p:nvPr>
            <p:ph idx="1" type="body"/>
          </p:nvPr>
        </p:nvSpPr>
        <p:spPr>
          <a:xfrm>
            <a:off x="1297500" y="929050"/>
            <a:ext cx="7038900" cy="8022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300"/>
              <a:buNone/>
            </a:pPr>
            <a:r>
              <a:rPr lang="es" sz="1100">
                <a:latin typeface="Arial"/>
                <a:ea typeface="Arial"/>
                <a:cs typeface="Arial"/>
                <a:sym typeface="Arial"/>
              </a:rPr>
              <a:t>Bash (</a:t>
            </a:r>
            <a:r>
              <a:rPr b="1" lang="es" sz="1100">
                <a:latin typeface="Arial"/>
                <a:ea typeface="Arial"/>
                <a:cs typeface="Arial"/>
                <a:sym typeface="Arial"/>
              </a:rPr>
              <a:t>Bourne Again Shell</a:t>
            </a:r>
            <a:r>
              <a:rPr lang="es" sz="1100">
                <a:latin typeface="Arial"/>
                <a:ea typeface="Arial"/>
                <a:cs typeface="Arial"/>
                <a:sym typeface="Arial"/>
              </a:rPr>
              <a:t>) es un </a:t>
            </a:r>
            <a:r>
              <a:rPr b="1" lang="es" sz="1100">
                <a:latin typeface="Arial"/>
                <a:ea typeface="Arial"/>
                <a:cs typeface="Arial"/>
                <a:sym typeface="Arial"/>
              </a:rPr>
              <a:t>intérprete de comandos</a:t>
            </a:r>
            <a:r>
              <a:rPr lang="es" sz="1100">
                <a:latin typeface="Arial"/>
                <a:ea typeface="Arial"/>
                <a:cs typeface="Arial"/>
                <a:sym typeface="Arial"/>
              </a:rPr>
              <a:t> y </a:t>
            </a:r>
            <a:r>
              <a:rPr b="1" lang="es" sz="1100">
                <a:latin typeface="Arial"/>
                <a:ea typeface="Arial"/>
                <a:cs typeface="Arial"/>
                <a:sym typeface="Arial"/>
              </a:rPr>
              <a:t>lenguaje de scripting</a:t>
            </a:r>
            <a:r>
              <a:rPr lang="es" sz="1100">
                <a:latin typeface="Arial"/>
                <a:ea typeface="Arial"/>
                <a:cs typeface="Arial"/>
                <a:sym typeface="Arial"/>
              </a:rPr>
              <a:t> utilizado en sistemas operativos basados en </a:t>
            </a:r>
            <a:r>
              <a:rPr b="1" lang="es" sz="1100">
                <a:latin typeface="Arial"/>
                <a:ea typeface="Arial"/>
                <a:cs typeface="Arial"/>
                <a:sym typeface="Arial"/>
              </a:rPr>
              <a:t>Unix y Linux</a:t>
            </a:r>
            <a:r>
              <a:rPr lang="es" sz="1100">
                <a:latin typeface="Arial"/>
                <a:ea typeface="Arial"/>
                <a:cs typeface="Arial"/>
                <a:sym typeface="Arial"/>
              </a:rPr>
              <a:t>. Es una evolución del </a:t>
            </a:r>
            <a:r>
              <a:rPr b="1" lang="es" sz="1100">
                <a:latin typeface="Arial"/>
                <a:ea typeface="Arial"/>
                <a:cs typeface="Arial"/>
                <a:sym typeface="Arial"/>
              </a:rPr>
              <a:t>Bourne Shell (sh)</a:t>
            </a:r>
            <a:r>
              <a:rPr lang="es" sz="1100">
                <a:latin typeface="Arial"/>
                <a:ea typeface="Arial"/>
                <a:cs typeface="Arial"/>
                <a:sym typeface="Arial"/>
              </a:rPr>
              <a:t> e introduce mejoras como manejo de variables, estructuras de control y funciones.</a:t>
            </a:r>
            <a:endParaRPr/>
          </a:p>
        </p:txBody>
      </p:sp>
      <p:sp>
        <p:nvSpPr>
          <p:cNvPr id="231" name="Google Shape;231;g3338785bead_0_2"/>
          <p:cNvSpPr txBox="1"/>
          <p:nvPr/>
        </p:nvSpPr>
        <p:spPr>
          <a:xfrm>
            <a:off x="1336500" y="2241725"/>
            <a:ext cx="6960900" cy="1658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2100"/>
              <a:buFont typeface="Arial"/>
              <a:buNone/>
            </a:pPr>
            <a:r>
              <a:rPr b="0" i="0" lang="es" sz="2100" u="none" cap="none" strike="noStrike">
                <a:solidFill>
                  <a:schemeClr val="lt1"/>
                </a:solidFill>
                <a:latin typeface="Montserrat"/>
                <a:ea typeface="Montserrat"/>
                <a:cs typeface="Montserrat"/>
                <a:sym typeface="Montserrat"/>
              </a:rPr>
              <a:t>Características principales de Bash</a:t>
            </a:r>
            <a:endParaRPr b="0" i="0" sz="2100" u="none" cap="none" strike="noStrike">
              <a:solidFill>
                <a:schemeClr val="lt1"/>
              </a:solidFill>
              <a:latin typeface="Montserrat"/>
              <a:ea typeface="Montserrat"/>
              <a:cs typeface="Montserrat"/>
              <a:sym typeface="Montserrat"/>
            </a:endParaRPr>
          </a:p>
          <a:p>
            <a:pPr indent="0" lvl="0" marL="0" marR="0" rtl="0" algn="l">
              <a:lnSpc>
                <a:spcPct val="115000"/>
              </a:lnSpc>
              <a:spcBef>
                <a:spcPts val="1200"/>
              </a:spcBef>
              <a:spcAft>
                <a:spcPts val="1200"/>
              </a:spcAft>
              <a:buClr>
                <a:srgbClr val="000000"/>
              </a:buClr>
              <a:buSzPts val="1100"/>
              <a:buFont typeface="Arial"/>
              <a:buNone/>
            </a:pPr>
            <a:r>
              <a:rPr b="0" i="0" lang="es" sz="1100" u="none" cap="none" strike="noStrike">
                <a:solidFill>
                  <a:schemeClr val="lt1"/>
                </a:solidFill>
                <a:latin typeface="Arial"/>
                <a:ea typeface="Arial"/>
                <a:cs typeface="Arial"/>
                <a:sym typeface="Arial"/>
              </a:rPr>
              <a:t>✅ Interfaz de línea de comandos (CLI): Permite ejecutar comandos directamente en la terminal.</a:t>
            </a:r>
            <a:br>
              <a:rPr b="0" i="0" lang="es" sz="1100" u="none" cap="none" strike="noStrike">
                <a:solidFill>
                  <a:schemeClr val="lt1"/>
                </a:solidFill>
                <a:latin typeface="Arial"/>
                <a:ea typeface="Arial"/>
                <a:cs typeface="Arial"/>
                <a:sym typeface="Arial"/>
              </a:rPr>
            </a:br>
            <a:r>
              <a:rPr b="0" i="0" lang="es" sz="1100" u="none" cap="none" strike="noStrike">
                <a:solidFill>
                  <a:schemeClr val="lt1"/>
                </a:solidFill>
                <a:latin typeface="Arial"/>
                <a:ea typeface="Arial"/>
                <a:cs typeface="Arial"/>
                <a:sym typeface="Arial"/>
              </a:rPr>
              <a:t>✅ Automatización de tareas: Se pueden escribir scripts para realizar tareas repetitivas.</a:t>
            </a:r>
            <a:br>
              <a:rPr b="0" i="0" lang="es" sz="1100" u="none" cap="none" strike="noStrike">
                <a:solidFill>
                  <a:schemeClr val="lt1"/>
                </a:solidFill>
                <a:latin typeface="Arial"/>
                <a:ea typeface="Arial"/>
                <a:cs typeface="Arial"/>
                <a:sym typeface="Arial"/>
              </a:rPr>
            </a:br>
            <a:r>
              <a:rPr b="0" i="0" lang="es" sz="1100" u="none" cap="none" strike="noStrike">
                <a:solidFill>
                  <a:schemeClr val="lt1"/>
                </a:solidFill>
                <a:latin typeface="Arial"/>
                <a:ea typeface="Arial"/>
                <a:cs typeface="Arial"/>
                <a:sym typeface="Arial"/>
              </a:rPr>
              <a:t>✅ Manejo de variables y argumentos: Facilita la personalización de scripts.</a:t>
            </a:r>
            <a:br>
              <a:rPr b="0" i="0" lang="es" sz="1100" u="none" cap="none" strike="noStrike">
                <a:solidFill>
                  <a:schemeClr val="lt1"/>
                </a:solidFill>
                <a:latin typeface="Arial"/>
                <a:ea typeface="Arial"/>
                <a:cs typeface="Arial"/>
                <a:sym typeface="Arial"/>
              </a:rPr>
            </a:br>
            <a:r>
              <a:rPr b="0" i="0" lang="es" sz="1100" u="none" cap="none" strike="noStrike">
                <a:solidFill>
                  <a:schemeClr val="lt1"/>
                </a:solidFill>
                <a:latin typeface="Arial"/>
                <a:ea typeface="Arial"/>
                <a:cs typeface="Arial"/>
                <a:sym typeface="Arial"/>
              </a:rPr>
              <a:t>✅ Control de flujo: Uso de if-else, for, while, etc.</a:t>
            </a:r>
            <a:br>
              <a:rPr b="0" i="0" lang="es" sz="1100" u="none" cap="none" strike="noStrike">
                <a:solidFill>
                  <a:schemeClr val="lt1"/>
                </a:solidFill>
                <a:latin typeface="Arial"/>
                <a:ea typeface="Arial"/>
                <a:cs typeface="Arial"/>
                <a:sym typeface="Arial"/>
              </a:rPr>
            </a:br>
            <a:r>
              <a:rPr b="0" i="0" lang="es" sz="1100" u="none" cap="none" strike="noStrike">
                <a:solidFill>
                  <a:schemeClr val="lt1"/>
                </a:solidFill>
                <a:latin typeface="Arial"/>
                <a:ea typeface="Arial"/>
                <a:cs typeface="Arial"/>
                <a:sym typeface="Arial"/>
              </a:rPr>
              <a:t>✅ Manipulación de archivos y procesos: Puede gestionar archivos, procesos y permisos en el sistema.</a:t>
            </a:r>
            <a:endParaRPr b="0" i="0" sz="1100" u="none" cap="none" strike="noStrike">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g3338785bead_0_12"/>
          <p:cNvPicPr preferRelativeResize="0"/>
          <p:nvPr/>
        </p:nvPicPr>
        <p:blipFill rotWithShape="1">
          <a:blip r:embed="rId3">
            <a:alphaModFix/>
          </a:blip>
          <a:srcRect b="0" l="0" r="0" t="0"/>
          <a:stretch/>
        </p:blipFill>
        <p:spPr>
          <a:xfrm>
            <a:off x="3752100" y="131213"/>
            <a:ext cx="5137150" cy="4881075"/>
          </a:xfrm>
          <a:prstGeom prst="rect">
            <a:avLst/>
          </a:prstGeom>
          <a:noFill/>
          <a:ln>
            <a:noFill/>
          </a:ln>
        </p:spPr>
      </p:pic>
      <p:sp>
        <p:nvSpPr>
          <p:cNvPr id="237" name="Google Shape;237;g3338785bead_0_12"/>
          <p:cNvSpPr txBox="1"/>
          <p:nvPr/>
        </p:nvSpPr>
        <p:spPr>
          <a:xfrm>
            <a:off x="452300" y="2211750"/>
            <a:ext cx="30000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s" sz="2100" u="none" cap="none" strike="noStrike">
                <a:solidFill>
                  <a:schemeClr val="lt1"/>
                </a:solidFill>
                <a:latin typeface="Montserrat"/>
                <a:ea typeface="Montserrat"/>
                <a:cs typeface="Montserrat"/>
                <a:sym typeface="Montserrat"/>
              </a:rPr>
              <a:t>Estructura Básicas en Bash</a:t>
            </a:r>
            <a:endParaRPr b="0" i="0" sz="21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id="242" name="Google Shape;242;g3338785bead_0_49"/>
          <p:cNvPicPr preferRelativeResize="0"/>
          <p:nvPr/>
        </p:nvPicPr>
        <p:blipFill rotWithShape="1">
          <a:blip r:embed="rId3">
            <a:alphaModFix/>
          </a:blip>
          <a:srcRect b="0" l="0" r="0" t="0"/>
          <a:stretch/>
        </p:blipFill>
        <p:spPr>
          <a:xfrm>
            <a:off x="1668850" y="783375"/>
            <a:ext cx="4983125" cy="1712500"/>
          </a:xfrm>
          <a:prstGeom prst="rect">
            <a:avLst/>
          </a:prstGeom>
          <a:noFill/>
          <a:ln>
            <a:noFill/>
          </a:ln>
        </p:spPr>
      </p:pic>
      <p:sp>
        <p:nvSpPr>
          <p:cNvPr id="243" name="Google Shape;243;g3338785bead_0_49"/>
          <p:cNvSpPr txBox="1"/>
          <p:nvPr/>
        </p:nvSpPr>
        <p:spPr>
          <a:xfrm>
            <a:off x="1569650" y="248300"/>
            <a:ext cx="46833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s" sz="1700" u="none" cap="none" strike="noStrike">
                <a:solidFill>
                  <a:schemeClr val="lt1"/>
                </a:solidFill>
                <a:latin typeface="Montserrat"/>
                <a:ea typeface="Montserrat"/>
                <a:cs typeface="Montserrat"/>
                <a:sym typeface="Montserrat"/>
              </a:rPr>
              <a:t>Comparación de Números</a:t>
            </a:r>
            <a:endParaRPr b="0" i="0" sz="1700" u="none" cap="none" strike="noStrike">
              <a:solidFill>
                <a:schemeClr val="lt1"/>
              </a:solidFill>
              <a:latin typeface="Montserrat"/>
              <a:ea typeface="Montserrat"/>
              <a:cs typeface="Montserrat"/>
              <a:sym typeface="Montserrat"/>
            </a:endParaRPr>
          </a:p>
        </p:txBody>
      </p:sp>
      <p:pic>
        <p:nvPicPr>
          <p:cNvPr id="244" name="Google Shape;244;g3338785bead_0_49"/>
          <p:cNvPicPr preferRelativeResize="0"/>
          <p:nvPr/>
        </p:nvPicPr>
        <p:blipFill rotWithShape="1">
          <a:blip r:embed="rId4">
            <a:alphaModFix/>
          </a:blip>
          <a:srcRect b="0" l="0" r="0" t="0"/>
          <a:stretch/>
        </p:blipFill>
        <p:spPr>
          <a:xfrm>
            <a:off x="1668850" y="3568765"/>
            <a:ext cx="4983126" cy="1238410"/>
          </a:xfrm>
          <a:prstGeom prst="rect">
            <a:avLst/>
          </a:prstGeom>
          <a:noFill/>
          <a:ln>
            <a:noFill/>
          </a:ln>
        </p:spPr>
      </p:pic>
      <p:sp>
        <p:nvSpPr>
          <p:cNvPr id="245" name="Google Shape;245;g3338785bead_0_49"/>
          <p:cNvSpPr txBox="1"/>
          <p:nvPr/>
        </p:nvSpPr>
        <p:spPr>
          <a:xfrm>
            <a:off x="1569650" y="2953075"/>
            <a:ext cx="44421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0" i="0" lang="es" sz="1700" u="none" cap="none" strike="noStrike">
                <a:solidFill>
                  <a:schemeClr val="lt1"/>
                </a:solidFill>
                <a:latin typeface="Montserrat"/>
                <a:ea typeface="Montserrat"/>
                <a:cs typeface="Montserrat"/>
                <a:sym typeface="Montserrat"/>
              </a:rPr>
              <a:t>Comparación de Cadenas de Texto</a:t>
            </a:r>
            <a:endParaRPr b="0" i="0" sz="17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338785bead_0_62"/>
          <p:cNvSpPr txBox="1"/>
          <p:nvPr>
            <p:ph type="title"/>
          </p:nvPr>
        </p:nvSpPr>
        <p:spPr>
          <a:xfrm>
            <a:off x="2082000" y="260725"/>
            <a:ext cx="5469900" cy="548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s" sz="2100"/>
              <a:t>Introducción a los Módulos del Kernel</a:t>
            </a:r>
            <a:endParaRPr/>
          </a:p>
        </p:txBody>
      </p:sp>
      <p:sp>
        <p:nvSpPr>
          <p:cNvPr id="251" name="Google Shape;251;g3338785bead_0_62"/>
          <p:cNvSpPr txBox="1"/>
          <p:nvPr>
            <p:ph idx="1" type="body"/>
          </p:nvPr>
        </p:nvSpPr>
        <p:spPr>
          <a:xfrm>
            <a:off x="1297500" y="1207900"/>
            <a:ext cx="7038900" cy="1241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SzPts val="1300"/>
              <a:buNone/>
            </a:pPr>
            <a:r>
              <a:rPr b="1" lang="es" sz="1100">
                <a:latin typeface="Arial"/>
                <a:ea typeface="Arial"/>
                <a:cs typeface="Arial"/>
                <a:sym typeface="Arial"/>
              </a:rPr>
              <a:t>¿Qué es un Módulo del Kernel?</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lt1"/>
              </a:buClr>
              <a:buSzPts val="1100"/>
              <a:buFont typeface="Arial"/>
              <a:buAutoNum type="arabicPeriod"/>
            </a:pPr>
            <a:r>
              <a:rPr lang="es" sz="1100">
                <a:latin typeface="Arial"/>
                <a:ea typeface="Arial"/>
                <a:cs typeface="Arial"/>
                <a:sym typeface="Arial"/>
              </a:rPr>
              <a:t>Es un fragmento de código que se puede cargar y descargar dinámicamente en el </a:t>
            </a:r>
            <a:r>
              <a:rPr b="1" lang="es" sz="1100">
                <a:latin typeface="Arial"/>
                <a:ea typeface="Arial"/>
                <a:cs typeface="Arial"/>
                <a:sym typeface="Arial"/>
              </a:rPr>
              <a:t>Kernel de Linux</a:t>
            </a:r>
            <a:r>
              <a:rPr lang="es" sz="1100">
                <a:latin typeface="Arial"/>
                <a:ea typeface="Arial"/>
                <a:cs typeface="Arial"/>
                <a:sym typeface="Arial"/>
              </a:rPr>
              <a:t>.</a:t>
            </a:r>
            <a:endParaRPr sz="1100">
              <a:latin typeface="Arial"/>
              <a:ea typeface="Arial"/>
              <a:cs typeface="Arial"/>
              <a:sym typeface="Arial"/>
            </a:endParaRPr>
          </a:p>
          <a:p>
            <a:pPr indent="-298450" lvl="0" marL="457200" rtl="0" algn="l">
              <a:lnSpc>
                <a:spcPct val="115000"/>
              </a:lnSpc>
              <a:spcBef>
                <a:spcPts val="0"/>
              </a:spcBef>
              <a:spcAft>
                <a:spcPts val="0"/>
              </a:spcAft>
              <a:buClr>
                <a:schemeClr val="lt1"/>
              </a:buClr>
              <a:buSzPts val="1100"/>
              <a:buFont typeface="Arial"/>
              <a:buAutoNum type="arabicPeriod"/>
            </a:pPr>
            <a:r>
              <a:rPr lang="es" sz="1100">
                <a:latin typeface="Arial"/>
                <a:ea typeface="Arial"/>
                <a:cs typeface="Arial"/>
                <a:sym typeface="Arial"/>
              </a:rPr>
              <a:t>Permite extender las funcionalidades del sistema sin necesidad de recompilar el núcleo.</a:t>
            </a:r>
            <a:endParaRPr sz="1100">
              <a:latin typeface="Arial"/>
              <a:ea typeface="Arial"/>
              <a:cs typeface="Arial"/>
              <a:sym typeface="Arial"/>
            </a:endParaRPr>
          </a:p>
          <a:p>
            <a:pPr indent="-298450" lvl="0" marL="457200" rtl="0" algn="l">
              <a:lnSpc>
                <a:spcPct val="115000"/>
              </a:lnSpc>
              <a:spcBef>
                <a:spcPts val="0"/>
              </a:spcBef>
              <a:spcAft>
                <a:spcPts val="0"/>
              </a:spcAft>
              <a:buClr>
                <a:schemeClr val="lt1"/>
              </a:buClr>
              <a:buSzPts val="1100"/>
              <a:buFont typeface="Arial"/>
              <a:buAutoNum type="arabicPeriod"/>
            </a:pPr>
            <a:r>
              <a:rPr lang="es" sz="1100">
                <a:latin typeface="Arial"/>
                <a:ea typeface="Arial"/>
                <a:cs typeface="Arial"/>
                <a:sym typeface="Arial"/>
              </a:rPr>
              <a:t>Se usan para </a:t>
            </a:r>
            <a:r>
              <a:rPr b="1" lang="es" sz="1100">
                <a:latin typeface="Arial"/>
                <a:ea typeface="Arial"/>
                <a:cs typeface="Arial"/>
                <a:sym typeface="Arial"/>
              </a:rPr>
              <a:t>controladores de hardware, sistemas de archivos y protocolos de red</a:t>
            </a:r>
            <a:r>
              <a:rPr lang="es" sz="1100">
                <a:latin typeface="Arial"/>
                <a:ea typeface="Arial"/>
                <a:cs typeface="Arial"/>
                <a:sym typeface="Arial"/>
              </a:rPr>
              <a:t>.</a:t>
            </a:r>
            <a:endParaRPr/>
          </a:p>
        </p:txBody>
      </p:sp>
      <p:sp>
        <p:nvSpPr>
          <p:cNvPr id="252" name="Google Shape;252;g3338785bead_0_62"/>
          <p:cNvSpPr txBox="1"/>
          <p:nvPr/>
        </p:nvSpPr>
        <p:spPr>
          <a:xfrm>
            <a:off x="1374550" y="2848375"/>
            <a:ext cx="7038900" cy="1286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es" sz="1100" u="none" cap="none" strike="noStrike">
                <a:solidFill>
                  <a:schemeClr val="lt1"/>
                </a:solidFill>
                <a:latin typeface="Arial"/>
                <a:ea typeface="Arial"/>
                <a:cs typeface="Arial"/>
                <a:sym typeface="Arial"/>
              </a:rPr>
              <a:t>Tipos de Módulos del Kernel</a:t>
            </a:r>
            <a:endParaRPr b="1" i="0" sz="1100" u="none" cap="none" strike="noStrike">
              <a:solidFill>
                <a:schemeClr val="lt1"/>
              </a:solidFill>
              <a:latin typeface="Arial"/>
              <a:ea typeface="Arial"/>
              <a:cs typeface="Arial"/>
              <a:sym typeface="Arial"/>
            </a:endParaRPr>
          </a:p>
          <a:p>
            <a:pPr indent="-298450" lvl="0" marL="457200" marR="0" rtl="0" algn="l">
              <a:lnSpc>
                <a:spcPct val="115000"/>
              </a:lnSpc>
              <a:spcBef>
                <a:spcPts val="1200"/>
              </a:spcBef>
              <a:spcAft>
                <a:spcPts val="0"/>
              </a:spcAft>
              <a:buClr>
                <a:schemeClr val="lt1"/>
              </a:buClr>
              <a:buSzPts val="1100"/>
              <a:buFont typeface="Arial"/>
              <a:buAutoNum type="arabicPeriod"/>
            </a:pPr>
            <a:r>
              <a:rPr b="1" i="0" lang="es" sz="1100" u="none" cap="none" strike="noStrike">
                <a:solidFill>
                  <a:schemeClr val="lt1"/>
                </a:solidFill>
                <a:latin typeface="Arial"/>
                <a:ea typeface="Arial"/>
                <a:cs typeface="Arial"/>
                <a:sym typeface="Arial"/>
              </a:rPr>
              <a:t>Módulos de controladores</a:t>
            </a:r>
            <a:r>
              <a:rPr b="0" i="0" lang="es" sz="1100" u="none" cap="none" strike="noStrike">
                <a:solidFill>
                  <a:schemeClr val="lt1"/>
                </a:solidFill>
                <a:latin typeface="Arial"/>
                <a:ea typeface="Arial"/>
                <a:cs typeface="Arial"/>
                <a:sym typeface="Arial"/>
              </a:rPr>
              <a:t> – Manejan hardware como USB, GPU, y discos.</a:t>
            </a:r>
            <a:endParaRPr b="0" i="0" sz="1100" u="none" cap="none" strike="noStrike">
              <a:solidFill>
                <a:schemeClr val="lt1"/>
              </a:solidFill>
              <a:latin typeface="Arial"/>
              <a:ea typeface="Arial"/>
              <a:cs typeface="Arial"/>
              <a:sym typeface="Arial"/>
            </a:endParaRPr>
          </a:p>
          <a:p>
            <a:pPr indent="-298450" lvl="0" marL="457200" marR="0" rtl="0" algn="l">
              <a:lnSpc>
                <a:spcPct val="115000"/>
              </a:lnSpc>
              <a:spcBef>
                <a:spcPts val="0"/>
              </a:spcBef>
              <a:spcAft>
                <a:spcPts val="0"/>
              </a:spcAft>
              <a:buClr>
                <a:schemeClr val="lt1"/>
              </a:buClr>
              <a:buSzPts val="1100"/>
              <a:buFont typeface="Arial"/>
              <a:buAutoNum type="arabicPeriod"/>
            </a:pPr>
            <a:r>
              <a:rPr b="1" i="0" lang="es" sz="1100" u="none" cap="none" strike="noStrike">
                <a:solidFill>
                  <a:schemeClr val="lt1"/>
                </a:solidFill>
                <a:latin typeface="Arial"/>
                <a:ea typeface="Arial"/>
                <a:cs typeface="Arial"/>
                <a:sym typeface="Arial"/>
              </a:rPr>
              <a:t>Módulos de sistemas de archivos</a:t>
            </a:r>
            <a:r>
              <a:rPr b="0" i="0" lang="es" sz="1100" u="none" cap="none" strike="noStrike">
                <a:solidFill>
                  <a:schemeClr val="lt1"/>
                </a:solidFill>
                <a:latin typeface="Arial"/>
                <a:ea typeface="Arial"/>
                <a:cs typeface="Arial"/>
                <a:sym typeface="Arial"/>
              </a:rPr>
              <a:t> – Añaden compatibilidad con nuevos formatos como </a:t>
            </a:r>
            <a:r>
              <a:rPr b="1" i="0" lang="es" sz="1100" u="none" cap="none" strike="noStrike">
                <a:solidFill>
                  <a:schemeClr val="lt1"/>
                </a:solidFill>
                <a:latin typeface="Arial"/>
                <a:ea typeface="Arial"/>
                <a:cs typeface="Arial"/>
                <a:sym typeface="Arial"/>
              </a:rPr>
              <a:t>ext4, NTFS</a:t>
            </a:r>
            <a:r>
              <a:rPr b="0" i="0" lang="es" sz="1100" u="none" cap="none" strike="noStrike">
                <a:solidFill>
                  <a:schemeClr val="lt1"/>
                </a:solidFill>
                <a:latin typeface="Arial"/>
                <a:ea typeface="Arial"/>
                <a:cs typeface="Arial"/>
                <a:sym typeface="Arial"/>
              </a:rPr>
              <a:t>.</a:t>
            </a:r>
            <a:endParaRPr b="0" i="0" sz="1100" u="none" cap="none" strike="noStrike">
              <a:solidFill>
                <a:schemeClr val="lt1"/>
              </a:solidFill>
              <a:latin typeface="Arial"/>
              <a:ea typeface="Arial"/>
              <a:cs typeface="Arial"/>
              <a:sym typeface="Arial"/>
            </a:endParaRPr>
          </a:p>
          <a:p>
            <a:pPr indent="-298450" lvl="0" marL="457200" marR="0" rtl="0" algn="l">
              <a:lnSpc>
                <a:spcPct val="115000"/>
              </a:lnSpc>
              <a:spcBef>
                <a:spcPts val="0"/>
              </a:spcBef>
              <a:spcAft>
                <a:spcPts val="0"/>
              </a:spcAft>
              <a:buClr>
                <a:schemeClr val="lt1"/>
              </a:buClr>
              <a:buSzPts val="1100"/>
              <a:buFont typeface="Arial"/>
              <a:buAutoNum type="arabicPeriod"/>
            </a:pPr>
            <a:r>
              <a:rPr b="1" i="0" lang="es" sz="1100" u="none" cap="none" strike="noStrike">
                <a:solidFill>
                  <a:schemeClr val="lt1"/>
                </a:solidFill>
                <a:latin typeface="Arial"/>
                <a:ea typeface="Arial"/>
                <a:cs typeface="Arial"/>
                <a:sym typeface="Arial"/>
              </a:rPr>
              <a:t>Módulos de red</a:t>
            </a:r>
            <a:r>
              <a:rPr b="0" i="0" lang="es" sz="1100" u="none" cap="none" strike="noStrike">
                <a:solidFill>
                  <a:schemeClr val="lt1"/>
                </a:solidFill>
                <a:latin typeface="Arial"/>
                <a:ea typeface="Arial"/>
                <a:cs typeface="Arial"/>
                <a:sym typeface="Arial"/>
              </a:rPr>
              <a:t> – Implementan protocolos como </a:t>
            </a:r>
            <a:r>
              <a:rPr b="1" i="0" lang="es" sz="1100" u="none" cap="none" strike="noStrike">
                <a:solidFill>
                  <a:schemeClr val="lt1"/>
                </a:solidFill>
                <a:latin typeface="Arial"/>
                <a:ea typeface="Arial"/>
                <a:cs typeface="Arial"/>
                <a:sym typeface="Arial"/>
              </a:rPr>
              <a:t>TCP/IP, Wi-Fi, Bluetooth</a:t>
            </a:r>
            <a:r>
              <a:rPr b="0" i="0" lang="es" sz="1100" u="none" cap="none" strike="noStrike">
                <a:solidFill>
                  <a:schemeClr val="lt1"/>
                </a:solidFill>
                <a:latin typeface="Arial"/>
                <a:ea typeface="Arial"/>
                <a:cs typeface="Arial"/>
                <a:sym typeface="Arial"/>
              </a:rPr>
              <a:t>.</a:t>
            </a:r>
            <a:endParaRPr b="0" i="0" sz="1100" u="none" cap="none" strike="noStrike">
              <a:solidFill>
                <a:schemeClr val="lt1"/>
              </a:solidFill>
              <a:latin typeface="Arial"/>
              <a:ea typeface="Arial"/>
              <a:cs typeface="Arial"/>
              <a:sym typeface="Arial"/>
            </a:endParaRPr>
          </a:p>
          <a:p>
            <a:pPr indent="-298450" lvl="0" marL="457200" marR="0" rtl="0" algn="l">
              <a:lnSpc>
                <a:spcPct val="115000"/>
              </a:lnSpc>
              <a:spcBef>
                <a:spcPts val="0"/>
              </a:spcBef>
              <a:spcAft>
                <a:spcPts val="0"/>
              </a:spcAft>
              <a:buClr>
                <a:schemeClr val="lt1"/>
              </a:buClr>
              <a:buSzPts val="1100"/>
              <a:buFont typeface="Arial"/>
              <a:buAutoNum type="arabicPeriod"/>
            </a:pPr>
            <a:r>
              <a:rPr b="1" i="0" lang="es" sz="1100" u="none" cap="none" strike="noStrike">
                <a:solidFill>
                  <a:schemeClr val="lt1"/>
                </a:solidFill>
                <a:latin typeface="Arial"/>
                <a:ea typeface="Arial"/>
                <a:cs typeface="Arial"/>
                <a:sym typeface="Arial"/>
              </a:rPr>
              <a:t>Módulos personalizados</a:t>
            </a:r>
            <a:r>
              <a:rPr b="0" i="0" lang="es" sz="1100" u="none" cap="none" strike="noStrike">
                <a:solidFill>
                  <a:schemeClr val="lt1"/>
                </a:solidFill>
                <a:latin typeface="Arial"/>
                <a:ea typeface="Arial"/>
                <a:cs typeface="Arial"/>
                <a:sym typeface="Arial"/>
              </a:rPr>
              <a:t> – Desarrollados por usuarios para funcionalidades específicas.</a:t>
            </a:r>
            <a:endParaRPr b="0" i="0" sz="1100" u="none" cap="none" strike="noStrike">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338785bead_0_72"/>
          <p:cNvSpPr txBox="1"/>
          <p:nvPr/>
        </p:nvSpPr>
        <p:spPr>
          <a:xfrm>
            <a:off x="1206050" y="200400"/>
            <a:ext cx="7547700" cy="1463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2100"/>
              <a:buFont typeface="Arial"/>
              <a:buNone/>
            </a:pPr>
            <a:r>
              <a:rPr b="0" i="0" lang="es" sz="2100" u="none" cap="none" strike="noStrike">
                <a:solidFill>
                  <a:schemeClr val="lt1"/>
                </a:solidFill>
                <a:latin typeface="Montserrat"/>
                <a:ea typeface="Montserrat"/>
                <a:cs typeface="Montserrat"/>
                <a:sym typeface="Montserrat"/>
              </a:rPr>
              <a:t> Gestión de Módulos del Kernel</a:t>
            </a:r>
            <a:endParaRPr b="0" i="0" sz="1200" u="none" cap="none" strike="noStrike">
              <a:solidFill>
                <a:schemeClr val="lt1"/>
              </a:solidFill>
              <a:latin typeface="Arial"/>
              <a:ea typeface="Arial"/>
              <a:cs typeface="Arial"/>
              <a:sym typeface="Arial"/>
            </a:endParaRPr>
          </a:p>
          <a:p>
            <a:pPr indent="-298450" lvl="0" marL="457200" marR="0" rtl="0" algn="l">
              <a:lnSpc>
                <a:spcPct val="115000"/>
              </a:lnSpc>
              <a:spcBef>
                <a:spcPts val="1200"/>
              </a:spcBef>
              <a:spcAft>
                <a:spcPts val="0"/>
              </a:spcAft>
              <a:buClr>
                <a:schemeClr val="lt1"/>
              </a:buClr>
              <a:buSzPts val="1100"/>
              <a:buFont typeface="Arial"/>
              <a:buAutoNum type="arabicPeriod"/>
            </a:pPr>
            <a:r>
              <a:rPr b="0" i="0" lang="es" sz="1100" u="none" cap="none" strike="noStrike">
                <a:solidFill>
                  <a:schemeClr val="lt1"/>
                </a:solidFill>
                <a:latin typeface="Arial"/>
                <a:ea typeface="Arial"/>
                <a:cs typeface="Arial"/>
                <a:sym typeface="Arial"/>
              </a:rPr>
              <a:t>Listar módulos cargados: </a:t>
            </a:r>
            <a:r>
              <a:rPr b="1" i="1" lang="es" sz="1100" u="none" cap="none" strike="noStrike">
                <a:solidFill>
                  <a:schemeClr val="lt1"/>
                </a:solidFill>
                <a:latin typeface="Arial"/>
                <a:ea typeface="Arial"/>
                <a:cs typeface="Arial"/>
                <a:sym typeface="Arial"/>
              </a:rPr>
              <a:t>lsmod</a:t>
            </a:r>
            <a:endParaRPr b="1" i="1" sz="1100" u="none" cap="none" strike="noStrike">
              <a:solidFill>
                <a:schemeClr val="lt1"/>
              </a:solidFill>
              <a:latin typeface="Arial"/>
              <a:ea typeface="Arial"/>
              <a:cs typeface="Arial"/>
              <a:sym typeface="Arial"/>
            </a:endParaRPr>
          </a:p>
          <a:p>
            <a:pPr indent="-298450" lvl="0" marL="457200" marR="0" rtl="0" algn="l">
              <a:lnSpc>
                <a:spcPct val="115000"/>
              </a:lnSpc>
              <a:spcBef>
                <a:spcPts val="0"/>
              </a:spcBef>
              <a:spcAft>
                <a:spcPts val="0"/>
              </a:spcAft>
              <a:buClr>
                <a:schemeClr val="lt1"/>
              </a:buClr>
              <a:buSzPts val="1100"/>
              <a:buFont typeface="Arial"/>
              <a:buAutoNum type="arabicPeriod"/>
            </a:pPr>
            <a:r>
              <a:rPr b="0" i="0" lang="es" sz="1100" u="none" cap="none" strike="noStrike">
                <a:solidFill>
                  <a:schemeClr val="lt1"/>
                </a:solidFill>
                <a:latin typeface="Arial"/>
                <a:ea typeface="Arial"/>
                <a:cs typeface="Arial"/>
                <a:sym typeface="Arial"/>
              </a:rPr>
              <a:t>Cargar un módulo: </a:t>
            </a:r>
            <a:r>
              <a:rPr b="1" i="1" lang="es" sz="1100" u="none" cap="none" strike="noStrike">
                <a:solidFill>
                  <a:schemeClr val="lt1"/>
                </a:solidFill>
                <a:latin typeface="Arial"/>
                <a:ea typeface="Arial"/>
                <a:cs typeface="Arial"/>
                <a:sym typeface="Arial"/>
              </a:rPr>
              <a:t>sudo insmod mi_modulo.ko</a:t>
            </a:r>
            <a:endParaRPr b="1" i="1" sz="1100" u="none" cap="none" strike="noStrike">
              <a:solidFill>
                <a:schemeClr val="lt1"/>
              </a:solidFill>
              <a:latin typeface="Arial"/>
              <a:ea typeface="Arial"/>
              <a:cs typeface="Arial"/>
              <a:sym typeface="Arial"/>
            </a:endParaRPr>
          </a:p>
          <a:p>
            <a:pPr indent="-298450" lvl="0" marL="457200" marR="0" rtl="0" algn="l">
              <a:lnSpc>
                <a:spcPct val="115000"/>
              </a:lnSpc>
              <a:spcBef>
                <a:spcPts val="0"/>
              </a:spcBef>
              <a:spcAft>
                <a:spcPts val="0"/>
              </a:spcAft>
              <a:buClr>
                <a:schemeClr val="lt1"/>
              </a:buClr>
              <a:buSzPts val="1100"/>
              <a:buFont typeface="Arial"/>
              <a:buAutoNum type="arabicPeriod"/>
            </a:pPr>
            <a:r>
              <a:rPr b="0" i="0" lang="es" sz="1100" u="none" cap="none" strike="noStrike">
                <a:solidFill>
                  <a:schemeClr val="lt1"/>
                </a:solidFill>
                <a:latin typeface="Arial"/>
                <a:ea typeface="Arial"/>
                <a:cs typeface="Arial"/>
                <a:sym typeface="Arial"/>
              </a:rPr>
              <a:t>Eliminar un módulo: </a:t>
            </a:r>
            <a:r>
              <a:rPr b="1" i="1" lang="es" sz="1100" u="none" cap="none" strike="noStrike">
                <a:solidFill>
                  <a:schemeClr val="lt1"/>
                </a:solidFill>
                <a:latin typeface="Arial"/>
                <a:ea typeface="Arial"/>
                <a:cs typeface="Arial"/>
                <a:sym typeface="Arial"/>
              </a:rPr>
              <a:t>sudo rmmod mi_modulo</a:t>
            </a:r>
            <a:endParaRPr b="1" i="1" sz="1100" u="none" cap="none" strike="noStrike">
              <a:solidFill>
                <a:schemeClr val="lt1"/>
              </a:solidFill>
              <a:latin typeface="Arial"/>
              <a:ea typeface="Arial"/>
              <a:cs typeface="Arial"/>
              <a:sym typeface="Arial"/>
            </a:endParaRPr>
          </a:p>
          <a:p>
            <a:pPr indent="-298450" lvl="0" marL="457200" marR="0" rtl="0" algn="l">
              <a:lnSpc>
                <a:spcPct val="115000"/>
              </a:lnSpc>
              <a:spcBef>
                <a:spcPts val="0"/>
              </a:spcBef>
              <a:spcAft>
                <a:spcPts val="0"/>
              </a:spcAft>
              <a:buClr>
                <a:schemeClr val="lt1"/>
              </a:buClr>
              <a:buSzPts val="1100"/>
              <a:buFont typeface="Arial"/>
              <a:buAutoNum type="arabicPeriod"/>
            </a:pPr>
            <a:r>
              <a:rPr b="0" i="0" lang="es" sz="1100" u="none" cap="none" strike="noStrike">
                <a:solidFill>
                  <a:schemeClr val="lt1"/>
                </a:solidFill>
                <a:latin typeface="Arial"/>
                <a:ea typeface="Arial"/>
                <a:cs typeface="Arial"/>
                <a:sym typeface="Arial"/>
              </a:rPr>
              <a:t>Buscar información del módulo: </a:t>
            </a:r>
            <a:r>
              <a:rPr b="1" i="1" lang="es" sz="1100" u="none" cap="none" strike="noStrike">
                <a:solidFill>
                  <a:schemeClr val="lt1"/>
                </a:solidFill>
                <a:latin typeface="Arial"/>
                <a:ea typeface="Arial"/>
                <a:cs typeface="Arial"/>
                <a:sym typeface="Arial"/>
              </a:rPr>
              <a:t>modinfo mi_modulo.ko</a:t>
            </a:r>
            <a:endParaRPr b="1" i="1" sz="1100" u="none" cap="none" strike="noStrike">
              <a:solidFill>
                <a:schemeClr val="lt1"/>
              </a:solidFill>
              <a:latin typeface="Arial"/>
              <a:ea typeface="Arial"/>
              <a:cs typeface="Arial"/>
              <a:sym typeface="Arial"/>
            </a:endParaRPr>
          </a:p>
        </p:txBody>
      </p:sp>
      <p:sp>
        <p:nvSpPr>
          <p:cNvPr id="258" name="Google Shape;258;g3338785bead_0_72"/>
          <p:cNvSpPr txBox="1"/>
          <p:nvPr/>
        </p:nvSpPr>
        <p:spPr>
          <a:xfrm>
            <a:off x="1356825" y="1880050"/>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chemeClr val="lt1"/>
                </a:solidFill>
                <a:latin typeface="Arial"/>
                <a:ea typeface="Arial"/>
                <a:cs typeface="Arial"/>
                <a:sym typeface="Arial"/>
              </a:rPr>
              <a:t>Creación de un Módulo Básico</a:t>
            </a:r>
            <a:endParaRPr b="1" i="0" sz="1100" u="none" cap="none" strike="noStrike">
              <a:solidFill>
                <a:schemeClr val="lt1"/>
              </a:solidFill>
              <a:latin typeface="Arial"/>
              <a:ea typeface="Arial"/>
              <a:cs typeface="Arial"/>
              <a:sym typeface="Arial"/>
            </a:endParaRPr>
          </a:p>
        </p:txBody>
      </p:sp>
      <p:pic>
        <p:nvPicPr>
          <p:cNvPr id="259" name="Google Shape;259;g3338785bead_0_72"/>
          <p:cNvPicPr preferRelativeResize="0"/>
          <p:nvPr/>
        </p:nvPicPr>
        <p:blipFill rotWithShape="1">
          <a:blip r:embed="rId3">
            <a:alphaModFix/>
          </a:blip>
          <a:srcRect b="0" l="0" r="0" t="0"/>
          <a:stretch/>
        </p:blipFill>
        <p:spPr>
          <a:xfrm>
            <a:off x="1484025" y="2297750"/>
            <a:ext cx="3087987" cy="2604650"/>
          </a:xfrm>
          <a:prstGeom prst="rect">
            <a:avLst/>
          </a:prstGeom>
          <a:noFill/>
          <a:ln>
            <a:noFill/>
          </a:ln>
        </p:spPr>
      </p:pic>
      <p:sp>
        <p:nvSpPr>
          <p:cNvPr id="260" name="Google Shape;260;g3338785bead_0_72"/>
          <p:cNvSpPr txBox="1"/>
          <p:nvPr/>
        </p:nvSpPr>
        <p:spPr>
          <a:xfrm>
            <a:off x="5879550" y="193325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lt1"/>
                </a:solidFill>
                <a:latin typeface="Arial"/>
                <a:ea typeface="Arial"/>
                <a:cs typeface="Arial"/>
                <a:sym typeface="Arial"/>
              </a:rPr>
              <a:t>Compilar con un Makefile</a:t>
            </a:r>
            <a:endParaRPr b="0" i="0" sz="1400" u="none" cap="none" strike="noStrike">
              <a:solidFill>
                <a:schemeClr val="lt1"/>
              </a:solidFill>
              <a:latin typeface="Arial"/>
              <a:ea typeface="Arial"/>
              <a:cs typeface="Arial"/>
              <a:sym typeface="Arial"/>
            </a:endParaRPr>
          </a:p>
        </p:txBody>
      </p:sp>
      <p:pic>
        <p:nvPicPr>
          <p:cNvPr id="261" name="Google Shape;261;g3338785bead_0_72"/>
          <p:cNvPicPr preferRelativeResize="0"/>
          <p:nvPr/>
        </p:nvPicPr>
        <p:blipFill rotWithShape="1">
          <a:blip r:embed="rId4">
            <a:alphaModFix/>
          </a:blip>
          <a:srcRect b="0" l="0" r="0" t="0"/>
          <a:stretch/>
        </p:blipFill>
        <p:spPr>
          <a:xfrm>
            <a:off x="5172746" y="2421100"/>
            <a:ext cx="3581000" cy="532025"/>
          </a:xfrm>
          <a:prstGeom prst="rect">
            <a:avLst/>
          </a:prstGeom>
          <a:noFill/>
          <a:ln>
            <a:noFill/>
          </a:ln>
        </p:spPr>
      </p:pic>
      <p:sp>
        <p:nvSpPr>
          <p:cNvPr id="262" name="Google Shape;262;g3338785bead_0_72"/>
          <p:cNvSpPr txBox="1"/>
          <p:nvPr/>
        </p:nvSpPr>
        <p:spPr>
          <a:xfrm>
            <a:off x="5879550" y="3511750"/>
            <a:ext cx="2625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lt1"/>
                </a:solidFill>
                <a:latin typeface="Arial"/>
                <a:ea typeface="Arial"/>
                <a:cs typeface="Arial"/>
                <a:sym typeface="Arial"/>
              </a:rPr>
              <a:t>Cargar y probar el módulo:</a:t>
            </a:r>
            <a:endParaRPr b="0" i="0" sz="1400" u="none" cap="none" strike="noStrike">
              <a:solidFill>
                <a:schemeClr val="lt1"/>
              </a:solidFill>
              <a:latin typeface="Arial"/>
              <a:ea typeface="Arial"/>
              <a:cs typeface="Arial"/>
              <a:sym typeface="Arial"/>
            </a:endParaRPr>
          </a:p>
        </p:txBody>
      </p:sp>
      <p:pic>
        <p:nvPicPr>
          <p:cNvPr id="263" name="Google Shape;263;g3338785bead_0_72"/>
          <p:cNvPicPr preferRelativeResize="0"/>
          <p:nvPr/>
        </p:nvPicPr>
        <p:blipFill rotWithShape="1">
          <a:blip r:embed="rId5">
            <a:alphaModFix/>
          </a:blip>
          <a:srcRect b="0" l="0" r="0" t="0"/>
          <a:stretch/>
        </p:blipFill>
        <p:spPr>
          <a:xfrm>
            <a:off x="5227125" y="4053262"/>
            <a:ext cx="3581000" cy="44208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5c6a413e71_0_265"/>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Competencias Desarrolladas por el Estudiante</a:t>
            </a:r>
            <a:endParaRPr/>
          </a:p>
        </p:txBody>
      </p:sp>
      <p:sp>
        <p:nvSpPr>
          <p:cNvPr id="269" name="Google Shape;269;g35c6a413e71_0_265"/>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s"/>
              <a:t>Dominio de herramientas modernas de virtualización y contenerización.</a:t>
            </a:r>
            <a:br>
              <a:rPr lang="es"/>
            </a:br>
            <a:endParaRPr/>
          </a:p>
          <a:p>
            <a:pPr indent="-311150" lvl="0" marL="457200" rtl="0" algn="l">
              <a:lnSpc>
                <a:spcPct val="115000"/>
              </a:lnSpc>
              <a:spcBef>
                <a:spcPts val="0"/>
              </a:spcBef>
              <a:spcAft>
                <a:spcPts val="0"/>
              </a:spcAft>
              <a:buSzPts val="1300"/>
              <a:buChar char="●"/>
            </a:pPr>
            <a:r>
              <a:rPr lang="es"/>
              <a:t>Capacidad de integración entre máquinas virtuales y contenedores.</a:t>
            </a:r>
            <a:br>
              <a:rPr lang="es"/>
            </a:br>
            <a:endParaRPr/>
          </a:p>
          <a:p>
            <a:pPr indent="-311150" lvl="0" marL="457200" rtl="0" algn="l">
              <a:lnSpc>
                <a:spcPct val="115000"/>
              </a:lnSpc>
              <a:spcBef>
                <a:spcPts val="0"/>
              </a:spcBef>
              <a:spcAft>
                <a:spcPts val="0"/>
              </a:spcAft>
              <a:buSzPts val="1300"/>
              <a:buChar char="●"/>
            </a:pPr>
            <a:r>
              <a:rPr lang="es"/>
              <a:t>Comprensión del ciclo completo de despliegue de aplicaciones.</a:t>
            </a:r>
            <a:br>
              <a:rPr lang="es"/>
            </a:br>
            <a:endParaRPr/>
          </a:p>
          <a:p>
            <a:pPr indent="-311150" lvl="0" marL="457200" rtl="0" algn="l">
              <a:lnSpc>
                <a:spcPct val="115000"/>
              </a:lnSpc>
              <a:spcBef>
                <a:spcPts val="0"/>
              </a:spcBef>
              <a:spcAft>
                <a:spcPts val="0"/>
              </a:spcAft>
              <a:buSzPts val="1300"/>
              <a:buChar char="●"/>
            </a:pPr>
            <a:r>
              <a:rPr lang="es"/>
              <a:t>Habilidades prácticas en seguridad, gestión de imágenes y automatización.</a:t>
            </a:r>
            <a:endParaRPr/>
          </a:p>
          <a:p>
            <a:pPr indent="0" lvl="0" marL="0" rtl="0" algn="l">
              <a:lnSpc>
                <a:spcPct val="115000"/>
              </a:lnSpc>
              <a:spcBef>
                <a:spcPts val="0"/>
              </a:spcBef>
              <a:spcAft>
                <a:spcPts val="0"/>
              </a:spcAft>
              <a:buSzPts val="13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35ef6d705af_0_5"/>
          <p:cNvSpPr txBox="1"/>
          <p:nvPr>
            <p:ph type="title"/>
          </p:nvPr>
        </p:nvSpPr>
        <p:spPr>
          <a:xfrm>
            <a:off x="1297500" y="301150"/>
            <a:ext cx="7038900" cy="677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s"/>
              <a:t>Ejemplos Aplicados en la Vida Real</a:t>
            </a:r>
            <a:endParaRPr/>
          </a:p>
        </p:txBody>
      </p:sp>
      <p:graphicFrame>
        <p:nvGraphicFramePr>
          <p:cNvPr id="275" name="Google Shape;275;g35ef6d705af_0_5"/>
          <p:cNvGraphicFramePr/>
          <p:nvPr/>
        </p:nvGraphicFramePr>
        <p:xfrm>
          <a:off x="1069950" y="909900"/>
          <a:ext cx="3000000" cy="3000000"/>
        </p:xfrm>
        <a:graphic>
          <a:graphicData uri="http://schemas.openxmlformats.org/drawingml/2006/table">
            <a:tbl>
              <a:tblPr>
                <a:noFill/>
                <a:tableStyleId>{1C5067C3-5AFA-4F97-805F-0D832DCE9696}</a:tableStyleId>
              </a:tblPr>
              <a:tblGrid>
                <a:gridCol w="1915000"/>
                <a:gridCol w="5959650"/>
              </a:tblGrid>
              <a:tr h="358375">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solidFill>
                            <a:schemeClr val="lt1"/>
                          </a:solidFill>
                        </a:rPr>
                        <a:t>Área / Entorno</a:t>
                      </a:r>
                      <a:endParaRPr b="1" sz="1100" u="none" cap="none" strike="noStrike">
                        <a:solidFill>
                          <a:schemeClr val="lt1"/>
                        </a:solidFill>
                      </a:endParaRPr>
                    </a:p>
                  </a:txBody>
                  <a:tcPr marT="91425" marB="91425" marR="91425" marL="91425"/>
                </a:tc>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solidFill>
                            <a:schemeClr val="lt1"/>
                          </a:solidFill>
                        </a:rPr>
                        <a:t>Aplicación práctica</a:t>
                      </a:r>
                      <a:endParaRPr b="1" sz="1100" u="none" cap="none" strike="noStrike">
                        <a:solidFill>
                          <a:schemeClr val="lt1"/>
                        </a:solidFill>
                      </a:endParaRPr>
                    </a:p>
                  </a:txBody>
                  <a:tcPr marT="91425" marB="91425" marR="91425" marL="91425"/>
                </a:tc>
              </a:tr>
              <a:tr h="577800">
                <a:tc>
                  <a:txBody>
                    <a:bodyPr/>
                    <a:lstStyle/>
                    <a:p>
                      <a:pPr indent="0" lvl="0" marL="0" marR="0" rtl="0" algn="l">
                        <a:lnSpc>
                          <a:spcPct val="100000"/>
                        </a:lnSpc>
                        <a:spcBef>
                          <a:spcPts val="0"/>
                        </a:spcBef>
                        <a:spcAft>
                          <a:spcPts val="0"/>
                        </a:spcAft>
                        <a:buClr>
                          <a:srgbClr val="000000"/>
                        </a:buClr>
                        <a:buSzPts val="1100"/>
                        <a:buFont typeface="Arial"/>
                        <a:buNone/>
                      </a:pPr>
                      <a:r>
                        <a:rPr b="1" lang="es" sz="1100" u="none" cap="none" strike="noStrike">
                          <a:solidFill>
                            <a:schemeClr val="lt1"/>
                          </a:solidFill>
                        </a:rPr>
                        <a:t>Administración de sistemas</a:t>
                      </a:r>
                      <a:endParaRPr b="1" sz="11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lt1"/>
                          </a:solidFill>
                        </a:rPr>
                        <a:t>Automatización de tareas rutinarias con scripts Bash: backups, limpieza de logs, monitoreo de servicios.</a:t>
                      </a:r>
                      <a:endParaRPr sz="1400" u="none" cap="none" strike="noStrike">
                        <a:solidFill>
                          <a:schemeClr val="lt1"/>
                        </a:solidFill>
                      </a:endParaRPr>
                    </a:p>
                  </a:txBody>
                  <a:tcPr marT="91425" marB="91425" marR="91425" marL="91425"/>
                </a:tc>
              </a:tr>
              <a:tr h="577800">
                <a:tc>
                  <a:txBody>
                    <a:bodyPr/>
                    <a:lstStyle/>
                    <a:p>
                      <a:pPr indent="0" lvl="0" marL="0" marR="0" rtl="0" algn="l">
                        <a:lnSpc>
                          <a:spcPct val="100000"/>
                        </a:lnSpc>
                        <a:spcBef>
                          <a:spcPts val="0"/>
                        </a:spcBef>
                        <a:spcAft>
                          <a:spcPts val="0"/>
                        </a:spcAft>
                        <a:buClr>
                          <a:srgbClr val="000000"/>
                        </a:buClr>
                        <a:buSzPts val="1100"/>
                        <a:buFont typeface="Arial"/>
                        <a:buNone/>
                      </a:pPr>
                      <a:r>
                        <a:rPr b="1" lang="es" sz="1100" u="none" cap="none" strike="noStrike">
                          <a:solidFill>
                            <a:schemeClr val="lt1"/>
                          </a:solidFill>
                        </a:rPr>
                        <a:t>DevOps y CI/CD</a:t>
                      </a:r>
                      <a:endParaRPr b="1" sz="11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lt1"/>
                          </a:solidFill>
                        </a:rPr>
                        <a:t>Bash es usado en pipelines (GitLab CI, Jenkins) para compilar, probar y desplegar software automáticamente.</a:t>
                      </a:r>
                      <a:endParaRPr sz="1400" u="none" cap="none" strike="noStrike">
                        <a:solidFill>
                          <a:schemeClr val="lt1"/>
                        </a:solidFill>
                      </a:endParaRPr>
                    </a:p>
                  </a:txBody>
                  <a:tcPr marT="91425" marB="91425" marR="91425" marL="91425"/>
                </a:tc>
              </a:tr>
              <a:tr h="577800">
                <a:tc>
                  <a:txBody>
                    <a:bodyPr/>
                    <a:lstStyle/>
                    <a:p>
                      <a:pPr indent="0" lvl="0" marL="0" marR="0" rtl="0" algn="l">
                        <a:lnSpc>
                          <a:spcPct val="100000"/>
                        </a:lnSpc>
                        <a:spcBef>
                          <a:spcPts val="0"/>
                        </a:spcBef>
                        <a:spcAft>
                          <a:spcPts val="0"/>
                        </a:spcAft>
                        <a:buClr>
                          <a:srgbClr val="000000"/>
                        </a:buClr>
                        <a:buSzPts val="1100"/>
                        <a:buFont typeface="Arial"/>
                        <a:buNone/>
                      </a:pPr>
                      <a:r>
                        <a:rPr b="1" lang="es" sz="1100" u="none" cap="none" strike="noStrike">
                          <a:solidFill>
                            <a:schemeClr val="lt1"/>
                          </a:solidFill>
                        </a:rPr>
                        <a:t>Seguridad informática</a:t>
                      </a:r>
                      <a:endParaRPr b="1" sz="11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lt1"/>
                          </a:solidFill>
                        </a:rPr>
                        <a:t>Scripts en Bash permiten ejecutar auditorías básicas del sistema, revisión de permisos y usuarios.</a:t>
                      </a:r>
                      <a:endParaRPr sz="1400" u="none" cap="none" strike="noStrike">
                        <a:solidFill>
                          <a:schemeClr val="lt1"/>
                        </a:solidFill>
                      </a:endParaRPr>
                    </a:p>
                  </a:txBody>
                  <a:tcPr marT="91425" marB="91425" marR="91425" marL="91425"/>
                </a:tc>
              </a:tr>
              <a:tr h="577800">
                <a:tc>
                  <a:txBody>
                    <a:bodyPr/>
                    <a:lstStyle/>
                    <a:p>
                      <a:pPr indent="0" lvl="0" marL="0" marR="0" rtl="0" algn="l">
                        <a:lnSpc>
                          <a:spcPct val="100000"/>
                        </a:lnSpc>
                        <a:spcBef>
                          <a:spcPts val="0"/>
                        </a:spcBef>
                        <a:spcAft>
                          <a:spcPts val="0"/>
                        </a:spcAft>
                        <a:buClr>
                          <a:srgbClr val="000000"/>
                        </a:buClr>
                        <a:buSzPts val="1100"/>
                        <a:buFont typeface="Arial"/>
                        <a:buNone/>
                      </a:pPr>
                      <a:r>
                        <a:rPr b="1" lang="es" sz="1100" u="none" cap="none" strike="noStrike">
                          <a:solidFill>
                            <a:schemeClr val="lt1"/>
                          </a:solidFill>
                        </a:rPr>
                        <a:t>Educación técnica</a:t>
                      </a:r>
                      <a:endParaRPr b="1" sz="11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lt1"/>
                          </a:solidFill>
                        </a:rPr>
                        <a:t>Se utilizan scripts Bash para prácticas de lógica, procesos, y manipulación del sistema de archivos.</a:t>
                      </a:r>
                      <a:endParaRPr sz="1400" u="none" cap="none" strike="noStrike">
                        <a:solidFill>
                          <a:schemeClr val="lt1"/>
                        </a:solidFill>
                      </a:endParaRPr>
                    </a:p>
                  </a:txBody>
                  <a:tcPr marT="91425" marB="91425" marR="91425" marL="91425"/>
                </a:tc>
              </a:tr>
              <a:tr h="577800">
                <a:tc>
                  <a:txBody>
                    <a:bodyPr/>
                    <a:lstStyle/>
                    <a:p>
                      <a:pPr indent="0" lvl="0" marL="0" marR="0" rtl="0" algn="l">
                        <a:lnSpc>
                          <a:spcPct val="100000"/>
                        </a:lnSpc>
                        <a:spcBef>
                          <a:spcPts val="0"/>
                        </a:spcBef>
                        <a:spcAft>
                          <a:spcPts val="0"/>
                        </a:spcAft>
                        <a:buClr>
                          <a:srgbClr val="000000"/>
                        </a:buClr>
                        <a:buSzPts val="1100"/>
                        <a:buFont typeface="Arial"/>
                        <a:buNone/>
                      </a:pPr>
                      <a:r>
                        <a:rPr b="1" lang="es" sz="1100" u="none" cap="none" strike="noStrike">
                          <a:solidFill>
                            <a:schemeClr val="lt1"/>
                          </a:solidFill>
                        </a:rPr>
                        <a:t>Desarrollo de controladores</a:t>
                      </a:r>
                      <a:endParaRPr b="1" sz="11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lt1"/>
                          </a:solidFill>
                        </a:rPr>
                        <a:t>Los módulos de kernel permiten a los desarrolladores crear controladores personalizados sin recompilar el sistema completo.</a:t>
                      </a:r>
                      <a:endParaRPr sz="1400" u="none" cap="none" strike="noStrike">
                        <a:solidFill>
                          <a:schemeClr val="lt1"/>
                        </a:solidFill>
                      </a:endParaRPr>
                    </a:p>
                  </a:txBody>
                  <a:tcPr marT="91425" marB="91425" marR="91425" marL="91425"/>
                </a:tc>
              </a:tr>
              <a:tr h="577800">
                <a:tc>
                  <a:txBody>
                    <a:bodyPr/>
                    <a:lstStyle/>
                    <a:p>
                      <a:pPr indent="0" lvl="0" marL="0" marR="0" rtl="0" algn="l">
                        <a:lnSpc>
                          <a:spcPct val="100000"/>
                        </a:lnSpc>
                        <a:spcBef>
                          <a:spcPts val="0"/>
                        </a:spcBef>
                        <a:spcAft>
                          <a:spcPts val="0"/>
                        </a:spcAft>
                        <a:buClr>
                          <a:srgbClr val="000000"/>
                        </a:buClr>
                        <a:buSzPts val="1100"/>
                        <a:buFont typeface="Arial"/>
                        <a:buNone/>
                      </a:pPr>
                      <a:r>
                        <a:rPr b="1" lang="es" sz="1100" u="none" cap="none" strike="noStrike">
                          <a:solidFill>
                            <a:schemeClr val="lt1"/>
                          </a:solidFill>
                        </a:rPr>
                        <a:t>Embedded y sistemas especializados</a:t>
                      </a:r>
                      <a:endParaRPr b="1" sz="11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lt1"/>
                          </a:solidFill>
                        </a:rPr>
                        <a:t>Empresas usan módulos de kernel para gestionar hardware específico como sensores, buses y protocolos industriales.</a:t>
                      </a:r>
                      <a:endParaRPr sz="1400" u="none" cap="none" strike="noStrike">
                        <a:solidFill>
                          <a:schemeClr val="lt1"/>
                        </a:solidFill>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35ef6d705af_0_0"/>
          <p:cNvSpPr txBox="1"/>
          <p:nvPr>
            <p:ph type="title"/>
          </p:nvPr>
        </p:nvSpPr>
        <p:spPr>
          <a:xfrm>
            <a:off x="1297500" y="275875"/>
            <a:ext cx="7038900" cy="635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s"/>
              <a:t>Valores y Actitudes Desarrolladas</a:t>
            </a:r>
            <a:endParaRPr/>
          </a:p>
        </p:txBody>
      </p:sp>
      <p:graphicFrame>
        <p:nvGraphicFramePr>
          <p:cNvPr id="281" name="Google Shape;281;g35ef6d705af_0_0"/>
          <p:cNvGraphicFramePr/>
          <p:nvPr/>
        </p:nvGraphicFramePr>
        <p:xfrm>
          <a:off x="1145725" y="910975"/>
          <a:ext cx="3000000" cy="3000000"/>
        </p:xfrm>
        <a:graphic>
          <a:graphicData uri="http://schemas.openxmlformats.org/drawingml/2006/table">
            <a:tbl>
              <a:tblPr>
                <a:noFill/>
                <a:tableStyleId>{1C5067C3-5AFA-4F97-805F-0D832DCE9696}</a:tableStyleId>
              </a:tblPr>
              <a:tblGrid>
                <a:gridCol w="1437050"/>
                <a:gridCol w="6134800"/>
              </a:tblGrid>
              <a:tr h="360725">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solidFill>
                            <a:schemeClr val="lt1"/>
                          </a:solidFill>
                        </a:rPr>
                        <a:t>Valor / Actitud</a:t>
                      </a:r>
                      <a:endParaRPr b="1" sz="1100" u="none" cap="none" strike="noStrike">
                        <a:solidFill>
                          <a:schemeClr val="lt1"/>
                        </a:solidFill>
                      </a:endParaRPr>
                    </a:p>
                  </a:txBody>
                  <a:tcPr marT="91425" marB="91425" marR="91425" marL="91425"/>
                </a:tc>
                <a:tc>
                  <a:txBody>
                    <a:bodyPr/>
                    <a:lstStyle/>
                    <a:p>
                      <a:pPr indent="0" lvl="0" marL="0" marR="0" rtl="0" algn="ctr">
                        <a:lnSpc>
                          <a:spcPct val="115000"/>
                        </a:lnSpc>
                        <a:spcBef>
                          <a:spcPts val="0"/>
                        </a:spcBef>
                        <a:spcAft>
                          <a:spcPts val="0"/>
                        </a:spcAft>
                        <a:buClr>
                          <a:srgbClr val="000000"/>
                        </a:buClr>
                        <a:buSzPts val="1100"/>
                        <a:buFont typeface="Arial"/>
                        <a:buNone/>
                      </a:pPr>
                      <a:r>
                        <a:rPr b="1" lang="es" sz="1100" u="none" cap="none" strike="noStrike">
                          <a:solidFill>
                            <a:schemeClr val="lt1"/>
                          </a:solidFill>
                        </a:rPr>
                        <a:t>Relación con Bash y Módulos de Kernel</a:t>
                      </a:r>
                      <a:endParaRPr b="1" sz="1100" u="none" cap="none" strike="noStrike">
                        <a:solidFill>
                          <a:schemeClr val="lt1"/>
                        </a:solidFill>
                      </a:endParaRPr>
                    </a:p>
                  </a:txBody>
                  <a:tcPr marT="91425" marB="91425" marR="91425" marL="91425"/>
                </a:tc>
              </a:tr>
              <a:tr h="581600">
                <a:tc>
                  <a:txBody>
                    <a:bodyPr/>
                    <a:lstStyle/>
                    <a:p>
                      <a:pPr indent="0" lvl="0" marL="0" marR="0" rtl="0" algn="l">
                        <a:lnSpc>
                          <a:spcPct val="100000"/>
                        </a:lnSpc>
                        <a:spcBef>
                          <a:spcPts val="0"/>
                        </a:spcBef>
                        <a:spcAft>
                          <a:spcPts val="0"/>
                        </a:spcAft>
                        <a:buClr>
                          <a:srgbClr val="000000"/>
                        </a:buClr>
                        <a:buSzPts val="1100"/>
                        <a:buFont typeface="Arial"/>
                        <a:buNone/>
                      </a:pPr>
                      <a:r>
                        <a:rPr b="1" lang="es" sz="1100" u="none" cap="none" strike="noStrike">
                          <a:solidFill>
                            <a:schemeClr val="lt1"/>
                          </a:solidFill>
                        </a:rPr>
                        <a:t>Responsabilidad</a:t>
                      </a:r>
                      <a:endParaRPr b="1" sz="11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lt1"/>
                          </a:solidFill>
                        </a:rPr>
                        <a:t>Trabajar con el kernel o con scripts que automatizan procesos exige conciencia de los riesgos e impacto.</a:t>
                      </a:r>
                      <a:endParaRPr sz="1400" u="none" cap="none" strike="noStrike">
                        <a:solidFill>
                          <a:schemeClr val="lt1"/>
                        </a:solidFill>
                      </a:endParaRPr>
                    </a:p>
                  </a:txBody>
                  <a:tcPr marT="91425" marB="91425" marR="91425" marL="91425"/>
                </a:tc>
              </a:tr>
              <a:tr h="581600">
                <a:tc>
                  <a:txBody>
                    <a:bodyPr/>
                    <a:lstStyle/>
                    <a:p>
                      <a:pPr indent="0" lvl="0" marL="0" marR="0" rtl="0" algn="l">
                        <a:lnSpc>
                          <a:spcPct val="100000"/>
                        </a:lnSpc>
                        <a:spcBef>
                          <a:spcPts val="0"/>
                        </a:spcBef>
                        <a:spcAft>
                          <a:spcPts val="0"/>
                        </a:spcAft>
                        <a:buClr>
                          <a:srgbClr val="000000"/>
                        </a:buClr>
                        <a:buSzPts val="1100"/>
                        <a:buFont typeface="Arial"/>
                        <a:buNone/>
                      </a:pPr>
                      <a:r>
                        <a:rPr b="1" lang="es" sz="1100" u="none" cap="none" strike="noStrike">
                          <a:solidFill>
                            <a:schemeClr val="lt1"/>
                          </a:solidFill>
                        </a:rPr>
                        <a:t>Precisión</a:t>
                      </a:r>
                      <a:endParaRPr b="1" sz="11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lt1"/>
                          </a:solidFill>
                        </a:rPr>
                        <a:t>Tanto en Bash como en desarrollo de módulos, un error mínimo puede comprometer la funcionalidad del sistema.</a:t>
                      </a:r>
                      <a:endParaRPr sz="1400" u="none" cap="none" strike="noStrike">
                        <a:solidFill>
                          <a:schemeClr val="lt1"/>
                        </a:solidFill>
                      </a:endParaRPr>
                    </a:p>
                  </a:txBody>
                  <a:tcPr marT="91425" marB="91425" marR="91425" marL="91425"/>
                </a:tc>
              </a:tr>
              <a:tr h="581600">
                <a:tc>
                  <a:txBody>
                    <a:bodyPr/>
                    <a:lstStyle/>
                    <a:p>
                      <a:pPr indent="0" lvl="0" marL="0" marR="0" rtl="0" algn="l">
                        <a:lnSpc>
                          <a:spcPct val="100000"/>
                        </a:lnSpc>
                        <a:spcBef>
                          <a:spcPts val="0"/>
                        </a:spcBef>
                        <a:spcAft>
                          <a:spcPts val="0"/>
                        </a:spcAft>
                        <a:buClr>
                          <a:srgbClr val="000000"/>
                        </a:buClr>
                        <a:buSzPts val="1100"/>
                        <a:buFont typeface="Arial"/>
                        <a:buNone/>
                      </a:pPr>
                      <a:r>
                        <a:rPr b="1" lang="es" sz="1100" u="none" cap="none" strike="noStrike">
                          <a:solidFill>
                            <a:schemeClr val="lt1"/>
                          </a:solidFill>
                        </a:rPr>
                        <a:t>Autonomía</a:t>
                      </a:r>
                      <a:endParaRPr b="1" sz="11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lt1"/>
                          </a:solidFill>
                        </a:rPr>
                        <a:t>Estas herramientas fomentan la investigación y la solución de problemas de forma independiente.</a:t>
                      </a:r>
                      <a:endParaRPr sz="1400" u="none" cap="none" strike="noStrike">
                        <a:solidFill>
                          <a:schemeClr val="lt1"/>
                        </a:solidFill>
                      </a:endParaRPr>
                    </a:p>
                  </a:txBody>
                  <a:tcPr marT="91425" marB="91425" marR="91425" marL="91425"/>
                </a:tc>
              </a:tr>
              <a:tr h="581600">
                <a:tc>
                  <a:txBody>
                    <a:bodyPr/>
                    <a:lstStyle/>
                    <a:p>
                      <a:pPr indent="0" lvl="0" marL="0" marR="0" rtl="0" algn="l">
                        <a:lnSpc>
                          <a:spcPct val="100000"/>
                        </a:lnSpc>
                        <a:spcBef>
                          <a:spcPts val="0"/>
                        </a:spcBef>
                        <a:spcAft>
                          <a:spcPts val="0"/>
                        </a:spcAft>
                        <a:buClr>
                          <a:srgbClr val="000000"/>
                        </a:buClr>
                        <a:buSzPts val="1100"/>
                        <a:buFont typeface="Arial"/>
                        <a:buNone/>
                      </a:pPr>
                      <a:r>
                        <a:rPr b="1" lang="es" sz="1100" u="none" cap="none" strike="noStrike">
                          <a:solidFill>
                            <a:schemeClr val="lt1"/>
                          </a:solidFill>
                        </a:rPr>
                        <a:t>Disciplina</a:t>
                      </a:r>
                      <a:endParaRPr b="1" sz="11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lt1"/>
                          </a:solidFill>
                        </a:rPr>
                        <a:t>Se requiere atención constante al detalle y a las buenas prácticas de documentación y estructura.</a:t>
                      </a:r>
                      <a:endParaRPr sz="1400" u="none" cap="none" strike="noStrike">
                        <a:solidFill>
                          <a:schemeClr val="lt1"/>
                        </a:solidFill>
                      </a:endParaRPr>
                    </a:p>
                  </a:txBody>
                  <a:tcPr marT="91425" marB="91425" marR="91425" marL="91425"/>
                </a:tc>
              </a:tr>
              <a:tr h="581600">
                <a:tc>
                  <a:txBody>
                    <a:bodyPr/>
                    <a:lstStyle/>
                    <a:p>
                      <a:pPr indent="0" lvl="0" marL="0" marR="0" rtl="0" algn="l">
                        <a:lnSpc>
                          <a:spcPct val="100000"/>
                        </a:lnSpc>
                        <a:spcBef>
                          <a:spcPts val="0"/>
                        </a:spcBef>
                        <a:spcAft>
                          <a:spcPts val="0"/>
                        </a:spcAft>
                        <a:buClr>
                          <a:srgbClr val="000000"/>
                        </a:buClr>
                        <a:buSzPts val="1100"/>
                        <a:buFont typeface="Arial"/>
                        <a:buNone/>
                      </a:pPr>
                      <a:r>
                        <a:rPr b="1" lang="es" sz="1100" u="none" cap="none" strike="noStrike">
                          <a:solidFill>
                            <a:schemeClr val="lt1"/>
                          </a:solidFill>
                        </a:rPr>
                        <a:t>Pensamiento crítico</a:t>
                      </a:r>
                      <a:endParaRPr b="1" sz="11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lt1"/>
                          </a:solidFill>
                        </a:rPr>
                        <a:t>Diagnosticar fallas y depurar scripts o módulos promueve el análisis lógico y estructurado.</a:t>
                      </a:r>
                      <a:endParaRPr sz="1400" u="none" cap="none" strike="noStrike">
                        <a:solidFill>
                          <a:schemeClr val="lt1"/>
                        </a:solidFill>
                      </a:endParaRPr>
                    </a:p>
                  </a:txBody>
                  <a:tcPr marT="91425" marB="91425" marR="91425" marL="91425"/>
                </a:tc>
              </a:tr>
              <a:tr h="581600">
                <a:tc>
                  <a:txBody>
                    <a:bodyPr/>
                    <a:lstStyle/>
                    <a:p>
                      <a:pPr indent="0" lvl="0" marL="0" marR="0" rtl="0" algn="l">
                        <a:lnSpc>
                          <a:spcPct val="100000"/>
                        </a:lnSpc>
                        <a:spcBef>
                          <a:spcPts val="0"/>
                        </a:spcBef>
                        <a:spcAft>
                          <a:spcPts val="0"/>
                        </a:spcAft>
                        <a:buClr>
                          <a:srgbClr val="000000"/>
                        </a:buClr>
                        <a:buSzPts val="1100"/>
                        <a:buFont typeface="Arial"/>
                        <a:buNone/>
                      </a:pPr>
                      <a:r>
                        <a:rPr b="1" lang="es" sz="1100" u="none" cap="none" strike="noStrike">
                          <a:solidFill>
                            <a:schemeClr val="lt1"/>
                          </a:solidFill>
                        </a:rPr>
                        <a:t>Respeto al software libre</a:t>
                      </a:r>
                      <a:endParaRPr b="1" sz="1100" u="none" cap="none" strike="noStrike">
                        <a:solidFill>
                          <a:schemeClr val="lt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solidFill>
                            <a:schemeClr val="lt1"/>
                          </a:solidFill>
                        </a:rPr>
                        <a:t>El uso de Linux, Bash y el kernel promueve el entendimiento de la colaboración abierta y ética tecnológica.</a:t>
                      </a:r>
                      <a:endParaRPr sz="1400" u="none" cap="none" strike="noStrike">
                        <a:solidFill>
                          <a:schemeClr val="lt1"/>
                        </a:solidFill>
                      </a:endParaRPr>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5c6a413e71_0_272"/>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s"/>
              <a:t>Conclusiones</a:t>
            </a:r>
            <a:endParaRPr/>
          </a:p>
        </p:txBody>
      </p:sp>
      <p:sp>
        <p:nvSpPr>
          <p:cNvPr id="287" name="Google Shape;287;g35c6a413e71_0_272"/>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s"/>
              <a:t>La virtualización y contenerización son tecnologías clave en entornos modernos.</a:t>
            </a:r>
            <a:br>
              <a:rPr lang="es"/>
            </a:br>
            <a:endParaRPr/>
          </a:p>
          <a:p>
            <a:pPr indent="-311150" lvl="0" marL="457200" rtl="0" algn="l">
              <a:lnSpc>
                <a:spcPct val="115000"/>
              </a:lnSpc>
              <a:spcBef>
                <a:spcPts val="0"/>
              </a:spcBef>
              <a:spcAft>
                <a:spcPts val="0"/>
              </a:spcAft>
              <a:buSzPts val="1300"/>
              <a:buChar char="●"/>
            </a:pPr>
            <a:r>
              <a:rPr lang="es"/>
              <a:t>Docker, Containerd, Harbor y Zot permiten una gestión eficiente y segura de servicios.</a:t>
            </a:r>
            <a:br>
              <a:rPr lang="es"/>
            </a:br>
            <a:endParaRPr/>
          </a:p>
          <a:p>
            <a:pPr indent="-311150" lvl="0" marL="457200" rtl="0" algn="l">
              <a:lnSpc>
                <a:spcPct val="115000"/>
              </a:lnSpc>
              <a:spcBef>
                <a:spcPts val="0"/>
              </a:spcBef>
              <a:spcAft>
                <a:spcPts val="0"/>
              </a:spcAft>
              <a:buSzPts val="1300"/>
              <a:buChar char="●"/>
            </a:pPr>
            <a:r>
              <a:rPr lang="es"/>
              <a:t>El estudiante desarrolla competencias alineadas con la industria tecnológica actual.</a:t>
            </a:r>
            <a:endParaRPr/>
          </a:p>
          <a:p>
            <a:pPr indent="0" lvl="0" marL="0" rtl="0" algn="l">
              <a:lnSpc>
                <a:spcPct val="115000"/>
              </a:lnSpc>
              <a:spcBef>
                <a:spcPts val="0"/>
              </a:spcBef>
              <a:spcAft>
                <a:spcPts val="0"/>
              </a:spcAft>
              <a:buSzPts val="13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g35c6a413e71_0_279"/>
          <p:cNvSpPr txBox="1"/>
          <p:nvPr>
            <p:ph type="title"/>
          </p:nvPr>
        </p:nvSpPr>
        <p:spPr>
          <a:xfrm>
            <a:off x="1297500" y="393750"/>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400"/>
              <a:buNone/>
            </a:pPr>
            <a:r>
              <a:rPr lang="es"/>
              <a:t>Referencias y Recursos</a:t>
            </a:r>
            <a:endParaRPr/>
          </a:p>
        </p:txBody>
      </p:sp>
      <p:sp>
        <p:nvSpPr>
          <p:cNvPr id="293" name="Google Shape;293;g35c6a413e71_0_279"/>
          <p:cNvSpPr txBox="1"/>
          <p:nvPr>
            <p:ph idx="1" type="body"/>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p>
            <a:pPr indent="-298450" lvl="0" marL="457200" rtl="0" algn="l">
              <a:lnSpc>
                <a:spcPct val="115000"/>
              </a:lnSpc>
              <a:spcBef>
                <a:spcPts val="0"/>
              </a:spcBef>
              <a:spcAft>
                <a:spcPts val="0"/>
              </a:spcAft>
              <a:buSzPts val="1100"/>
              <a:buFont typeface="Arial"/>
              <a:buChar char="●"/>
            </a:pPr>
            <a:r>
              <a:rPr lang="es" sz="1100">
                <a:latin typeface="Arial"/>
                <a:ea typeface="Arial"/>
                <a:cs typeface="Arial"/>
                <a:sym typeface="Arial"/>
              </a:rPr>
              <a:t>Docker Documentation: https://docs.docker.com</a:t>
            </a:r>
            <a:br>
              <a:rPr lang="e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lang="es" sz="1100">
                <a:latin typeface="Arial"/>
                <a:ea typeface="Arial"/>
                <a:cs typeface="Arial"/>
                <a:sym typeface="Arial"/>
              </a:rPr>
              <a:t>Harbor Project:</a:t>
            </a:r>
            <a:r>
              <a:rPr lang="es" sz="1100">
                <a:solidFill>
                  <a:schemeClr val="hlink"/>
                </a:solidFill>
                <a:uFill>
                  <a:noFill/>
                </a:uFill>
                <a:latin typeface="Arial"/>
                <a:ea typeface="Arial"/>
                <a:cs typeface="Arial"/>
                <a:sym typeface="Arial"/>
                <a:hlinkClick r:id="rId3"/>
              </a:rPr>
              <a:t> </a:t>
            </a:r>
            <a:r>
              <a:rPr lang="es" sz="1100" u="sng">
                <a:solidFill>
                  <a:schemeClr val="hlink"/>
                </a:solidFill>
                <a:latin typeface="Arial"/>
                <a:ea typeface="Arial"/>
                <a:cs typeface="Arial"/>
                <a:sym typeface="Arial"/>
                <a:hlinkClick r:id="rId4"/>
              </a:rPr>
              <a:t>https://goharbor.io</a:t>
            </a:r>
            <a:br>
              <a:rPr lang="es" sz="1100" u="sng">
                <a:solidFill>
                  <a:schemeClr val="hlink"/>
                </a:solidFill>
                <a:latin typeface="Arial"/>
                <a:ea typeface="Arial"/>
                <a:cs typeface="Arial"/>
                <a:sym typeface="Arial"/>
                <a:hlinkClick r:id="rId5"/>
              </a:rPr>
            </a:br>
            <a:endParaRPr sz="1100" u="sng">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lang="es" sz="1100">
                <a:latin typeface="Arial"/>
                <a:ea typeface="Arial"/>
                <a:cs typeface="Arial"/>
                <a:sym typeface="Arial"/>
              </a:rPr>
              <a:t>Zot Registry:</a:t>
            </a:r>
            <a:r>
              <a:rPr lang="es" sz="1100">
                <a:solidFill>
                  <a:schemeClr val="hlink"/>
                </a:solidFill>
                <a:uFill>
                  <a:noFill/>
                </a:uFill>
                <a:latin typeface="Arial"/>
                <a:ea typeface="Arial"/>
                <a:cs typeface="Arial"/>
                <a:sym typeface="Arial"/>
                <a:hlinkClick r:id="rId6"/>
              </a:rPr>
              <a:t> </a:t>
            </a:r>
            <a:r>
              <a:rPr lang="es" sz="1100" u="sng">
                <a:solidFill>
                  <a:schemeClr val="hlink"/>
                </a:solidFill>
                <a:latin typeface="Arial"/>
                <a:ea typeface="Arial"/>
                <a:cs typeface="Arial"/>
                <a:sym typeface="Arial"/>
                <a:hlinkClick r:id="rId7"/>
              </a:rPr>
              <a:t>https://github.com/project-zot/zot</a:t>
            </a:r>
            <a:br>
              <a:rPr lang="es" sz="1100" u="sng">
                <a:solidFill>
                  <a:schemeClr val="hlink"/>
                </a:solidFill>
                <a:latin typeface="Arial"/>
                <a:ea typeface="Arial"/>
                <a:cs typeface="Arial"/>
                <a:sym typeface="Arial"/>
                <a:hlinkClick r:id="rId8"/>
              </a:rPr>
            </a:br>
            <a:endParaRPr sz="1100" u="sng">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lang="es" sz="1100">
                <a:latin typeface="Arial"/>
                <a:ea typeface="Arial"/>
                <a:cs typeface="Arial"/>
                <a:sym typeface="Arial"/>
              </a:rPr>
              <a:t>Containerd:</a:t>
            </a:r>
            <a:r>
              <a:rPr lang="es" sz="1100">
                <a:solidFill>
                  <a:schemeClr val="hlink"/>
                </a:solidFill>
                <a:uFill>
                  <a:noFill/>
                </a:uFill>
                <a:latin typeface="Arial"/>
                <a:ea typeface="Arial"/>
                <a:cs typeface="Arial"/>
                <a:sym typeface="Arial"/>
                <a:hlinkClick r:id="rId9"/>
              </a:rPr>
              <a:t> </a:t>
            </a:r>
            <a:r>
              <a:rPr lang="es" sz="1100" u="sng">
                <a:solidFill>
                  <a:schemeClr val="hlink"/>
                </a:solidFill>
                <a:latin typeface="Arial"/>
                <a:ea typeface="Arial"/>
                <a:cs typeface="Arial"/>
                <a:sym typeface="Arial"/>
                <a:hlinkClick r:id="rId10"/>
              </a:rPr>
              <a:t>https://containerd.io</a:t>
            </a:r>
            <a:br>
              <a:rPr lang="es" sz="1100" u="sng">
                <a:solidFill>
                  <a:schemeClr val="hlink"/>
                </a:solidFill>
                <a:latin typeface="Arial"/>
                <a:ea typeface="Arial"/>
                <a:cs typeface="Arial"/>
                <a:sym typeface="Arial"/>
                <a:hlinkClick r:id="rId11"/>
              </a:rPr>
            </a:br>
            <a:endParaRPr sz="1100" u="sng">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lang="es" sz="1100">
                <a:latin typeface="Arial"/>
                <a:ea typeface="Arial"/>
                <a:cs typeface="Arial"/>
                <a:sym typeface="Arial"/>
              </a:rPr>
              <a:t>Open Container Initiative (OCI):</a:t>
            </a:r>
            <a:r>
              <a:rPr lang="es" sz="1100">
                <a:solidFill>
                  <a:schemeClr val="hlink"/>
                </a:solidFill>
                <a:uFill>
                  <a:noFill/>
                </a:uFill>
                <a:latin typeface="Arial"/>
                <a:ea typeface="Arial"/>
                <a:cs typeface="Arial"/>
                <a:sym typeface="Arial"/>
                <a:hlinkClick r:id="rId12"/>
              </a:rPr>
              <a:t> </a:t>
            </a:r>
            <a:r>
              <a:rPr lang="es" sz="1100" u="sng">
                <a:solidFill>
                  <a:schemeClr val="hlink"/>
                </a:solidFill>
                <a:latin typeface="Arial"/>
                <a:ea typeface="Arial"/>
                <a:cs typeface="Arial"/>
                <a:sym typeface="Arial"/>
                <a:hlinkClick r:id="rId13"/>
              </a:rPr>
              <a:t>https://opencontainers.org</a:t>
            </a:r>
            <a:br>
              <a:rPr lang="es" sz="1100" u="sng">
                <a:solidFill>
                  <a:schemeClr val="hlink"/>
                </a:solidFill>
                <a:latin typeface="Arial"/>
                <a:ea typeface="Arial"/>
                <a:cs typeface="Arial"/>
                <a:sym typeface="Arial"/>
                <a:hlinkClick r:id="rId14"/>
              </a:rPr>
            </a:br>
            <a:endParaRPr sz="1100" u="sng">
              <a:latin typeface="Arial"/>
              <a:ea typeface="Arial"/>
              <a:cs typeface="Arial"/>
              <a:sym typeface="Arial"/>
            </a:endParaRPr>
          </a:p>
          <a:p>
            <a:pPr indent="-298450" lvl="0" marL="457200" rtl="0" algn="l">
              <a:lnSpc>
                <a:spcPct val="115000"/>
              </a:lnSpc>
              <a:spcBef>
                <a:spcPts val="0"/>
              </a:spcBef>
              <a:spcAft>
                <a:spcPts val="0"/>
              </a:spcAft>
              <a:buSzPts val="1100"/>
              <a:buFont typeface="Arial"/>
              <a:buChar char="●"/>
            </a:pPr>
            <a:r>
              <a:rPr lang="es" sz="1100">
                <a:latin typeface="Arial"/>
                <a:ea typeface="Arial"/>
                <a:cs typeface="Arial"/>
                <a:sym typeface="Arial"/>
              </a:rPr>
              <a:t>CNCF Projects: https://www.cncf.io/projects</a:t>
            </a:r>
            <a:endParaRPr sz="1100">
              <a:latin typeface="Arial"/>
              <a:ea typeface="Arial"/>
              <a:cs typeface="Arial"/>
              <a:sym typeface="Arial"/>
            </a:endParaRPr>
          </a:p>
          <a:p>
            <a:pPr indent="0" lvl="0" marL="0" rtl="0" algn="l">
              <a:lnSpc>
                <a:spcPct val="115000"/>
              </a:lnSpc>
              <a:spcBef>
                <a:spcPts val="0"/>
              </a:spcBef>
              <a:spcAft>
                <a:spcPts val="0"/>
              </a:spcAft>
              <a:buSzPts val="13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32c83b6bb22_0_0"/>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000"/>
              <a:buNone/>
            </a:pPr>
            <a:r>
              <a:t/>
            </a:r>
            <a:endParaRPr/>
          </a:p>
        </p:txBody>
      </p:sp>
      <p:sp>
        <p:nvSpPr>
          <p:cNvPr id="299" name="Google Shape;299;g32c83b6bb22_0_0"/>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300"/>
              <a:buNone/>
            </a:pPr>
            <a:r>
              <a:t/>
            </a:r>
            <a:endParaRPr/>
          </a:p>
        </p:txBody>
      </p:sp>
      <p:pic>
        <p:nvPicPr>
          <p:cNvPr id="300" name="Google Shape;300;g32c83b6bb22_0_0"/>
          <p:cNvPicPr preferRelativeResize="0"/>
          <p:nvPr/>
        </p:nvPicPr>
        <p:blipFill rotWithShape="1">
          <a:blip r:embed="rId3">
            <a:alphaModFix/>
          </a:blip>
          <a:srcRect b="0" l="0" r="0" t="0"/>
          <a:stretch/>
        </p:blipFill>
        <p:spPr>
          <a:xfrm>
            <a:off x="23750" y="0"/>
            <a:ext cx="9120251" cy="5143501"/>
          </a:xfrm>
          <a:prstGeom prst="rect">
            <a:avLst/>
          </a:prstGeom>
          <a:noFill/>
          <a:ln>
            <a:noFill/>
          </a:ln>
        </p:spPr>
      </p:pic>
      <p:sp>
        <p:nvSpPr>
          <p:cNvPr id="301" name="Google Shape;301;g32c83b6bb22_0_0"/>
          <p:cNvSpPr txBox="1"/>
          <p:nvPr/>
        </p:nvSpPr>
        <p:spPr>
          <a:xfrm>
            <a:off x="4660675" y="2393825"/>
            <a:ext cx="40545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2100" u="none" cap="none" strike="noStrike">
                <a:solidFill>
                  <a:schemeClr val="dk1"/>
                </a:solidFill>
                <a:latin typeface="Impact"/>
                <a:ea typeface="Impact"/>
                <a:cs typeface="Impact"/>
                <a:sym typeface="Impact"/>
              </a:rPr>
              <a:t>GRACIAS!!</a:t>
            </a:r>
            <a:endParaRPr b="0" i="0" sz="2100" u="none" cap="none" strike="noStrike">
              <a:solidFill>
                <a:schemeClr val="dk1"/>
              </a:solidFill>
              <a:latin typeface="Impact"/>
              <a:ea typeface="Impact"/>
              <a:cs typeface="Impact"/>
              <a:sym typeface="Impact"/>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