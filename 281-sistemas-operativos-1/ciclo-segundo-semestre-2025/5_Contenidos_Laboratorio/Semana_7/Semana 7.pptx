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2" r:id="rId6"/>
    <p:sldMasterId id="2147483684" r:id="rId7"/>
    <p:sldMasterId id="214748369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Lst>
  <p:sldSz cy="8229600" cx="14630400"/>
  <p:notesSz cx="8229600" cy="14630400"/>
  <p:embeddedFontLst>
    <p:embeddedFont>
      <p:font typeface="Spline Sans"/>
      <p:regular r:id="rId37"/>
      <p:bold r:id="rId38"/>
    </p:embeddedFont>
    <p:embeddedFont>
      <p:font typeface="Raleway"/>
      <p:regular r:id="rId39"/>
      <p:bold r:id="rId40"/>
      <p:italic r:id="rId41"/>
      <p:boldItalic r:id="rId42"/>
    </p:embeddedFont>
    <p:embeddedFont>
      <p:font typeface="Roboto"/>
      <p:regular r:id="rId43"/>
      <p:bold r:id="rId44"/>
      <p:italic r:id="rId45"/>
      <p:boldItalic r:id="rId46"/>
    </p:embeddedFont>
    <p:embeddedFont>
      <p:font typeface="Montserrat"/>
      <p:regular r:id="rId47"/>
      <p:bold r:id="rId48"/>
      <p:italic r:id="rId49"/>
      <p:boldItalic r:id="rId50"/>
    </p:embeddedFont>
    <p:embeddedFont>
      <p:font typeface="Lato"/>
      <p:regular r:id="rId51"/>
      <p:bold r:id="rId52"/>
      <p:italic r:id="rId53"/>
      <p:boldItalic r:id="rId54"/>
    </p:embeddedFont>
    <p:embeddedFont>
      <p:font typeface="Roboto Mono"/>
      <p:regular r:id="rId55"/>
      <p:bold r:id="rId56"/>
      <p:italic r:id="rId57"/>
      <p:boldItalic r:id="rId58"/>
    </p:embeddedFont>
    <p:embeddedFont>
      <p:font typeface="Barlow"/>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gjWsG8XfUycFcd8Z0oSzAYqyI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26FC45-477C-4BDB-A44C-3113F3C89EF2}">
  <a:tblStyle styleId="{9C26FC45-477C-4BDB-A44C-3113F3C89EF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font" Target="fonts/SplineSans-regular.fntdata"/><Relationship Id="rId36" Type="http://schemas.openxmlformats.org/officeDocument/2006/relationships/slide" Target="slides/slide27.xml"/><Relationship Id="rId39" Type="http://schemas.openxmlformats.org/officeDocument/2006/relationships/font" Target="fonts/Raleway-regular.fntdata"/><Relationship Id="rId38" Type="http://schemas.openxmlformats.org/officeDocument/2006/relationships/font" Target="fonts/SplineSans-bold.fntdata"/><Relationship Id="rId62" Type="http://schemas.openxmlformats.org/officeDocument/2006/relationships/font" Target="fonts/Barlow-boldItalic.fntdata"/><Relationship Id="rId61" Type="http://schemas.openxmlformats.org/officeDocument/2006/relationships/font" Target="fonts/Barlow-italic.fntdata"/><Relationship Id="rId20" Type="http://schemas.openxmlformats.org/officeDocument/2006/relationships/slide" Target="slides/slide11.xml"/><Relationship Id="rId63" Type="http://customschemas.google.com/relationships/presentationmetadata" Target="meta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60" Type="http://schemas.openxmlformats.org/officeDocument/2006/relationships/font" Target="fonts/Barlow-bold.fntdata"/><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Lato-regular.fntdata"/><Relationship Id="rId50" Type="http://schemas.openxmlformats.org/officeDocument/2006/relationships/font" Target="fonts/Montserrat-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slide" Target="slides/slide2.xml"/><Relationship Id="rId55" Type="http://schemas.openxmlformats.org/officeDocument/2006/relationships/font" Target="fonts/RobotoMono-regular.fntdata"/><Relationship Id="rId10" Type="http://schemas.openxmlformats.org/officeDocument/2006/relationships/slide" Target="slides/slide1.xml"/><Relationship Id="rId54" Type="http://schemas.openxmlformats.org/officeDocument/2006/relationships/font" Target="fonts/Lato-boldItalic.fntdata"/><Relationship Id="rId13" Type="http://schemas.openxmlformats.org/officeDocument/2006/relationships/slide" Target="slides/slide4.xml"/><Relationship Id="rId57" Type="http://schemas.openxmlformats.org/officeDocument/2006/relationships/font" Target="fonts/RobotoMono-italic.fntdata"/><Relationship Id="rId12" Type="http://schemas.openxmlformats.org/officeDocument/2006/relationships/slide" Target="slides/slide3.xml"/><Relationship Id="rId56" Type="http://schemas.openxmlformats.org/officeDocument/2006/relationships/font" Target="fonts/RobotoMono-bold.fntdata"/><Relationship Id="rId15" Type="http://schemas.openxmlformats.org/officeDocument/2006/relationships/slide" Target="slides/slide6.xml"/><Relationship Id="rId59" Type="http://schemas.openxmlformats.org/officeDocument/2006/relationships/font" Target="fonts/Barlow-regular.fntdata"/><Relationship Id="rId14" Type="http://schemas.openxmlformats.org/officeDocument/2006/relationships/slide" Target="slides/slide5.xml"/><Relationship Id="rId58" Type="http://schemas.openxmlformats.org/officeDocument/2006/relationships/font" Target="fonts/RobotoMono-boldItalic.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771c3e0188_0_5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771c3e0188_0_53: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6097552df7_0_137: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36097552df7_0_137: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097552df7_0_14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6097552df7_0_144: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dcb5b4a0ba_0_611: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g2dcb5b4a0ba_0_611: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6097552df7_0_415: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g36097552df7_0_415: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6097552df7_0_427: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g36097552df7_0_427: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dcb5b4a0ba_1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2dcb5b4a0ba_1_2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2dcb5b4a0ba_1_2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dcb5b4a0ba_1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2dcb5b4a0ba_1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g2dcb5b4a0ba_1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6c70e70e0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36c70e70e0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g36c70e70e0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6c70e70e0e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6c70e70e0e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6c70e70e0e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c70e70e0e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g36c70e70e0e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7" name="Google Shape;687;g36c70e70e0e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6c70e70e0e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g36c70e70e0e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g36c70e70e0e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dcb5b4a0ba_1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2dcb5b4a0ba_1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2dcb5b4a0ba_1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dcb5b4a0ba_1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g2dcb5b4a0ba_1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g2dcb5b4a0ba_1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dcb5b4a0ba_1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2dcb5b4a0ba_1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g2dcb5b4a0ba_1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6097552df7_0_70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6097552df7_0_704: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6097552df7_0_709: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6097552df7_0_709: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6097552df7_0_71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6097552df7_0_714: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6097552df7_0_979: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g36097552df7_0_979: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gamma.app/?utm_source=made-with-gamma" TargetMode="External"/><Relationship Id="rId3" Type="http://schemas.openxmlformats.org/officeDocument/2006/relationships/image" Target="../media/image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g3771c3e0188_0_65"/>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5" name="Google Shape;15;g3771c3e0188_0_65"/>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6" name="Google Shape;16;g3771c3e0188_0_6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771c3e0188_0_69"/>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8300"/>
              <a:buNone/>
              <a:defRPr sz="8300"/>
            </a:lvl1pPr>
            <a:lvl2pPr lvl="1" algn="ctr">
              <a:lnSpc>
                <a:spcPct val="100000"/>
              </a:lnSpc>
              <a:spcBef>
                <a:spcPts val="0"/>
              </a:spcBef>
              <a:spcAft>
                <a:spcPts val="0"/>
              </a:spcAft>
              <a:buSzPts val="8300"/>
              <a:buNone/>
              <a:defRPr sz="8300"/>
            </a:lvl2pPr>
            <a:lvl3pPr lvl="2" algn="ctr">
              <a:lnSpc>
                <a:spcPct val="100000"/>
              </a:lnSpc>
              <a:spcBef>
                <a:spcPts val="0"/>
              </a:spcBef>
              <a:spcAft>
                <a:spcPts val="0"/>
              </a:spcAft>
              <a:buSzPts val="8300"/>
              <a:buNone/>
              <a:defRPr sz="8300"/>
            </a:lvl3pPr>
            <a:lvl4pPr lvl="3" algn="ctr">
              <a:lnSpc>
                <a:spcPct val="100000"/>
              </a:lnSpc>
              <a:spcBef>
                <a:spcPts val="0"/>
              </a:spcBef>
              <a:spcAft>
                <a:spcPts val="0"/>
              </a:spcAft>
              <a:buSzPts val="8300"/>
              <a:buNone/>
              <a:defRPr sz="8300"/>
            </a:lvl4pPr>
            <a:lvl5pPr lvl="4" algn="ctr">
              <a:lnSpc>
                <a:spcPct val="100000"/>
              </a:lnSpc>
              <a:spcBef>
                <a:spcPts val="0"/>
              </a:spcBef>
              <a:spcAft>
                <a:spcPts val="0"/>
              </a:spcAft>
              <a:buSzPts val="8300"/>
              <a:buNone/>
              <a:defRPr sz="8300"/>
            </a:lvl5pPr>
            <a:lvl6pPr lvl="5" algn="ctr">
              <a:lnSpc>
                <a:spcPct val="100000"/>
              </a:lnSpc>
              <a:spcBef>
                <a:spcPts val="0"/>
              </a:spcBef>
              <a:spcAft>
                <a:spcPts val="0"/>
              </a:spcAft>
              <a:buSzPts val="8300"/>
              <a:buNone/>
              <a:defRPr sz="8300"/>
            </a:lvl6pPr>
            <a:lvl7pPr lvl="6" algn="ctr">
              <a:lnSpc>
                <a:spcPct val="100000"/>
              </a:lnSpc>
              <a:spcBef>
                <a:spcPts val="0"/>
              </a:spcBef>
              <a:spcAft>
                <a:spcPts val="0"/>
              </a:spcAft>
              <a:buSzPts val="8300"/>
              <a:buNone/>
              <a:defRPr sz="8300"/>
            </a:lvl7pPr>
            <a:lvl8pPr lvl="7" algn="ctr">
              <a:lnSpc>
                <a:spcPct val="100000"/>
              </a:lnSpc>
              <a:spcBef>
                <a:spcPts val="0"/>
              </a:spcBef>
              <a:spcAft>
                <a:spcPts val="0"/>
              </a:spcAft>
              <a:buSzPts val="8300"/>
              <a:buNone/>
              <a:defRPr sz="8300"/>
            </a:lvl8pPr>
            <a:lvl9pPr lvl="8" algn="ctr">
              <a:lnSpc>
                <a:spcPct val="100000"/>
              </a:lnSpc>
              <a:spcBef>
                <a:spcPts val="0"/>
              </a:spcBef>
              <a:spcAft>
                <a:spcPts val="0"/>
              </a:spcAft>
              <a:buSzPts val="8300"/>
              <a:buNone/>
              <a:defRPr sz="8300"/>
            </a:lvl9pPr>
          </a:lstStyle>
          <a:p/>
        </p:txBody>
      </p:sp>
      <p:sp>
        <p:nvSpPr>
          <p:cNvPr id="19" name="Google Shape;19;g3771c3e0188_0_69"/>
          <p:cNvSpPr txBox="1"/>
          <p:nvPr>
            <p:ph idx="1" type="subTitle"/>
          </p:nvPr>
        </p:nvSpPr>
        <p:spPr>
          <a:xfrm>
            <a:off x="498720" y="4534600"/>
            <a:ext cx="13632900" cy="1268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20" name="Google Shape;20;g3771c3e0188_0_6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g3771c3e0188_0_73"/>
          <p:cNvSpPr txBox="1"/>
          <p:nvPr>
            <p:ph type="title"/>
          </p:nvPr>
        </p:nvSpPr>
        <p:spPr>
          <a:xfrm>
            <a:off x="498720" y="3441360"/>
            <a:ext cx="13632900" cy="13470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5800"/>
              <a:buNone/>
              <a:defRPr sz="58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23" name="Google Shape;23;g3771c3e0188_0_7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771c3e0188_0_7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6" name="Google Shape;26;g3771c3e0188_0_76"/>
          <p:cNvSpPr txBox="1"/>
          <p:nvPr>
            <p:ph idx="1" type="body"/>
          </p:nvPr>
        </p:nvSpPr>
        <p:spPr>
          <a:xfrm>
            <a:off x="49872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27" name="Google Shape;27;g3771c3e0188_0_76"/>
          <p:cNvSpPr txBox="1"/>
          <p:nvPr>
            <p:ph idx="2" type="body"/>
          </p:nvPr>
        </p:nvSpPr>
        <p:spPr>
          <a:xfrm>
            <a:off x="773184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28" name="Google Shape;28;g3771c3e0188_0_7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771c3e0188_0_8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1" name="Google Shape;31;g3771c3e0188_0_8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771c3e0188_0_84"/>
          <p:cNvSpPr txBox="1"/>
          <p:nvPr>
            <p:ph type="title"/>
          </p:nvPr>
        </p:nvSpPr>
        <p:spPr>
          <a:xfrm>
            <a:off x="498720" y="888960"/>
            <a:ext cx="4492800" cy="1209000"/>
          </a:xfrm>
          <a:prstGeom prst="rect">
            <a:avLst/>
          </a:prstGeom>
          <a:noFill/>
          <a:ln>
            <a:noFill/>
          </a:ln>
        </p:spPr>
        <p:txBody>
          <a:bodyPr anchorCtr="0" anchor="b"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34" name="Google Shape;34;g3771c3e0188_0_84"/>
          <p:cNvSpPr txBox="1"/>
          <p:nvPr>
            <p:ph idx="1" type="body"/>
          </p:nvPr>
        </p:nvSpPr>
        <p:spPr>
          <a:xfrm>
            <a:off x="498720" y="2223360"/>
            <a:ext cx="4492800" cy="5087100"/>
          </a:xfrm>
          <a:prstGeom prst="rect">
            <a:avLst/>
          </a:prstGeom>
          <a:noFill/>
          <a:ln>
            <a:noFill/>
          </a:ln>
        </p:spPr>
        <p:txBody>
          <a:bodyPr anchorCtr="0" anchor="t" bIns="146275" lIns="146275" spcFirstLastPara="1" rIns="146275" wrap="square" tIns="146275">
            <a:normAutofit/>
          </a:bodyPr>
          <a:lstStyle>
            <a:lvl1pPr indent="-349250" lvl="0" marL="457200" algn="l">
              <a:lnSpc>
                <a:spcPct val="115000"/>
              </a:lnSpc>
              <a:spcBef>
                <a:spcPts val="0"/>
              </a:spcBef>
              <a:spcAft>
                <a:spcPts val="0"/>
              </a:spcAft>
              <a:buSzPts val="1900"/>
              <a:buChar char="●"/>
              <a:defRPr sz="19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35" name="Google Shape;35;g3771c3e0188_0_8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771c3e0188_0_88"/>
          <p:cNvSpPr txBox="1"/>
          <p:nvPr>
            <p:ph type="title"/>
          </p:nvPr>
        </p:nvSpPr>
        <p:spPr>
          <a:xfrm>
            <a:off x="784400" y="720240"/>
            <a:ext cx="10188600" cy="6545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7700"/>
              <a:buNone/>
              <a:defRPr sz="77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38" name="Google Shape;38;g3771c3e0188_0_8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771c3e0188_0_91"/>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 name="Google Shape;41;g3771c3e0188_0_91"/>
          <p:cNvSpPr txBox="1"/>
          <p:nvPr>
            <p:ph type="title"/>
          </p:nvPr>
        </p:nvSpPr>
        <p:spPr>
          <a:xfrm>
            <a:off x="424800" y="1973080"/>
            <a:ext cx="6472200" cy="23718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p:txBody>
      </p:sp>
      <p:sp>
        <p:nvSpPr>
          <p:cNvPr id="42" name="Google Shape;42;g3771c3e0188_0_91"/>
          <p:cNvSpPr txBox="1"/>
          <p:nvPr>
            <p:ph idx="1" type="subTitle"/>
          </p:nvPr>
        </p:nvSpPr>
        <p:spPr>
          <a:xfrm>
            <a:off x="424800" y="4484920"/>
            <a:ext cx="6472200" cy="1976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43" name="Google Shape;43;g3771c3e0188_0_91"/>
          <p:cNvSpPr txBox="1"/>
          <p:nvPr>
            <p:ph idx="2" type="body"/>
          </p:nvPr>
        </p:nvSpPr>
        <p:spPr>
          <a:xfrm>
            <a:off x="7903200" y="1158520"/>
            <a:ext cx="6139200" cy="5912100"/>
          </a:xfrm>
          <a:prstGeom prst="rect">
            <a:avLst/>
          </a:prstGeom>
          <a:noFill/>
          <a:ln>
            <a:noFill/>
          </a:ln>
        </p:spPr>
        <p:txBody>
          <a:bodyPr anchorCtr="0" anchor="ctr"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44" name="Google Shape;44;g3771c3e0188_0_9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771c3e0188_0_97"/>
          <p:cNvSpPr txBox="1"/>
          <p:nvPr>
            <p:ph idx="1" type="body"/>
          </p:nvPr>
        </p:nvSpPr>
        <p:spPr>
          <a:xfrm>
            <a:off x="498720" y="6768920"/>
            <a:ext cx="9598200" cy="9681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900"/>
              <a:buNone/>
              <a:defRPr/>
            </a:lvl1pPr>
          </a:lstStyle>
          <a:p/>
        </p:txBody>
      </p:sp>
      <p:sp>
        <p:nvSpPr>
          <p:cNvPr id="47" name="Google Shape;47;g3771c3e0188_0_9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771c3e0188_0_100"/>
          <p:cNvSpPr txBox="1"/>
          <p:nvPr>
            <p:ph hasCustomPrompt="1" type="title"/>
          </p:nvPr>
        </p:nvSpPr>
        <p:spPr>
          <a:xfrm>
            <a:off x="498720" y="1769800"/>
            <a:ext cx="13632900" cy="31416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19200"/>
              <a:buNone/>
              <a:defRPr sz="19200"/>
            </a:lvl1pPr>
            <a:lvl2pPr lvl="1" algn="ctr">
              <a:lnSpc>
                <a:spcPct val="100000"/>
              </a:lnSpc>
              <a:spcBef>
                <a:spcPts val="0"/>
              </a:spcBef>
              <a:spcAft>
                <a:spcPts val="0"/>
              </a:spcAft>
              <a:buSzPts val="19200"/>
              <a:buNone/>
              <a:defRPr sz="19200"/>
            </a:lvl2pPr>
            <a:lvl3pPr lvl="2" algn="ctr">
              <a:lnSpc>
                <a:spcPct val="100000"/>
              </a:lnSpc>
              <a:spcBef>
                <a:spcPts val="0"/>
              </a:spcBef>
              <a:spcAft>
                <a:spcPts val="0"/>
              </a:spcAft>
              <a:buSzPts val="19200"/>
              <a:buNone/>
              <a:defRPr sz="19200"/>
            </a:lvl3pPr>
            <a:lvl4pPr lvl="3" algn="ctr">
              <a:lnSpc>
                <a:spcPct val="100000"/>
              </a:lnSpc>
              <a:spcBef>
                <a:spcPts val="0"/>
              </a:spcBef>
              <a:spcAft>
                <a:spcPts val="0"/>
              </a:spcAft>
              <a:buSzPts val="19200"/>
              <a:buNone/>
              <a:defRPr sz="19200"/>
            </a:lvl4pPr>
            <a:lvl5pPr lvl="4" algn="ctr">
              <a:lnSpc>
                <a:spcPct val="100000"/>
              </a:lnSpc>
              <a:spcBef>
                <a:spcPts val="0"/>
              </a:spcBef>
              <a:spcAft>
                <a:spcPts val="0"/>
              </a:spcAft>
              <a:buSzPts val="19200"/>
              <a:buNone/>
              <a:defRPr sz="19200"/>
            </a:lvl5pPr>
            <a:lvl6pPr lvl="5" algn="ctr">
              <a:lnSpc>
                <a:spcPct val="100000"/>
              </a:lnSpc>
              <a:spcBef>
                <a:spcPts val="0"/>
              </a:spcBef>
              <a:spcAft>
                <a:spcPts val="0"/>
              </a:spcAft>
              <a:buSzPts val="19200"/>
              <a:buNone/>
              <a:defRPr sz="19200"/>
            </a:lvl6pPr>
            <a:lvl7pPr lvl="6" algn="ctr">
              <a:lnSpc>
                <a:spcPct val="100000"/>
              </a:lnSpc>
              <a:spcBef>
                <a:spcPts val="0"/>
              </a:spcBef>
              <a:spcAft>
                <a:spcPts val="0"/>
              </a:spcAft>
              <a:buSzPts val="19200"/>
              <a:buNone/>
              <a:defRPr sz="19200"/>
            </a:lvl7pPr>
            <a:lvl8pPr lvl="7" algn="ctr">
              <a:lnSpc>
                <a:spcPct val="100000"/>
              </a:lnSpc>
              <a:spcBef>
                <a:spcPts val="0"/>
              </a:spcBef>
              <a:spcAft>
                <a:spcPts val="0"/>
              </a:spcAft>
              <a:buSzPts val="19200"/>
              <a:buNone/>
              <a:defRPr sz="19200"/>
            </a:lvl8pPr>
            <a:lvl9pPr lvl="8" algn="ctr">
              <a:lnSpc>
                <a:spcPct val="100000"/>
              </a:lnSpc>
              <a:spcBef>
                <a:spcPts val="0"/>
              </a:spcBef>
              <a:spcAft>
                <a:spcPts val="0"/>
              </a:spcAft>
              <a:buSzPts val="19200"/>
              <a:buNone/>
              <a:defRPr sz="19200"/>
            </a:lvl9pPr>
          </a:lstStyle>
          <a:p>
            <a:r>
              <a:t>xx%</a:t>
            </a:r>
          </a:p>
        </p:txBody>
      </p:sp>
      <p:sp>
        <p:nvSpPr>
          <p:cNvPr id="50" name="Google Shape;50;g3771c3e0188_0_100"/>
          <p:cNvSpPr txBox="1"/>
          <p:nvPr>
            <p:ph idx="1" type="body"/>
          </p:nvPr>
        </p:nvSpPr>
        <p:spPr>
          <a:xfrm>
            <a:off x="498720" y="5043560"/>
            <a:ext cx="13632900" cy="2081400"/>
          </a:xfrm>
          <a:prstGeom prst="rect">
            <a:avLst/>
          </a:prstGeom>
          <a:noFill/>
          <a:ln>
            <a:noFill/>
          </a:ln>
        </p:spPr>
        <p:txBody>
          <a:bodyPr anchorCtr="0" anchor="t" bIns="146275" lIns="146275" spcFirstLastPara="1" rIns="146275" wrap="square" tIns="146275">
            <a:normAutofit/>
          </a:bodyPr>
          <a:lstStyle>
            <a:lvl1pPr indent="-412750" lvl="0" marL="457200" algn="ctr">
              <a:lnSpc>
                <a:spcPct val="115000"/>
              </a:lnSpc>
              <a:spcBef>
                <a:spcPts val="0"/>
              </a:spcBef>
              <a:spcAft>
                <a:spcPts val="0"/>
              </a:spcAft>
              <a:buSzPts val="29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51" name="Google Shape;51;g3771c3e0188_0_10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771c3e0188_0_10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g36097552df7_0_990"/>
          <p:cNvSpPr/>
          <p:nvPr/>
        </p:nvSpPr>
        <p:spPr>
          <a:xfrm rot="5400000">
            <a:off x="12000600" y="808"/>
            <a:ext cx="2629800" cy="2629800"/>
          </a:xfrm>
          <a:prstGeom prst="diagStripe">
            <a:avLst>
              <a:gd fmla="val 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60" name="Google Shape;60;g36097552df7_0_990"/>
          <p:cNvGrpSpPr/>
          <p:nvPr/>
        </p:nvGrpSpPr>
        <p:grpSpPr>
          <a:xfrm>
            <a:off x="0" y="784"/>
            <a:ext cx="8245928" cy="8214833"/>
            <a:chOff x="0" y="75"/>
            <a:chExt cx="5153705" cy="5152950"/>
          </a:xfrm>
        </p:grpSpPr>
        <p:sp>
          <p:nvSpPr>
            <p:cNvPr id="61" name="Google Shape;61;g36097552df7_0_990"/>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 name="Google Shape;62;g36097552df7_0_990"/>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 name="Google Shape;63;g36097552df7_0_990"/>
            <p:cNvSpPr/>
            <p:nvPr/>
          </p:nvSpPr>
          <p:spPr>
            <a:xfrm rot="-5400000">
              <a:off x="1646" y="-75"/>
              <a:ext cx="2299800" cy="23001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 name="Google Shape;64;g36097552df7_0_990"/>
            <p:cNvSpPr/>
            <p:nvPr/>
          </p:nvSpPr>
          <p:spPr>
            <a:xfrm flipH="1">
              <a:off x="652821" y="590035"/>
              <a:ext cx="2300100" cy="2299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65" name="Google Shape;65;g36097552df7_0_990"/>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66" name="Google Shape;66;g36097552df7_0_990"/>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67" name="Google Shape;67;g36097552df7_0_99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grpSp>
        <p:nvGrpSpPr>
          <p:cNvPr id="69" name="Google Shape;69;g36097552df7_0_1000"/>
          <p:cNvGrpSpPr/>
          <p:nvPr/>
        </p:nvGrpSpPr>
        <p:grpSpPr>
          <a:xfrm>
            <a:off x="0" y="609602"/>
            <a:ext cx="1660560" cy="1626061"/>
            <a:chOff x="0" y="381001"/>
            <a:chExt cx="1037850" cy="1016288"/>
          </a:xfrm>
        </p:grpSpPr>
        <p:sp>
          <p:nvSpPr>
            <p:cNvPr id="70" name="Google Shape;70;g36097552df7_0_1000"/>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 name="Google Shape;71;g36097552df7_0_1000"/>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72" name="Google Shape;72;g36097552df7_0_1000"/>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73" name="Google Shape;73;g36097552df7_0_1000"/>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74" name="Google Shape;74;g36097552df7_0_100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grpSp>
        <p:nvGrpSpPr>
          <p:cNvPr id="76" name="Google Shape;76;g36097552df7_0_1007"/>
          <p:cNvGrpSpPr/>
          <p:nvPr/>
        </p:nvGrpSpPr>
        <p:grpSpPr>
          <a:xfrm>
            <a:off x="7050240" y="0"/>
            <a:ext cx="7580160" cy="8228904"/>
            <a:chOff x="4406400" y="0"/>
            <a:chExt cx="4737600" cy="5143065"/>
          </a:xfrm>
        </p:grpSpPr>
        <p:sp>
          <p:nvSpPr>
            <p:cNvPr id="77" name="Google Shape;77;g36097552df7_0_1007"/>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 name="Google Shape;78;g36097552df7_0_1007"/>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 name="Google Shape;79;g36097552df7_0_1007"/>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0" name="Google Shape;80;g36097552df7_0_1007"/>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 name="Google Shape;81;g36097552df7_0_1007"/>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 name="Google Shape;82;g36097552df7_0_1007"/>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 name="Google Shape;83;g36097552df7_0_1007"/>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 name="Google Shape;84;g36097552df7_0_1007"/>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 name="Google Shape;85;g36097552df7_0_1007"/>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 name="Google Shape;86;g36097552df7_0_1007"/>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 name="Google Shape;87;g36097552df7_0_1007"/>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 name="Google Shape;88;g36097552df7_0_1007"/>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 name="Google Shape;89;g36097552df7_0_1007"/>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 name="Google Shape;90;g36097552df7_0_100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 name="Google Shape;91;g36097552df7_0_1007"/>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 name="Google Shape;92;g36097552df7_0_1007"/>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 name="Google Shape;93;g36097552df7_0_1007"/>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 name="Google Shape;94;g36097552df7_0_1007"/>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95" name="Google Shape;95;g36097552df7_0_1007"/>
          <p:cNvSpPr txBox="1"/>
          <p:nvPr>
            <p:ph type="title"/>
          </p:nvPr>
        </p:nvSpPr>
        <p:spPr>
          <a:xfrm>
            <a:off x="1318160" y="3284800"/>
            <a:ext cx="7339200" cy="18378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96" name="Google Shape;96;g36097552df7_0_100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grpSp>
        <p:nvGrpSpPr>
          <p:cNvPr id="98" name="Google Shape;98;g36097552df7_0_1029"/>
          <p:cNvGrpSpPr/>
          <p:nvPr/>
        </p:nvGrpSpPr>
        <p:grpSpPr>
          <a:xfrm>
            <a:off x="0" y="609602"/>
            <a:ext cx="1660560" cy="1626061"/>
            <a:chOff x="0" y="381001"/>
            <a:chExt cx="1037850" cy="1016288"/>
          </a:xfrm>
        </p:grpSpPr>
        <p:sp>
          <p:nvSpPr>
            <p:cNvPr id="99" name="Google Shape;99;g36097552df7_0_1029"/>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 name="Google Shape;100;g36097552df7_0_1029"/>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01" name="Google Shape;101;g36097552df7_0_1029"/>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02" name="Google Shape;102;g36097552df7_0_1029"/>
          <p:cNvSpPr txBox="1"/>
          <p:nvPr>
            <p:ph idx="1" type="body"/>
          </p:nvPr>
        </p:nvSpPr>
        <p:spPr>
          <a:xfrm>
            <a:off x="2076000"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03" name="Google Shape;103;g36097552df7_0_1029"/>
          <p:cNvSpPr txBox="1"/>
          <p:nvPr>
            <p:ph idx="2" type="body"/>
          </p:nvPr>
        </p:nvSpPr>
        <p:spPr>
          <a:xfrm>
            <a:off x="7893154"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04" name="Google Shape;104;g36097552df7_0_102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grpSp>
        <p:nvGrpSpPr>
          <p:cNvPr id="106" name="Google Shape;106;g36097552df7_0_1037"/>
          <p:cNvGrpSpPr/>
          <p:nvPr/>
        </p:nvGrpSpPr>
        <p:grpSpPr>
          <a:xfrm>
            <a:off x="0" y="609602"/>
            <a:ext cx="1660560" cy="1626061"/>
            <a:chOff x="0" y="381001"/>
            <a:chExt cx="1037850" cy="1016288"/>
          </a:xfrm>
        </p:grpSpPr>
        <p:sp>
          <p:nvSpPr>
            <p:cNvPr id="107" name="Google Shape;107;g36097552df7_0_1037"/>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 name="Google Shape;108;g36097552df7_0_1037"/>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09" name="Google Shape;109;g36097552df7_0_1037"/>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10" name="Google Shape;110;g36097552df7_0_103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grpSp>
        <p:nvGrpSpPr>
          <p:cNvPr id="112" name="Google Shape;112;g36097552df7_0_1043"/>
          <p:cNvGrpSpPr/>
          <p:nvPr/>
        </p:nvGrpSpPr>
        <p:grpSpPr>
          <a:xfrm>
            <a:off x="0" y="609602"/>
            <a:ext cx="1660560" cy="1626061"/>
            <a:chOff x="0" y="381001"/>
            <a:chExt cx="1037850" cy="1016288"/>
          </a:xfrm>
        </p:grpSpPr>
        <p:sp>
          <p:nvSpPr>
            <p:cNvPr id="113" name="Google Shape;113;g36097552df7_0_1043"/>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 name="Google Shape;114;g36097552df7_0_1043"/>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15" name="Google Shape;115;g36097552df7_0_1043"/>
          <p:cNvSpPr txBox="1"/>
          <p:nvPr>
            <p:ph type="title"/>
          </p:nvPr>
        </p:nvSpPr>
        <p:spPr>
          <a:xfrm>
            <a:off x="2076000" y="630000"/>
            <a:ext cx="6078300" cy="23889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16" name="Google Shape;116;g36097552df7_0_1043"/>
          <p:cNvSpPr txBox="1"/>
          <p:nvPr>
            <p:ph idx="1" type="body"/>
          </p:nvPr>
        </p:nvSpPr>
        <p:spPr>
          <a:xfrm>
            <a:off x="2076000" y="3156080"/>
            <a:ext cx="6078300" cy="3865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7" name="Google Shape;117;g36097552df7_0_104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8" name="Shape 118"/>
        <p:cNvGrpSpPr/>
        <p:nvPr/>
      </p:nvGrpSpPr>
      <p:grpSpPr>
        <a:xfrm>
          <a:off x="0" y="0"/>
          <a:ext cx="0" cy="0"/>
          <a:chOff x="0" y="0"/>
          <a:chExt cx="0" cy="0"/>
        </a:xfrm>
      </p:grpSpPr>
      <p:grpSp>
        <p:nvGrpSpPr>
          <p:cNvPr id="119" name="Google Shape;119;g36097552df7_0_1050"/>
          <p:cNvGrpSpPr/>
          <p:nvPr/>
        </p:nvGrpSpPr>
        <p:grpSpPr>
          <a:xfrm>
            <a:off x="7050240" y="0"/>
            <a:ext cx="7580160" cy="8229600"/>
            <a:chOff x="4406400" y="0"/>
            <a:chExt cx="4737600" cy="5143500"/>
          </a:xfrm>
        </p:grpSpPr>
        <p:sp>
          <p:nvSpPr>
            <p:cNvPr id="120" name="Google Shape;120;g36097552df7_0_1050"/>
            <p:cNvSpPr/>
            <p:nvPr/>
          </p:nvSpPr>
          <p:spPr>
            <a:xfrm rot="5400000">
              <a:off x="4407900" y="-1500"/>
              <a:ext cx="47346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 name="Google Shape;121;g36097552df7_0_1050"/>
            <p:cNvSpPr/>
            <p:nvPr/>
          </p:nvSpPr>
          <p:spPr>
            <a:xfrm rot="5400000">
              <a:off x="4840825" y="6000"/>
              <a:ext cx="42987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 name="Google Shape;122;g36097552df7_0_1050"/>
            <p:cNvSpPr/>
            <p:nvPr/>
          </p:nvSpPr>
          <p:spPr>
            <a:xfrm rot="-5400000">
              <a:off x="5618399" y="123664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 name="Google Shape;123;g36097552df7_0_1050"/>
            <p:cNvSpPr/>
            <p:nvPr/>
          </p:nvSpPr>
          <p:spPr>
            <a:xfrm flipH="1">
              <a:off x="5849857" y="144407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 name="Google Shape;124;g36097552df7_0_1050"/>
            <p:cNvSpPr/>
            <p:nvPr/>
          </p:nvSpPr>
          <p:spPr>
            <a:xfrm rot="-5400000">
              <a:off x="5987081" y="246974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 name="Google Shape;125;g36097552df7_0_1050"/>
            <p:cNvSpPr/>
            <p:nvPr/>
          </p:nvSpPr>
          <p:spPr>
            <a:xfrm flipH="1">
              <a:off x="6222115" y="2677179"/>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 name="Google Shape;126;g36097552df7_0_1050"/>
            <p:cNvSpPr/>
            <p:nvPr/>
          </p:nvSpPr>
          <p:spPr>
            <a:xfrm rot="-5400000">
              <a:off x="6675341" y="186224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 name="Google Shape;127;g36097552df7_0_1050"/>
            <p:cNvSpPr/>
            <p:nvPr/>
          </p:nvSpPr>
          <p:spPr>
            <a:xfrm flipH="1">
              <a:off x="6908099" y="2069680"/>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 name="Google Shape;128;g36097552df7_0_1050"/>
            <p:cNvSpPr/>
            <p:nvPr/>
          </p:nvSpPr>
          <p:spPr>
            <a:xfrm rot="-5400000">
              <a:off x="6861141" y="247808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 name="Google Shape;129;g36097552df7_0_1050"/>
            <p:cNvSpPr/>
            <p:nvPr/>
          </p:nvSpPr>
          <p:spPr>
            <a:xfrm flipH="1">
              <a:off x="7965266" y="269319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 name="Google Shape;130;g36097552df7_0_1050"/>
            <p:cNvSpPr/>
            <p:nvPr/>
          </p:nvSpPr>
          <p:spPr>
            <a:xfrm flipH="1">
              <a:off x="8145082" y="330903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 name="Google Shape;131;g36097552df7_0_1050"/>
            <p:cNvSpPr/>
            <p:nvPr/>
          </p:nvSpPr>
          <p:spPr>
            <a:xfrm rot="-5400000">
              <a:off x="7047599" y="309534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 name="Google Shape;132;g36097552df7_0_1050"/>
            <p:cNvSpPr/>
            <p:nvPr/>
          </p:nvSpPr>
          <p:spPr>
            <a:xfrm flipH="1">
              <a:off x="7276649" y="3302781"/>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 name="Google Shape;133;g36097552df7_0_105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 name="Google Shape;134;g36097552df7_0_1050"/>
            <p:cNvSpPr/>
            <p:nvPr/>
          </p:nvSpPr>
          <p:spPr>
            <a:xfrm flipH="1">
              <a:off x="7462448" y="391862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 name="Google Shape;135;g36097552df7_0_1050"/>
            <p:cNvSpPr/>
            <p:nvPr/>
          </p:nvSpPr>
          <p:spPr>
            <a:xfrm rot="-5400000">
              <a:off x="8102491" y="37188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 name="Google Shape;136;g36097552df7_0_1050"/>
            <p:cNvSpPr/>
            <p:nvPr/>
          </p:nvSpPr>
          <p:spPr>
            <a:xfrm flipH="1">
              <a:off x="8334533" y="392629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 name="Google Shape;137;g36097552df7_0_1050"/>
            <p:cNvSpPr/>
            <p:nvPr/>
          </p:nvSpPr>
          <p:spPr>
            <a:xfrm rot="-5400000">
              <a:off x="8288290" y="433470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38" name="Google Shape;138;g36097552df7_0_1050"/>
          <p:cNvSpPr txBox="1"/>
          <p:nvPr>
            <p:ph type="title"/>
          </p:nvPr>
        </p:nvSpPr>
        <p:spPr>
          <a:xfrm>
            <a:off x="1318160" y="1386840"/>
            <a:ext cx="7339200" cy="5633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39" name="Google Shape;139;g36097552df7_0_105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grpSp>
        <p:nvGrpSpPr>
          <p:cNvPr id="141" name="Google Shape;141;g36097552df7_0_1072"/>
          <p:cNvGrpSpPr/>
          <p:nvPr/>
        </p:nvGrpSpPr>
        <p:grpSpPr>
          <a:xfrm>
            <a:off x="0" y="609602"/>
            <a:ext cx="1660560" cy="1626061"/>
            <a:chOff x="0" y="381001"/>
            <a:chExt cx="1037850" cy="1016288"/>
          </a:xfrm>
        </p:grpSpPr>
        <p:sp>
          <p:nvSpPr>
            <p:cNvPr id="142" name="Google Shape;142;g36097552df7_0_1072"/>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 name="Google Shape;143;g36097552df7_0_1072"/>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44" name="Google Shape;144;g36097552df7_0_1072"/>
          <p:cNvSpPr txBox="1"/>
          <p:nvPr>
            <p:ph type="title"/>
          </p:nvPr>
        </p:nvSpPr>
        <p:spPr>
          <a:xfrm>
            <a:off x="2076000" y="2653320"/>
            <a:ext cx="4858200" cy="28026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45" name="Google Shape;145;g36097552df7_0_1072"/>
          <p:cNvSpPr txBox="1"/>
          <p:nvPr>
            <p:ph idx="1" type="subTitle"/>
          </p:nvPr>
        </p:nvSpPr>
        <p:spPr>
          <a:xfrm>
            <a:off x="2076000" y="5660800"/>
            <a:ext cx="48582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46" name="Google Shape;146;g36097552df7_0_1072"/>
          <p:cNvSpPr txBox="1"/>
          <p:nvPr>
            <p:ph idx="2" type="body"/>
          </p:nvPr>
        </p:nvSpPr>
        <p:spPr>
          <a:xfrm>
            <a:off x="7437120" y="2714560"/>
            <a:ext cx="5883000" cy="3756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47" name="Google Shape;147;g36097552df7_0_1072"/>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8" name="Shape 148"/>
        <p:cNvGrpSpPr/>
        <p:nvPr/>
      </p:nvGrpSpPr>
      <p:grpSpPr>
        <a:xfrm>
          <a:off x="0" y="0"/>
          <a:ext cx="0" cy="0"/>
          <a:chOff x="0" y="0"/>
          <a:chExt cx="0" cy="0"/>
        </a:xfrm>
      </p:grpSpPr>
      <p:grpSp>
        <p:nvGrpSpPr>
          <p:cNvPr id="149" name="Google Shape;149;g36097552df7_0_1080"/>
          <p:cNvGrpSpPr/>
          <p:nvPr/>
        </p:nvGrpSpPr>
        <p:grpSpPr>
          <a:xfrm>
            <a:off x="0" y="6605715"/>
            <a:ext cx="1118280" cy="1095451"/>
            <a:chOff x="0" y="3785672"/>
            <a:chExt cx="698925" cy="684657"/>
          </a:xfrm>
        </p:grpSpPr>
        <p:sp>
          <p:nvSpPr>
            <p:cNvPr id="150" name="Google Shape;150;g36097552df7_0_1080"/>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 name="Google Shape;151;g36097552df7_0_1080"/>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52" name="Google Shape;152;g36097552df7_0_1080"/>
          <p:cNvSpPr txBox="1"/>
          <p:nvPr>
            <p:ph idx="1" type="body"/>
          </p:nvPr>
        </p:nvSpPr>
        <p:spPr>
          <a:xfrm>
            <a:off x="1300360" y="6888600"/>
            <a:ext cx="11097600" cy="8382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153" name="Google Shape;153;g36097552df7_0_108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4" name="Shape 154"/>
        <p:cNvGrpSpPr/>
        <p:nvPr/>
      </p:nvGrpSpPr>
      <p:grpSpPr>
        <a:xfrm>
          <a:off x="0" y="0"/>
          <a:ext cx="0" cy="0"/>
          <a:chOff x="0" y="0"/>
          <a:chExt cx="0" cy="0"/>
        </a:xfrm>
      </p:grpSpPr>
      <p:grpSp>
        <p:nvGrpSpPr>
          <p:cNvPr id="155" name="Google Shape;155;g36097552df7_0_1086"/>
          <p:cNvGrpSpPr/>
          <p:nvPr/>
        </p:nvGrpSpPr>
        <p:grpSpPr>
          <a:xfrm>
            <a:off x="7050240" y="0"/>
            <a:ext cx="7580160" cy="8228904"/>
            <a:chOff x="4406400" y="0"/>
            <a:chExt cx="4737600" cy="5143065"/>
          </a:xfrm>
        </p:grpSpPr>
        <p:sp>
          <p:nvSpPr>
            <p:cNvPr id="156" name="Google Shape;156;g36097552df7_0_1086"/>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 name="Google Shape;157;g36097552df7_0_1086"/>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 name="Google Shape;158;g36097552df7_0_1086"/>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 name="Google Shape;159;g36097552df7_0_1086"/>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 name="Google Shape;160;g36097552df7_0_1086"/>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 name="Google Shape;161;g36097552df7_0_1086"/>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 name="Google Shape;162;g36097552df7_0_1086"/>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 name="Google Shape;163;g36097552df7_0_1086"/>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 name="Google Shape;164;g36097552df7_0_1086"/>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 name="Google Shape;165;g36097552df7_0_1086"/>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 name="Google Shape;166;g36097552df7_0_1086"/>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 name="Google Shape;167;g36097552df7_0_1086"/>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 name="Google Shape;168;g36097552df7_0_1086"/>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 name="Google Shape;169;g36097552df7_0_108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 name="Google Shape;170;g36097552df7_0_1086"/>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 name="Google Shape;171;g36097552df7_0_1086"/>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 name="Google Shape;172;g36097552df7_0_1086"/>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 name="Google Shape;173;g36097552df7_0_1086"/>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74" name="Google Shape;174;g36097552df7_0_1086"/>
          <p:cNvSpPr txBox="1"/>
          <p:nvPr>
            <p:ph hasCustomPrompt="1" type="title"/>
          </p:nvPr>
        </p:nvSpPr>
        <p:spPr>
          <a:xfrm>
            <a:off x="1318160" y="2055480"/>
            <a:ext cx="7641600" cy="2081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r>
              <a:t>xx%</a:t>
            </a:r>
          </a:p>
        </p:txBody>
      </p:sp>
      <p:sp>
        <p:nvSpPr>
          <p:cNvPr id="175" name="Google Shape;175;g36097552df7_0_1086"/>
          <p:cNvSpPr txBox="1"/>
          <p:nvPr>
            <p:ph idx="1" type="body"/>
          </p:nvPr>
        </p:nvSpPr>
        <p:spPr>
          <a:xfrm>
            <a:off x="1318160" y="4228998"/>
            <a:ext cx="7641600" cy="19503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76" name="Google Shape;176;g36097552df7_0_108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7" name="Shape 177"/>
        <p:cNvGrpSpPr/>
        <p:nvPr/>
      </p:nvGrpSpPr>
      <p:grpSpPr>
        <a:xfrm>
          <a:off x="0" y="0"/>
          <a:ext cx="0" cy="0"/>
          <a:chOff x="0" y="0"/>
          <a:chExt cx="0" cy="0"/>
        </a:xfrm>
      </p:grpSpPr>
      <p:sp>
        <p:nvSpPr>
          <p:cNvPr id="178" name="Google Shape;178;g36097552df7_0_110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3" name="Shape 183"/>
        <p:cNvGrpSpPr/>
        <p:nvPr/>
      </p:nvGrpSpPr>
      <p:grpSpPr>
        <a:xfrm>
          <a:off x="0" y="0"/>
          <a:ext cx="0" cy="0"/>
          <a:chOff x="0" y="0"/>
          <a:chExt cx="0" cy="0"/>
        </a:xfrm>
      </p:grpSpPr>
      <p:grpSp>
        <p:nvGrpSpPr>
          <p:cNvPr id="184" name="Google Shape;184;g2dcb5b4a0ba_0_1037"/>
          <p:cNvGrpSpPr/>
          <p:nvPr/>
        </p:nvGrpSpPr>
        <p:grpSpPr>
          <a:xfrm>
            <a:off x="0" y="609602"/>
            <a:ext cx="1660560" cy="1626061"/>
            <a:chOff x="0" y="381001"/>
            <a:chExt cx="1037850" cy="1016288"/>
          </a:xfrm>
        </p:grpSpPr>
        <p:sp>
          <p:nvSpPr>
            <p:cNvPr id="185" name="Google Shape;185;g2dcb5b4a0ba_0_1037"/>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 name="Google Shape;186;g2dcb5b4a0ba_0_1037"/>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87" name="Google Shape;187;g2dcb5b4a0ba_0_1037"/>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88" name="Google Shape;188;g2dcb5b4a0ba_0_1037"/>
          <p:cNvSpPr txBox="1"/>
          <p:nvPr>
            <p:ph idx="1" type="body"/>
          </p:nvPr>
        </p:nvSpPr>
        <p:spPr>
          <a:xfrm>
            <a:off x="2076000" y="2508080"/>
            <a:ext cx="112623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9" name="Google Shape;189;g2dcb5b4a0ba_0_103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0" name="Shape 190"/>
        <p:cNvGrpSpPr/>
        <p:nvPr/>
      </p:nvGrpSpPr>
      <p:grpSpPr>
        <a:xfrm>
          <a:off x="0" y="0"/>
          <a:ext cx="0" cy="0"/>
          <a:chOff x="0" y="0"/>
          <a:chExt cx="0" cy="0"/>
        </a:xfrm>
      </p:grpSpPr>
      <p:sp>
        <p:nvSpPr>
          <p:cNvPr id="191" name="Google Shape;191;g2dcb5b4a0ba_0_1044"/>
          <p:cNvSpPr/>
          <p:nvPr/>
        </p:nvSpPr>
        <p:spPr>
          <a:xfrm rot="5400000">
            <a:off x="12000600" y="808"/>
            <a:ext cx="2629800" cy="2629800"/>
          </a:xfrm>
          <a:prstGeom prst="diagStripe">
            <a:avLst>
              <a:gd fmla="val 0"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2" name="Google Shape;192;g2dcb5b4a0ba_0_1044"/>
          <p:cNvGrpSpPr/>
          <p:nvPr/>
        </p:nvGrpSpPr>
        <p:grpSpPr>
          <a:xfrm>
            <a:off x="0" y="784"/>
            <a:ext cx="8245928" cy="8214833"/>
            <a:chOff x="0" y="75"/>
            <a:chExt cx="5153705" cy="5152950"/>
          </a:xfrm>
        </p:grpSpPr>
        <p:sp>
          <p:nvSpPr>
            <p:cNvPr id="193" name="Google Shape;193;g2dcb5b4a0ba_0_1044"/>
            <p:cNvSpPr/>
            <p:nvPr/>
          </p:nvSpPr>
          <p:spPr>
            <a:xfrm rot="-5400000">
              <a:off x="455" y="-225"/>
              <a:ext cx="5152800" cy="5153700"/>
            </a:xfrm>
            <a:prstGeom prst="diagStripe">
              <a:avLst>
                <a:gd fmla="val 50000"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 name="Google Shape;194;g2dcb5b4a0ba_0_1044"/>
            <p:cNvSpPr/>
            <p:nvPr/>
          </p:nvSpPr>
          <p:spPr>
            <a:xfrm rot="-5400000">
              <a:off x="150" y="1145825"/>
              <a:ext cx="3996600" cy="3996900"/>
            </a:xfrm>
            <a:prstGeom prst="diagStripe">
              <a:avLst>
                <a:gd fmla="val 58774"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 name="Google Shape;195;g2dcb5b4a0ba_0_1044"/>
            <p:cNvSpPr/>
            <p:nvPr/>
          </p:nvSpPr>
          <p:spPr>
            <a:xfrm rot="-5400000">
              <a:off x="1646" y="-75"/>
              <a:ext cx="2299800" cy="23001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 name="Google Shape;196;g2dcb5b4a0ba_0_1044"/>
            <p:cNvSpPr/>
            <p:nvPr/>
          </p:nvSpPr>
          <p:spPr>
            <a:xfrm flipH="1">
              <a:off x="652821" y="590035"/>
              <a:ext cx="2300100" cy="2299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97" name="Google Shape;197;g2dcb5b4a0ba_0_1044"/>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98" name="Google Shape;198;g2dcb5b4a0ba_0_1044"/>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99" name="Google Shape;199;g2dcb5b4a0ba_0_104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0" name="Shape 200"/>
        <p:cNvGrpSpPr/>
        <p:nvPr/>
      </p:nvGrpSpPr>
      <p:grpSpPr>
        <a:xfrm>
          <a:off x="0" y="0"/>
          <a:ext cx="0" cy="0"/>
          <a:chOff x="0" y="0"/>
          <a:chExt cx="0" cy="0"/>
        </a:xfrm>
      </p:grpSpPr>
      <p:grpSp>
        <p:nvGrpSpPr>
          <p:cNvPr id="201" name="Google Shape;201;g2dcb5b4a0ba_0_1054"/>
          <p:cNvGrpSpPr/>
          <p:nvPr/>
        </p:nvGrpSpPr>
        <p:grpSpPr>
          <a:xfrm>
            <a:off x="7050240" y="0"/>
            <a:ext cx="7580160" cy="8228904"/>
            <a:chOff x="4406400" y="0"/>
            <a:chExt cx="4737600" cy="5143065"/>
          </a:xfrm>
        </p:grpSpPr>
        <p:sp>
          <p:nvSpPr>
            <p:cNvPr id="202" name="Google Shape;202;g2dcb5b4a0ba_0_1054"/>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3" name="Google Shape;203;g2dcb5b4a0ba_0_1054"/>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4" name="Google Shape;204;g2dcb5b4a0ba_0_1054"/>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5" name="Google Shape;205;g2dcb5b4a0ba_0_1054"/>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6" name="Google Shape;206;g2dcb5b4a0ba_0_1054"/>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7" name="Google Shape;207;g2dcb5b4a0ba_0_1054"/>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8" name="Google Shape;208;g2dcb5b4a0ba_0_1054"/>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9" name="Google Shape;209;g2dcb5b4a0ba_0_1054"/>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0" name="Google Shape;210;g2dcb5b4a0ba_0_1054"/>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1" name="Google Shape;211;g2dcb5b4a0ba_0_1054"/>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2" name="Google Shape;212;g2dcb5b4a0ba_0_1054"/>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3" name="Google Shape;213;g2dcb5b4a0ba_0_1054"/>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4" name="Google Shape;214;g2dcb5b4a0ba_0_1054"/>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5" name="Google Shape;215;g2dcb5b4a0ba_0_105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6" name="Google Shape;216;g2dcb5b4a0ba_0_1054"/>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7" name="Google Shape;217;g2dcb5b4a0ba_0_1054"/>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8" name="Google Shape;218;g2dcb5b4a0ba_0_1054"/>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9" name="Google Shape;219;g2dcb5b4a0ba_0_1054"/>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20" name="Google Shape;220;g2dcb5b4a0ba_0_1054"/>
          <p:cNvSpPr txBox="1"/>
          <p:nvPr>
            <p:ph type="title"/>
          </p:nvPr>
        </p:nvSpPr>
        <p:spPr>
          <a:xfrm>
            <a:off x="1318160" y="3284800"/>
            <a:ext cx="7339200" cy="18378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21" name="Google Shape;221;g2dcb5b4a0ba_0_105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2" name="Shape 222"/>
        <p:cNvGrpSpPr/>
        <p:nvPr/>
      </p:nvGrpSpPr>
      <p:grpSpPr>
        <a:xfrm>
          <a:off x="0" y="0"/>
          <a:ext cx="0" cy="0"/>
          <a:chOff x="0" y="0"/>
          <a:chExt cx="0" cy="0"/>
        </a:xfrm>
      </p:grpSpPr>
      <p:grpSp>
        <p:nvGrpSpPr>
          <p:cNvPr id="223" name="Google Shape;223;g2dcb5b4a0ba_0_1076"/>
          <p:cNvGrpSpPr/>
          <p:nvPr/>
        </p:nvGrpSpPr>
        <p:grpSpPr>
          <a:xfrm>
            <a:off x="0" y="609602"/>
            <a:ext cx="1660560" cy="1626061"/>
            <a:chOff x="0" y="381001"/>
            <a:chExt cx="1037850" cy="1016288"/>
          </a:xfrm>
        </p:grpSpPr>
        <p:sp>
          <p:nvSpPr>
            <p:cNvPr id="224" name="Google Shape;224;g2dcb5b4a0ba_0_1076"/>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5" name="Google Shape;225;g2dcb5b4a0ba_0_1076"/>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26" name="Google Shape;226;g2dcb5b4a0ba_0_1076"/>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27" name="Google Shape;227;g2dcb5b4a0ba_0_1076"/>
          <p:cNvSpPr txBox="1"/>
          <p:nvPr>
            <p:ph idx="1" type="body"/>
          </p:nvPr>
        </p:nvSpPr>
        <p:spPr>
          <a:xfrm>
            <a:off x="2076000"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28" name="Google Shape;228;g2dcb5b4a0ba_0_1076"/>
          <p:cNvSpPr txBox="1"/>
          <p:nvPr>
            <p:ph idx="2" type="body"/>
          </p:nvPr>
        </p:nvSpPr>
        <p:spPr>
          <a:xfrm>
            <a:off x="7893154" y="2508080"/>
            <a:ext cx="5445000" cy="4657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29" name="Google Shape;229;g2dcb5b4a0ba_0_107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 name="Shape 230"/>
        <p:cNvGrpSpPr/>
        <p:nvPr/>
      </p:nvGrpSpPr>
      <p:grpSpPr>
        <a:xfrm>
          <a:off x="0" y="0"/>
          <a:ext cx="0" cy="0"/>
          <a:chOff x="0" y="0"/>
          <a:chExt cx="0" cy="0"/>
        </a:xfrm>
      </p:grpSpPr>
      <p:grpSp>
        <p:nvGrpSpPr>
          <p:cNvPr id="231" name="Google Shape;231;g2dcb5b4a0ba_0_1084"/>
          <p:cNvGrpSpPr/>
          <p:nvPr/>
        </p:nvGrpSpPr>
        <p:grpSpPr>
          <a:xfrm>
            <a:off x="0" y="609602"/>
            <a:ext cx="1660560" cy="1626061"/>
            <a:chOff x="0" y="381001"/>
            <a:chExt cx="1037850" cy="1016288"/>
          </a:xfrm>
        </p:grpSpPr>
        <p:sp>
          <p:nvSpPr>
            <p:cNvPr id="232" name="Google Shape;232;g2dcb5b4a0ba_0_1084"/>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3" name="Google Shape;233;g2dcb5b4a0ba_0_1084"/>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34" name="Google Shape;234;g2dcb5b4a0ba_0_1084"/>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35" name="Google Shape;235;g2dcb5b4a0ba_0_108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6" name="Shape 236"/>
        <p:cNvGrpSpPr/>
        <p:nvPr/>
      </p:nvGrpSpPr>
      <p:grpSpPr>
        <a:xfrm>
          <a:off x="0" y="0"/>
          <a:ext cx="0" cy="0"/>
          <a:chOff x="0" y="0"/>
          <a:chExt cx="0" cy="0"/>
        </a:xfrm>
      </p:grpSpPr>
      <p:grpSp>
        <p:nvGrpSpPr>
          <p:cNvPr id="237" name="Google Shape;237;g2dcb5b4a0ba_0_1090"/>
          <p:cNvGrpSpPr/>
          <p:nvPr/>
        </p:nvGrpSpPr>
        <p:grpSpPr>
          <a:xfrm>
            <a:off x="0" y="609602"/>
            <a:ext cx="1660560" cy="1626061"/>
            <a:chOff x="0" y="381001"/>
            <a:chExt cx="1037850" cy="1016288"/>
          </a:xfrm>
        </p:grpSpPr>
        <p:sp>
          <p:nvSpPr>
            <p:cNvPr id="238" name="Google Shape;238;g2dcb5b4a0ba_0_1090"/>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9" name="Google Shape;239;g2dcb5b4a0ba_0_1090"/>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40" name="Google Shape;240;g2dcb5b4a0ba_0_1090"/>
          <p:cNvSpPr txBox="1"/>
          <p:nvPr>
            <p:ph type="title"/>
          </p:nvPr>
        </p:nvSpPr>
        <p:spPr>
          <a:xfrm>
            <a:off x="2076000" y="630000"/>
            <a:ext cx="6078300" cy="23889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41" name="Google Shape;241;g2dcb5b4a0ba_0_1090"/>
          <p:cNvSpPr txBox="1"/>
          <p:nvPr>
            <p:ph idx="1" type="body"/>
          </p:nvPr>
        </p:nvSpPr>
        <p:spPr>
          <a:xfrm>
            <a:off x="2076000" y="3156080"/>
            <a:ext cx="6078300" cy="3865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2" name="Google Shape;242;g2dcb5b4a0ba_0_109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3" name="Shape 243"/>
        <p:cNvGrpSpPr/>
        <p:nvPr/>
      </p:nvGrpSpPr>
      <p:grpSpPr>
        <a:xfrm>
          <a:off x="0" y="0"/>
          <a:ext cx="0" cy="0"/>
          <a:chOff x="0" y="0"/>
          <a:chExt cx="0" cy="0"/>
        </a:xfrm>
      </p:grpSpPr>
      <p:grpSp>
        <p:nvGrpSpPr>
          <p:cNvPr id="244" name="Google Shape;244;g2dcb5b4a0ba_0_1097"/>
          <p:cNvGrpSpPr/>
          <p:nvPr/>
        </p:nvGrpSpPr>
        <p:grpSpPr>
          <a:xfrm>
            <a:off x="7050240" y="0"/>
            <a:ext cx="7580160" cy="8229600"/>
            <a:chOff x="4406400" y="0"/>
            <a:chExt cx="4737600" cy="5143500"/>
          </a:xfrm>
        </p:grpSpPr>
        <p:sp>
          <p:nvSpPr>
            <p:cNvPr id="245" name="Google Shape;245;g2dcb5b4a0ba_0_1097"/>
            <p:cNvSpPr/>
            <p:nvPr/>
          </p:nvSpPr>
          <p:spPr>
            <a:xfrm rot="5400000">
              <a:off x="4407900" y="-1500"/>
              <a:ext cx="4734600" cy="4737600"/>
            </a:xfrm>
            <a:prstGeom prst="diagStripe">
              <a:avLst>
                <a:gd fmla="val 49469"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6" name="Google Shape;246;g2dcb5b4a0ba_0_1097"/>
            <p:cNvSpPr/>
            <p:nvPr/>
          </p:nvSpPr>
          <p:spPr>
            <a:xfrm rot="5400000">
              <a:off x="4840825" y="6000"/>
              <a:ext cx="4298700" cy="4286700"/>
            </a:xfrm>
            <a:prstGeom prst="diagStripe">
              <a:avLst>
                <a:gd fmla="val 0"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7" name="Google Shape;247;g2dcb5b4a0ba_0_1097"/>
            <p:cNvSpPr/>
            <p:nvPr/>
          </p:nvSpPr>
          <p:spPr>
            <a:xfrm rot="-5400000">
              <a:off x="5618399" y="123664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8" name="Google Shape;248;g2dcb5b4a0ba_0_1097"/>
            <p:cNvSpPr/>
            <p:nvPr/>
          </p:nvSpPr>
          <p:spPr>
            <a:xfrm flipH="1">
              <a:off x="5849857" y="144407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9" name="Google Shape;249;g2dcb5b4a0ba_0_1097"/>
            <p:cNvSpPr/>
            <p:nvPr/>
          </p:nvSpPr>
          <p:spPr>
            <a:xfrm rot="-5400000">
              <a:off x="5987081" y="246974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0" name="Google Shape;250;g2dcb5b4a0ba_0_1097"/>
            <p:cNvSpPr/>
            <p:nvPr/>
          </p:nvSpPr>
          <p:spPr>
            <a:xfrm flipH="1">
              <a:off x="6222115" y="2677179"/>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1" name="Google Shape;251;g2dcb5b4a0ba_0_1097"/>
            <p:cNvSpPr/>
            <p:nvPr/>
          </p:nvSpPr>
          <p:spPr>
            <a:xfrm rot="-5400000">
              <a:off x="6675341" y="186224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2" name="Google Shape;252;g2dcb5b4a0ba_0_1097"/>
            <p:cNvSpPr/>
            <p:nvPr/>
          </p:nvSpPr>
          <p:spPr>
            <a:xfrm flipH="1">
              <a:off x="6908099" y="2069680"/>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3" name="Google Shape;253;g2dcb5b4a0ba_0_1097"/>
            <p:cNvSpPr/>
            <p:nvPr/>
          </p:nvSpPr>
          <p:spPr>
            <a:xfrm rot="-5400000">
              <a:off x="6861141" y="247808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4" name="Google Shape;254;g2dcb5b4a0ba_0_1097"/>
            <p:cNvSpPr/>
            <p:nvPr/>
          </p:nvSpPr>
          <p:spPr>
            <a:xfrm flipH="1">
              <a:off x="7965266" y="269319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5" name="Google Shape;255;g2dcb5b4a0ba_0_1097"/>
            <p:cNvSpPr/>
            <p:nvPr/>
          </p:nvSpPr>
          <p:spPr>
            <a:xfrm flipH="1">
              <a:off x="8145082" y="330903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6" name="Google Shape;256;g2dcb5b4a0ba_0_1097"/>
            <p:cNvSpPr/>
            <p:nvPr/>
          </p:nvSpPr>
          <p:spPr>
            <a:xfrm rot="-5400000">
              <a:off x="7047599" y="309534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7" name="Google Shape;257;g2dcb5b4a0ba_0_1097"/>
            <p:cNvSpPr/>
            <p:nvPr/>
          </p:nvSpPr>
          <p:spPr>
            <a:xfrm flipH="1">
              <a:off x="7276649" y="3302781"/>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8" name="Google Shape;258;g2dcb5b4a0ba_0_1097"/>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9" name="Google Shape;259;g2dcb5b4a0ba_0_1097"/>
            <p:cNvSpPr/>
            <p:nvPr/>
          </p:nvSpPr>
          <p:spPr>
            <a:xfrm flipH="1">
              <a:off x="7462448" y="391862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0" name="Google Shape;260;g2dcb5b4a0ba_0_1097"/>
            <p:cNvSpPr/>
            <p:nvPr/>
          </p:nvSpPr>
          <p:spPr>
            <a:xfrm rot="-5400000">
              <a:off x="8102491" y="37188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1" name="Google Shape;261;g2dcb5b4a0ba_0_1097"/>
            <p:cNvSpPr/>
            <p:nvPr/>
          </p:nvSpPr>
          <p:spPr>
            <a:xfrm flipH="1">
              <a:off x="8334533" y="392629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2" name="Google Shape;262;g2dcb5b4a0ba_0_1097"/>
            <p:cNvSpPr/>
            <p:nvPr/>
          </p:nvSpPr>
          <p:spPr>
            <a:xfrm rot="-5400000">
              <a:off x="8288290" y="433470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63" name="Google Shape;263;g2dcb5b4a0ba_0_1097"/>
          <p:cNvSpPr txBox="1"/>
          <p:nvPr>
            <p:ph type="title"/>
          </p:nvPr>
        </p:nvSpPr>
        <p:spPr>
          <a:xfrm>
            <a:off x="1318160" y="1386840"/>
            <a:ext cx="7339200" cy="5633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64" name="Google Shape;264;g2dcb5b4a0ba_0_109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5" name="Shape 265"/>
        <p:cNvGrpSpPr/>
        <p:nvPr/>
      </p:nvGrpSpPr>
      <p:grpSpPr>
        <a:xfrm>
          <a:off x="0" y="0"/>
          <a:ext cx="0" cy="0"/>
          <a:chOff x="0" y="0"/>
          <a:chExt cx="0" cy="0"/>
        </a:xfrm>
      </p:grpSpPr>
      <p:grpSp>
        <p:nvGrpSpPr>
          <p:cNvPr id="266" name="Google Shape;266;g2dcb5b4a0ba_0_1119"/>
          <p:cNvGrpSpPr/>
          <p:nvPr/>
        </p:nvGrpSpPr>
        <p:grpSpPr>
          <a:xfrm>
            <a:off x="0" y="609602"/>
            <a:ext cx="1660560" cy="1626061"/>
            <a:chOff x="0" y="381001"/>
            <a:chExt cx="1037850" cy="1016288"/>
          </a:xfrm>
        </p:grpSpPr>
        <p:sp>
          <p:nvSpPr>
            <p:cNvPr id="267" name="Google Shape;267;g2dcb5b4a0ba_0_1119"/>
            <p:cNvSpPr/>
            <p:nvPr/>
          </p:nvSpPr>
          <p:spPr>
            <a:xfrm rot="-5400000">
              <a:off x="0" y="381001"/>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8" name="Google Shape;268;g2dcb5b4a0ba_0_1119"/>
            <p:cNvSpPr/>
            <p:nvPr/>
          </p:nvSpPr>
          <p:spPr>
            <a:xfrm flipH="1">
              <a:off x="229050" y="588489"/>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69" name="Google Shape;269;g2dcb5b4a0ba_0_1119"/>
          <p:cNvSpPr txBox="1"/>
          <p:nvPr>
            <p:ph type="title"/>
          </p:nvPr>
        </p:nvSpPr>
        <p:spPr>
          <a:xfrm>
            <a:off x="2076000" y="2653320"/>
            <a:ext cx="4858200" cy="28026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270" name="Google Shape;270;g2dcb5b4a0ba_0_1119"/>
          <p:cNvSpPr txBox="1"/>
          <p:nvPr>
            <p:ph idx="1" type="subTitle"/>
          </p:nvPr>
        </p:nvSpPr>
        <p:spPr>
          <a:xfrm>
            <a:off x="2076000" y="5660800"/>
            <a:ext cx="4858200" cy="80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271" name="Google Shape;271;g2dcb5b4a0ba_0_1119"/>
          <p:cNvSpPr txBox="1"/>
          <p:nvPr>
            <p:ph idx="2" type="body"/>
          </p:nvPr>
        </p:nvSpPr>
        <p:spPr>
          <a:xfrm>
            <a:off x="7437120" y="2714560"/>
            <a:ext cx="5883000" cy="3756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72" name="Google Shape;272;g2dcb5b4a0ba_0_111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3" name="Shape 273"/>
        <p:cNvGrpSpPr/>
        <p:nvPr/>
      </p:nvGrpSpPr>
      <p:grpSpPr>
        <a:xfrm>
          <a:off x="0" y="0"/>
          <a:ext cx="0" cy="0"/>
          <a:chOff x="0" y="0"/>
          <a:chExt cx="0" cy="0"/>
        </a:xfrm>
      </p:grpSpPr>
      <p:grpSp>
        <p:nvGrpSpPr>
          <p:cNvPr id="274" name="Google Shape;274;g2dcb5b4a0ba_0_1127"/>
          <p:cNvGrpSpPr/>
          <p:nvPr/>
        </p:nvGrpSpPr>
        <p:grpSpPr>
          <a:xfrm>
            <a:off x="0" y="6605716"/>
            <a:ext cx="1118280" cy="1095451"/>
            <a:chOff x="0" y="3785672"/>
            <a:chExt cx="698925" cy="684657"/>
          </a:xfrm>
        </p:grpSpPr>
        <p:sp>
          <p:nvSpPr>
            <p:cNvPr id="275" name="Google Shape;275;g2dcb5b4a0ba_0_1127"/>
            <p:cNvSpPr/>
            <p:nvPr/>
          </p:nvSpPr>
          <p:spPr>
            <a:xfrm rot="-5400000">
              <a:off x="0" y="3785672"/>
              <a:ext cx="544800" cy="544800"/>
            </a:xfrm>
            <a:prstGeom prst="diagStripe">
              <a:avLst>
                <a:gd fmla="val 50000" name="adj"/>
              </a:avLst>
            </a:prstGeom>
            <a:solidFill>
              <a:schemeClr val="lt1">
                <a:alpha val="8235"/>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6" name="Google Shape;276;g2dcb5b4a0ba_0_1127"/>
            <p:cNvSpPr/>
            <p:nvPr/>
          </p:nvSpPr>
          <p:spPr>
            <a:xfrm flipH="1">
              <a:off x="154125" y="3925529"/>
              <a:ext cx="544800" cy="544800"/>
            </a:xfrm>
            <a:prstGeom prst="diagStripe">
              <a:avLst>
                <a:gd fmla="val 50000" name="adj"/>
              </a:avLst>
            </a:prstGeom>
            <a:solidFill>
              <a:schemeClr val="lt1">
                <a:alpha val="8235"/>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77" name="Google Shape;277;g2dcb5b4a0ba_0_1127"/>
          <p:cNvSpPr txBox="1"/>
          <p:nvPr>
            <p:ph idx="1" type="body"/>
          </p:nvPr>
        </p:nvSpPr>
        <p:spPr>
          <a:xfrm>
            <a:off x="1300360" y="6888600"/>
            <a:ext cx="11097600" cy="8382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278" name="Google Shape;278;g2dcb5b4a0ba_0_112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9" name="Shape 279"/>
        <p:cNvGrpSpPr/>
        <p:nvPr/>
      </p:nvGrpSpPr>
      <p:grpSpPr>
        <a:xfrm>
          <a:off x="0" y="0"/>
          <a:ext cx="0" cy="0"/>
          <a:chOff x="0" y="0"/>
          <a:chExt cx="0" cy="0"/>
        </a:xfrm>
      </p:grpSpPr>
      <p:grpSp>
        <p:nvGrpSpPr>
          <p:cNvPr id="280" name="Google Shape;280;g2dcb5b4a0ba_0_1133"/>
          <p:cNvGrpSpPr/>
          <p:nvPr/>
        </p:nvGrpSpPr>
        <p:grpSpPr>
          <a:xfrm>
            <a:off x="7050240" y="0"/>
            <a:ext cx="7580160" cy="8228904"/>
            <a:chOff x="4406400" y="0"/>
            <a:chExt cx="4737600" cy="5143065"/>
          </a:xfrm>
        </p:grpSpPr>
        <p:sp>
          <p:nvSpPr>
            <p:cNvPr id="281" name="Google Shape;281;g2dcb5b4a0ba_0_1133"/>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2" name="Google Shape;282;g2dcb5b4a0ba_0_1133"/>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3" name="Google Shape;283;g2dcb5b4a0ba_0_1133"/>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4" name="Google Shape;284;g2dcb5b4a0ba_0_1133"/>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5" name="Google Shape;285;g2dcb5b4a0ba_0_1133"/>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6" name="Google Shape;286;g2dcb5b4a0ba_0_1133"/>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7" name="Google Shape;287;g2dcb5b4a0ba_0_1133"/>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8" name="Google Shape;288;g2dcb5b4a0ba_0_1133"/>
            <p:cNvSpPr/>
            <p:nvPr/>
          </p:nvSpPr>
          <p:spPr>
            <a:xfrm flipH="1">
              <a:off x="6908099" y="2069505"/>
              <a:ext cx="808800" cy="808800"/>
            </a:xfrm>
            <a:prstGeom prst="diagStripe">
              <a:avLst>
                <a:gd fmla="val 50000" name="adj"/>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9" name="Google Shape;289;g2dcb5b4a0ba_0_1133"/>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0" name="Google Shape;290;g2dcb5b4a0ba_0_1133"/>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1" name="Google Shape;291;g2dcb5b4a0ba_0_1133"/>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2" name="Google Shape;292;g2dcb5b4a0ba_0_1133"/>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3" name="Google Shape;293;g2dcb5b4a0ba_0_1133"/>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4" name="Google Shape;294;g2dcb5b4a0ba_0_113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5" name="Google Shape;295;g2dcb5b4a0ba_0_1133"/>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6" name="Google Shape;296;g2dcb5b4a0ba_0_1133"/>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7" name="Google Shape;297;g2dcb5b4a0ba_0_1133"/>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8" name="Google Shape;298;g2dcb5b4a0ba_0_1133"/>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99" name="Google Shape;299;g2dcb5b4a0ba_0_1133"/>
          <p:cNvSpPr txBox="1"/>
          <p:nvPr>
            <p:ph hasCustomPrompt="1" type="title"/>
          </p:nvPr>
        </p:nvSpPr>
        <p:spPr>
          <a:xfrm>
            <a:off x="1318160" y="2055480"/>
            <a:ext cx="7641600" cy="2081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r>
              <a:t>xx%</a:t>
            </a:r>
          </a:p>
        </p:txBody>
      </p:sp>
      <p:sp>
        <p:nvSpPr>
          <p:cNvPr id="300" name="Google Shape;300;g2dcb5b4a0ba_0_1133"/>
          <p:cNvSpPr txBox="1"/>
          <p:nvPr>
            <p:ph idx="1" type="body"/>
          </p:nvPr>
        </p:nvSpPr>
        <p:spPr>
          <a:xfrm>
            <a:off x="1318160" y="4228998"/>
            <a:ext cx="7641600" cy="19503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1" name="Google Shape;301;g2dcb5b4a0ba_0_113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2" name="Shape 302"/>
        <p:cNvGrpSpPr/>
        <p:nvPr/>
      </p:nvGrpSpPr>
      <p:grpSpPr>
        <a:xfrm>
          <a:off x="0" y="0"/>
          <a:ext cx="0" cy="0"/>
          <a:chOff x="0" y="0"/>
          <a:chExt cx="0" cy="0"/>
        </a:xfrm>
      </p:grpSpPr>
      <p:sp>
        <p:nvSpPr>
          <p:cNvPr id="303" name="Google Shape;303;g2dcb5b4a0ba_0_115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305" name="Shape 305"/>
        <p:cNvGrpSpPr/>
        <p:nvPr/>
      </p:nvGrpSpPr>
      <p:grpSpPr>
        <a:xfrm>
          <a:off x="0" y="0"/>
          <a:ext cx="0" cy="0"/>
          <a:chOff x="0" y="0"/>
          <a:chExt cx="0" cy="0"/>
        </a:xfrm>
      </p:grpSpPr>
      <p:pic>
        <p:nvPicPr>
          <p:cNvPr descr="preencoded.png" id="306" name="Google Shape;306;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07" name="Google Shape;307;p10"/>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8" name="Google Shape;308;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309" name="Shape 309"/>
        <p:cNvGrpSpPr/>
        <p:nvPr/>
      </p:nvGrpSpPr>
      <p:grpSpPr>
        <a:xfrm>
          <a:off x="0" y="0"/>
          <a:ext cx="0" cy="0"/>
          <a:chOff x="0" y="0"/>
          <a:chExt cx="0" cy="0"/>
        </a:xfrm>
      </p:grpSpPr>
      <p:pic>
        <p:nvPicPr>
          <p:cNvPr descr="preencoded.png" id="310" name="Google Shape;310;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11" name="Google Shape;311;p11"/>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2" name="Google Shape;312;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13" name="Shape 313"/>
        <p:cNvGrpSpPr/>
        <p:nvPr/>
      </p:nvGrpSpPr>
      <p:grpSpPr>
        <a:xfrm>
          <a:off x="0" y="0"/>
          <a:ext cx="0" cy="0"/>
          <a:chOff x="0" y="0"/>
          <a:chExt cx="0" cy="0"/>
        </a:xfrm>
      </p:grpSpPr>
      <p:pic>
        <p:nvPicPr>
          <p:cNvPr descr="preencoded.png" id="314" name="Google Shape;314;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15" name="Google Shape;315;p12"/>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6" name="Google Shape;316;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17" name="Shape 317"/>
        <p:cNvGrpSpPr/>
        <p:nvPr/>
      </p:nvGrpSpPr>
      <p:grpSpPr>
        <a:xfrm>
          <a:off x="0" y="0"/>
          <a:ext cx="0" cy="0"/>
          <a:chOff x="0" y="0"/>
          <a:chExt cx="0" cy="0"/>
        </a:xfrm>
      </p:grpSpPr>
      <p:pic>
        <p:nvPicPr>
          <p:cNvPr descr="preencoded.png" id="318" name="Google Shape;318;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19" name="Google Shape;319;p13"/>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0" name="Google Shape;320;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21" name="Shape 321"/>
        <p:cNvGrpSpPr/>
        <p:nvPr/>
      </p:nvGrpSpPr>
      <p:grpSpPr>
        <a:xfrm>
          <a:off x="0" y="0"/>
          <a:ext cx="0" cy="0"/>
          <a:chOff x="0" y="0"/>
          <a:chExt cx="0" cy="0"/>
        </a:xfrm>
      </p:grpSpPr>
      <p:pic>
        <p:nvPicPr>
          <p:cNvPr descr="preencoded.png" id="322" name="Google Shape;322;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3" name="Google Shape;323;p14"/>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4" name="Google Shape;324;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25" name="Shape 325"/>
        <p:cNvGrpSpPr/>
        <p:nvPr/>
      </p:nvGrpSpPr>
      <p:grpSpPr>
        <a:xfrm>
          <a:off x="0" y="0"/>
          <a:ext cx="0" cy="0"/>
          <a:chOff x="0" y="0"/>
          <a:chExt cx="0" cy="0"/>
        </a:xfrm>
      </p:grpSpPr>
      <p:pic>
        <p:nvPicPr>
          <p:cNvPr descr="preencoded.png" id="326" name="Google Shape;326;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7" name="Google Shape;327;p15"/>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8" name="Google Shape;328;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29" name="Shape 329"/>
        <p:cNvGrpSpPr/>
        <p:nvPr/>
      </p:nvGrpSpPr>
      <p:grpSpPr>
        <a:xfrm>
          <a:off x="0" y="0"/>
          <a:ext cx="0" cy="0"/>
          <a:chOff x="0" y="0"/>
          <a:chExt cx="0" cy="0"/>
        </a:xfrm>
      </p:grpSpPr>
      <p:pic>
        <p:nvPicPr>
          <p:cNvPr descr="preencoded.png" id="330" name="Google Shape;330;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1" name="Google Shape;331;p16"/>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2" name="Google Shape;332;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33" name="Shape 333"/>
        <p:cNvGrpSpPr/>
        <p:nvPr/>
      </p:nvGrpSpPr>
      <p:grpSpPr>
        <a:xfrm>
          <a:off x="0" y="0"/>
          <a:ext cx="0" cy="0"/>
          <a:chOff x="0" y="0"/>
          <a:chExt cx="0" cy="0"/>
        </a:xfrm>
      </p:grpSpPr>
      <p:pic>
        <p:nvPicPr>
          <p:cNvPr descr="preencoded.png" id="334" name="Google Shape;334;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5" name="Google Shape;335;p17"/>
          <p:cNvSpPr/>
          <p:nvPr/>
        </p:nvSpPr>
        <p:spPr>
          <a:xfrm>
            <a:off x="0" y="0"/>
            <a:ext cx="14630400" cy="8229600"/>
          </a:xfrm>
          <a:prstGeom prst="rect">
            <a:avLst/>
          </a:prstGeom>
          <a:solidFill>
            <a:srgbClr val="0A081B">
              <a:alpha val="7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6" name="Google Shape;336;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7" name="Shape 33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342" name="Shape 342"/>
        <p:cNvGrpSpPr/>
        <p:nvPr/>
      </p:nvGrpSpPr>
      <p:grpSpPr>
        <a:xfrm>
          <a:off x="0" y="0"/>
          <a:ext cx="0" cy="0"/>
          <a:chOff x="0" y="0"/>
          <a:chExt cx="0" cy="0"/>
        </a:xfrm>
      </p:grpSpPr>
      <p:sp>
        <p:nvSpPr>
          <p:cNvPr id="343" name="Google Shape;343;g2dcb5b4a0ba_0_620"/>
          <p:cNvSpPr/>
          <p:nvPr/>
        </p:nvSpPr>
        <p:spPr>
          <a:xfrm>
            <a:off x="0" y="0"/>
            <a:ext cx="14630400" cy="7806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4" name="Google Shape;344;g2dcb5b4a0ba_0_620"/>
          <p:cNvGrpSpPr/>
          <p:nvPr/>
        </p:nvGrpSpPr>
        <p:grpSpPr>
          <a:xfrm>
            <a:off x="1328811" y="1906001"/>
            <a:ext cx="1193264" cy="73322"/>
            <a:chOff x="4580561" y="2589004"/>
            <a:chExt cx="1064464" cy="25200"/>
          </a:xfrm>
        </p:grpSpPr>
        <p:sp>
          <p:nvSpPr>
            <p:cNvPr id="345" name="Google Shape;345;g2dcb5b4a0ba_0_620"/>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2dcb5b4a0ba_0_620"/>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7" name="Google Shape;347;g2dcb5b4a0ba_0_620"/>
          <p:cNvSpPr txBox="1"/>
          <p:nvPr>
            <p:ph type="ctrTitle"/>
          </p:nvPr>
        </p:nvSpPr>
        <p:spPr>
          <a:xfrm>
            <a:off x="1167120" y="2115920"/>
            <a:ext cx="12300900" cy="2663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6700"/>
              <a:buNone/>
              <a:defRPr sz="6700"/>
            </a:lvl1pPr>
            <a:lvl2pPr lvl="1" algn="l">
              <a:lnSpc>
                <a:spcPct val="100000"/>
              </a:lnSpc>
              <a:spcBef>
                <a:spcPts val="0"/>
              </a:spcBef>
              <a:spcAft>
                <a:spcPts val="0"/>
              </a:spcAft>
              <a:buSzPts val="6700"/>
              <a:buNone/>
              <a:defRPr sz="6700"/>
            </a:lvl2pPr>
            <a:lvl3pPr lvl="2" algn="l">
              <a:lnSpc>
                <a:spcPct val="100000"/>
              </a:lnSpc>
              <a:spcBef>
                <a:spcPts val="0"/>
              </a:spcBef>
              <a:spcAft>
                <a:spcPts val="0"/>
              </a:spcAft>
              <a:buSzPts val="6700"/>
              <a:buNone/>
              <a:defRPr sz="6700"/>
            </a:lvl3pPr>
            <a:lvl4pPr lvl="3" algn="l">
              <a:lnSpc>
                <a:spcPct val="100000"/>
              </a:lnSpc>
              <a:spcBef>
                <a:spcPts val="0"/>
              </a:spcBef>
              <a:spcAft>
                <a:spcPts val="0"/>
              </a:spcAft>
              <a:buSzPts val="6700"/>
              <a:buNone/>
              <a:defRPr sz="6700"/>
            </a:lvl4pPr>
            <a:lvl5pPr lvl="4" algn="l">
              <a:lnSpc>
                <a:spcPct val="100000"/>
              </a:lnSpc>
              <a:spcBef>
                <a:spcPts val="0"/>
              </a:spcBef>
              <a:spcAft>
                <a:spcPts val="0"/>
              </a:spcAft>
              <a:buSzPts val="6700"/>
              <a:buNone/>
              <a:defRPr sz="6700"/>
            </a:lvl5pPr>
            <a:lvl6pPr lvl="5" algn="l">
              <a:lnSpc>
                <a:spcPct val="100000"/>
              </a:lnSpc>
              <a:spcBef>
                <a:spcPts val="0"/>
              </a:spcBef>
              <a:spcAft>
                <a:spcPts val="0"/>
              </a:spcAft>
              <a:buSzPts val="6700"/>
              <a:buNone/>
              <a:defRPr sz="6700"/>
            </a:lvl6pPr>
            <a:lvl7pPr lvl="6" algn="l">
              <a:lnSpc>
                <a:spcPct val="100000"/>
              </a:lnSpc>
              <a:spcBef>
                <a:spcPts val="0"/>
              </a:spcBef>
              <a:spcAft>
                <a:spcPts val="0"/>
              </a:spcAft>
              <a:buSzPts val="6700"/>
              <a:buNone/>
              <a:defRPr sz="6700"/>
            </a:lvl7pPr>
            <a:lvl8pPr lvl="7" algn="l">
              <a:lnSpc>
                <a:spcPct val="100000"/>
              </a:lnSpc>
              <a:spcBef>
                <a:spcPts val="0"/>
              </a:spcBef>
              <a:spcAft>
                <a:spcPts val="0"/>
              </a:spcAft>
              <a:buSzPts val="6700"/>
              <a:buNone/>
              <a:defRPr sz="6700"/>
            </a:lvl8pPr>
            <a:lvl9pPr lvl="8" algn="l">
              <a:lnSpc>
                <a:spcPct val="100000"/>
              </a:lnSpc>
              <a:spcBef>
                <a:spcPts val="0"/>
              </a:spcBef>
              <a:spcAft>
                <a:spcPts val="0"/>
              </a:spcAft>
              <a:buSzPts val="6700"/>
              <a:buNone/>
              <a:defRPr sz="6700"/>
            </a:lvl9pPr>
          </a:lstStyle>
          <a:p/>
        </p:txBody>
      </p:sp>
      <p:sp>
        <p:nvSpPr>
          <p:cNvPr id="348" name="Google Shape;348;g2dcb5b4a0ba_0_620"/>
          <p:cNvSpPr txBox="1"/>
          <p:nvPr>
            <p:ph idx="1" type="subTitle"/>
          </p:nvPr>
        </p:nvSpPr>
        <p:spPr>
          <a:xfrm>
            <a:off x="1167404" y="5076640"/>
            <a:ext cx="12300900" cy="8658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49" name="Google Shape;349;g2dcb5b4a0ba_0_620"/>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350" name="Shape 350"/>
        <p:cNvGrpSpPr/>
        <p:nvPr/>
      </p:nvGrpSpPr>
      <p:grpSpPr>
        <a:xfrm>
          <a:off x="0" y="0"/>
          <a:ext cx="0" cy="0"/>
          <a:chOff x="0" y="0"/>
          <a:chExt cx="0" cy="0"/>
        </a:xfrm>
      </p:grpSpPr>
      <p:sp>
        <p:nvSpPr>
          <p:cNvPr id="351" name="Google Shape;351;g2dcb5b4a0ba_0_62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2dcb5b4a0ba_0_6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3" name="Google Shape;353;g2dcb5b4a0ba_0_628">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354" name="Shape 354"/>
        <p:cNvGrpSpPr/>
        <p:nvPr/>
      </p:nvGrpSpPr>
      <p:grpSpPr>
        <a:xfrm>
          <a:off x="0" y="0"/>
          <a:ext cx="0" cy="0"/>
          <a:chOff x="0" y="0"/>
          <a:chExt cx="0" cy="0"/>
        </a:xfrm>
      </p:grpSpPr>
      <p:sp>
        <p:nvSpPr>
          <p:cNvPr id="355" name="Google Shape;355;g2dcb5b4a0ba_0_63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2dcb5b4a0ba_0_63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7" name="Google Shape;357;g2dcb5b4a0ba_0_632">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58" name="Shape 358"/>
        <p:cNvGrpSpPr/>
        <p:nvPr/>
      </p:nvGrpSpPr>
      <p:grpSpPr>
        <a:xfrm>
          <a:off x="0" y="0"/>
          <a:ext cx="0" cy="0"/>
          <a:chOff x="0" y="0"/>
          <a:chExt cx="0" cy="0"/>
        </a:xfrm>
      </p:grpSpPr>
      <p:sp>
        <p:nvSpPr>
          <p:cNvPr id="359" name="Google Shape;359;g2dcb5b4a0ba_0_63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dcb5b4a0ba_0_63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1" name="Google Shape;361;g2dcb5b4a0ba_0_636">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62" name="Shape 362"/>
        <p:cNvGrpSpPr/>
        <p:nvPr/>
      </p:nvGrpSpPr>
      <p:grpSpPr>
        <a:xfrm>
          <a:off x="0" y="0"/>
          <a:ext cx="0" cy="0"/>
          <a:chOff x="0" y="0"/>
          <a:chExt cx="0" cy="0"/>
        </a:xfrm>
      </p:grpSpPr>
      <p:sp>
        <p:nvSpPr>
          <p:cNvPr id="363" name="Google Shape;363;g2dcb5b4a0ba_0_64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2dcb5b4a0ba_0_64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5" name="Google Shape;365;g2dcb5b4a0ba_0_640">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66" name="Shape 366"/>
        <p:cNvGrpSpPr/>
        <p:nvPr/>
      </p:nvGrpSpPr>
      <p:grpSpPr>
        <a:xfrm>
          <a:off x="0" y="0"/>
          <a:ext cx="0" cy="0"/>
          <a:chOff x="0" y="0"/>
          <a:chExt cx="0" cy="0"/>
        </a:xfrm>
      </p:grpSpPr>
      <p:sp>
        <p:nvSpPr>
          <p:cNvPr id="367" name="Google Shape;367;g2dcb5b4a0ba_0_64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2dcb5b4a0ba_0_64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9" name="Google Shape;369;g2dcb5b4a0ba_0_644">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70" name="Shape 370"/>
        <p:cNvGrpSpPr/>
        <p:nvPr/>
      </p:nvGrpSpPr>
      <p:grpSpPr>
        <a:xfrm>
          <a:off x="0" y="0"/>
          <a:ext cx="0" cy="0"/>
          <a:chOff x="0" y="0"/>
          <a:chExt cx="0" cy="0"/>
        </a:xfrm>
      </p:grpSpPr>
      <p:sp>
        <p:nvSpPr>
          <p:cNvPr id="371" name="Google Shape;371;g2dcb5b4a0ba_0_64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2dcb5b4a0ba_0_64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3" name="Google Shape;373;g2dcb5b4a0ba_0_648">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74" name="Shape 374"/>
        <p:cNvGrpSpPr/>
        <p:nvPr/>
      </p:nvGrpSpPr>
      <p:grpSpPr>
        <a:xfrm>
          <a:off x="0" y="0"/>
          <a:ext cx="0" cy="0"/>
          <a:chOff x="0" y="0"/>
          <a:chExt cx="0" cy="0"/>
        </a:xfrm>
      </p:grpSpPr>
      <p:sp>
        <p:nvSpPr>
          <p:cNvPr id="375" name="Google Shape;375;g2dcb5b4a0ba_0_65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2dcb5b4a0ba_0_65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7" name="Google Shape;377;g2dcb5b4a0ba_0_652">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78" name="Shape 378"/>
        <p:cNvGrpSpPr/>
        <p:nvPr/>
      </p:nvGrpSpPr>
      <p:grpSpPr>
        <a:xfrm>
          <a:off x="0" y="0"/>
          <a:ext cx="0" cy="0"/>
          <a:chOff x="0" y="0"/>
          <a:chExt cx="0" cy="0"/>
        </a:xfrm>
      </p:grpSpPr>
      <p:sp>
        <p:nvSpPr>
          <p:cNvPr id="379" name="Google Shape;379;g2dcb5b4a0ba_0_65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dcb5b4a0ba_0_65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1" name="Google Shape;381;g2dcb5b4a0ba_0_656">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2" name="Shape 382"/>
        <p:cNvGrpSpPr/>
        <p:nvPr/>
      </p:nvGrpSpPr>
      <p:grpSpPr>
        <a:xfrm>
          <a:off x="0" y="0"/>
          <a:ext cx="0" cy="0"/>
          <a:chOff x="0" y="0"/>
          <a:chExt cx="0" cy="0"/>
        </a:xfrm>
      </p:grpSpPr>
      <p:sp>
        <p:nvSpPr>
          <p:cNvPr id="383" name="Google Shape;383;g2dcb5b4a0ba_0_66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2dcb5b4a0ba_0_66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5" name="Google Shape;385;g2dcb5b4a0ba_0_660">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86" name="Shape 386"/>
        <p:cNvGrpSpPr/>
        <p:nvPr/>
      </p:nvGrpSpPr>
      <p:grpSpPr>
        <a:xfrm>
          <a:off x="0" y="0"/>
          <a:ext cx="0" cy="0"/>
          <a:chOff x="0" y="0"/>
          <a:chExt cx="0" cy="0"/>
        </a:xfrm>
      </p:grpSpPr>
      <p:sp>
        <p:nvSpPr>
          <p:cNvPr id="387" name="Google Shape;387;g2dcb5b4a0ba_0_66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2dcb5b4a0ba_0_66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9" name="Google Shape;389;g2dcb5b4a0ba_0_664">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390" name="Shape 390"/>
        <p:cNvGrpSpPr/>
        <p:nvPr/>
      </p:nvGrpSpPr>
      <p:grpSpPr>
        <a:xfrm>
          <a:off x="0" y="0"/>
          <a:ext cx="0" cy="0"/>
          <a:chOff x="0" y="0"/>
          <a:chExt cx="0" cy="0"/>
        </a:xfrm>
      </p:grpSpPr>
      <p:sp>
        <p:nvSpPr>
          <p:cNvPr id="391" name="Google Shape;391;g2dcb5b4a0ba_0_66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2dcb5b4a0ba_0_66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3" name="Google Shape;393;g2dcb5b4a0ba_0_668">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394" name="Shape 394"/>
        <p:cNvGrpSpPr/>
        <p:nvPr/>
      </p:nvGrpSpPr>
      <p:grpSpPr>
        <a:xfrm>
          <a:off x="0" y="0"/>
          <a:ext cx="0" cy="0"/>
          <a:chOff x="0" y="0"/>
          <a:chExt cx="0" cy="0"/>
        </a:xfrm>
      </p:grpSpPr>
      <p:sp>
        <p:nvSpPr>
          <p:cNvPr id="395" name="Google Shape;395;g2dcb5b4a0ba_0_67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dcb5b4a0ba_0_67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7" name="Google Shape;397;g2dcb5b4a0ba_0_672">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398" name="Shape 398"/>
        <p:cNvGrpSpPr/>
        <p:nvPr/>
      </p:nvGrpSpPr>
      <p:grpSpPr>
        <a:xfrm>
          <a:off x="0" y="0"/>
          <a:ext cx="0" cy="0"/>
          <a:chOff x="0" y="0"/>
          <a:chExt cx="0" cy="0"/>
        </a:xfrm>
      </p:grpSpPr>
      <p:sp>
        <p:nvSpPr>
          <p:cNvPr id="399" name="Google Shape;399;g2dcb5b4a0ba_0_67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2dcb5b4a0ba_0_67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1" name="Google Shape;401;g2dcb5b4a0ba_0_676">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02" name="Shape 402"/>
        <p:cNvGrpSpPr/>
        <p:nvPr/>
      </p:nvGrpSpPr>
      <p:grpSpPr>
        <a:xfrm>
          <a:off x="0" y="0"/>
          <a:ext cx="0" cy="0"/>
          <a:chOff x="0" y="0"/>
          <a:chExt cx="0" cy="0"/>
        </a:xfrm>
      </p:grpSpPr>
      <p:sp>
        <p:nvSpPr>
          <p:cNvPr id="403" name="Google Shape;403;g2dcb5b4a0ba_0_68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g2dcb5b4a0ba_0_68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5" name="Google Shape;405;g2dcb5b4a0ba_0_680">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406" name="Shape 406"/>
        <p:cNvGrpSpPr/>
        <p:nvPr/>
      </p:nvGrpSpPr>
      <p:grpSpPr>
        <a:xfrm>
          <a:off x="0" y="0"/>
          <a:ext cx="0" cy="0"/>
          <a:chOff x="0" y="0"/>
          <a:chExt cx="0" cy="0"/>
        </a:xfrm>
      </p:grpSpPr>
      <p:sp>
        <p:nvSpPr>
          <p:cNvPr id="407" name="Google Shape;407;g2dcb5b4a0ba_0_68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2dcb5b4a0ba_0_68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9" name="Google Shape;409;g2dcb5b4a0ba_0_684">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410" name="Shape 410"/>
        <p:cNvGrpSpPr/>
        <p:nvPr/>
      </p:nvGrpSpPr>
      <p:grpSpPr>
        <a:xfrm>
          <a:off x="0" y="0"/>
          <a:ext cx="0" cy="0"/>
          <a:chOff x="0" y="0"/>
          <a:chExt cx="0" cy="0"/>
        </a:xfrm>
      </p:grpSpPr>
      <p:sp>
        <p:nvSpPr>
          <p:cNvPr id="411" name="Google Shape;411;g2dcb5b4a0ba_0_68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2dcb5b4a0ba_0_68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3" name="Google Shape;413;g2dcb5b4a0ba_0_688">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14" name="Shape 414"/>
        <p:cNvGrpSpPr/>
        <p:nvPr/>
      </p:nvGrpSpPr>
      <p:grpSpPr>
        <a:xfrm>
          <a:off x="0" y="0"/>
          <a:ext cx="0" cy="0"/>
          <a:chOff x="0" y="0"/>
          <a:chExt cx="0" cy="0"/>
        </a:xfrm>
      </p:grpSpPr>
      <p:grpSp>
        <p:nvGrpSpPr>
          <p:cNvPr id="415" name="Google Shape;415;g2dcb5b4a0ba_0_692"/>
          <p:cNvGrpSpPr/>
          <p:nvPr/>
        </p:nvGrpSpPr>
        <p:grpSpPr>
          <a:xfrm>
            <a:off x="1328811" y="1906001"/>
            <a:ext cx="1193264" cy="73322"/>
            <a:chOff x="4580561" y="2589004"/>
            <a:chExt cx="1064464" cy="25200"/>
          </a:xfrm>
        </p:grpSpPr>
        <p:sp>
          <p:nvSpPr>
            <p:cNvPr id="416" name="Google Shape;416;g2dcb5b4a0ba_0_692"/>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2dcb5b4a0ba_0_692"/>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8" name="Google Shape;418;g2dcb5b4a0ba_0_692"/>
          <p:cNvSpPr txBox="1"/>
          <p:nvPr>
            <p:ph type="title"/>
          </p:nvPr>
        </p:nvSpPr>
        <p:spPr>
          <a:xfrm>
            <a:off x="1167120" y="2115920"/>
            <a:ext cx="12301500" cy="242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419" name="Google Shape;419;g2dcb5b4a0ba_0_692"/>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0" name="Shape 420"/>
        <p:cNvGrpSpPr/>
        <p:nvPr/>
      </p:nvGrpSpPr>
      <p:grpSpPr>
        <a:xfrm>
          <a:off x="0" y="0"/>
          <a:ext cx="0" cy="0"/>
          <a:chOff x="0" y="0"/>
          <a:chExt cx="0" cy="0"/>
        </a:xfrm>
      </p:grpSpPr>
      <p:sp>
        <p:nvSpPr>
          <p:cNvPr id="421" name="Google Shape;421;g2dcb5b4a0ba_0_698"/>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2" name="Google Shape;422;g2dcb5b4a0ba_0_698"/>
          <p:cNvGrpSpPr/>
          <p:nvPr/>
        </p:nvGrpSpPr>
        <p:grpSpPr>
          <a:xfrm>
            <a:off x="1328811" y="1906001"/>
            <a:ext cx="1193264" cy="73322"/>
            <a:chOff x="4580561" y="2589004"/>
            <a:chExt cx="1064464" cy="25200"/>
          </a:xfrm>
        </p:grpSpPr>
        <p:sp>
          <p:nvSpPr>
            <p:cNvPr id="423" name="Google Shape;423;g2dcb5b4a0ba_0_698"/>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2dcb5b4a0ba_0_698"/>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5" name="Google Shape;425;g2dcb5b4a0ba_0_698"/>
          <p:cNvSpPr txBox="1"/>
          <p:nvPr>
            <p:ph type="title"/>
          </p:nvPr>
        </p:nvSpPr>
        <p:spPr>
          <a:xfrm>
            <a:off x="1167120" y="2109840"/>
            <a:ext cx="12301800" cy="85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26" name="Google Shape;426;g2dcb5b4a0ba_0_698"/>
          <p:cNvSpPr txBox="1"/>
          <p:nvPr>
            <p:ph idx="1" type="body"/>
          </p:nvPr>
        </p:nvSpPr>
        <p:spPr>
          <a:xfrm>
            <a:off x="1167120" y="3326200"/>
            <a:ext cx="12301800" cy="36177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27" name="Google Shape;427;g2dcb5b4a0ba_0_698"/>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8" name="Shape 428"/>
        <p:cNvGrpSpPr/>
        <p:nvPr/>
      </p:nvGrpSpPr>
      <p:grpSpPr>
        <a:xfrm>
          <a:off x="0" y="0"/>
          <a:ext cx="0" cy="0"/>
          <a:chOff x="0" y="0"/>
          <a:chExt cx="0" cy="0"/>
        </a:xfrm>
      </p:grpSpPr>
      <p:sp>
        <p:nvSpPr>
          <p:cNvPr id="429" name="Google Shape;429;g2dcb5b4a0ba_0_706"/>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0" name="Google Shape;430;g2dcb5b4a0ba_0_706"/>
          <p:cNvGrpSpPr/>
          <p:nvPr/>
        </p:nvGrpSpPr>
        <p:grpSpPr>
          <a:xfrm>
            <a:off x="1328811" y="1906001"/>
            <a:ext cx="1193264" cy="73322"/>
            <a:chOff x="4580561" y="2589004"/>
            <a:chExt cx="1064464" cy="25200"/>
          </a:xfrm>
        </p:grpSpPr>
        <p:sp>
          <p:nvSpPr>
            <p:cNvPr id="431" name="Google Shape;431;g2dcb5b4a0ba_0_706"/>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2dcb5b4a0ba_0_706"/>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3" name="Google Shape;433;g2dcb5b4a0ba_0_706"/>
          <p:cNvSpPr txBox="1"/>
          <p:nvPr>
            <p:ph type="title"/>
          </p:nvPr>
        </p:nvSpPr>
        <p:spPr>
          <a:xfrm>
            <a:off x="1167120" y="2109840"/>
            <a:ext cx="12301500" cy="85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34" name="Google Shape;434;g2dcb5b4a0ba_0_706"/>
          <p:cNvSpPr txBox="1"/>
          <p:nvPr>
            <p:ph idx="1" type="body"/>
          </p:nvPr>
        </p:nvSpPr>
        <p:spPr>
          <a:xfrm>
            <a:off x="1166920" y="3326200"/>
            <a:ext cx="6039000" cy="36177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35" name="Google Shape;435;g2dcb5b4a0ba_0_706"/>
          <p:cNvSpPr txBox="1"/>
          <p:nvPr>
            <p:ph idx="2" type="body"/>
          </p:nvPr>
        </p:nvSpPr>
        <p:spPr>
          <a:xfrm>
            <a:off x="7429766" y="3326200"/>
            <a:ext cx="6039000" cy="36177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36" name="Google Shape;436;g2dcb5b4a0ba_0_706"/>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7" name="Shape 437"/>
        <p:cNvGrpSpPr/>
        <p:nvPr/>
      </p:nvGrpSpPr>
      <p:grpSpPr>
        <a:xfrm>
          <a:off x="0" y="0"/>
          <a:ext cx="0" cy="0"/>
          <a:chOff x="0" y="0"/>
          <a:chExt cx="0" cy="0"/>
        </a:xfrm>
      </p:grpSpPr>
      <p:sp>
        <p:nvSpPr>
          <p:cNvPr id="438" name="Google Shape;438;g2dcb5b4a0ba_0_715"/>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9" name="Google Shape;439;g2dcb5b4a0ba_0_715"/>
          <p:cNvGrpSpPr/>
          <p:nvPr/>
        </p:nvGrpSpPr>
        <p:grpSpPr>
          <a:xfrm>
            <a:off x="1328811" y="1906001"/>
            <a:ext cx="1193264" cy="73322"/>
            <a:chOff x="4580561" y="2589004"/>
            <a:chExt cx="1064464" cy="25200"/>
          </a:xfrm>
        </p:grpSpPr>
        <p:sp>
          <p:nvSpPr>
            <p:cNvPr id="440" name="Google Shape;440;g2dcb5b4a0ba_0_715"/>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2dcb5b4a0ba_0_715"/>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2" name="Google Shape;442;g2dcb5b4a0ba_0_715"/>
          <p:cNvSpPr txBox="1"/>
          <p:nvPr>
            <p:ph type="title"/>
          </p:nvPr>
        </p:nvSpPr>
        <p:spPr>
          <a:xfrm>
            <a:off x="1167120" y="2109840"/>
            <a:ext cx="12301500" cy="85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43" name="Google Shape;443;g2dcb5b4a0ba_0_715"/>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4" name="Shape 444"/>
        <p:cNvGrpSpPr/>
        <p:nvPr/>
      </p:nvGrpSpPr>
      <p:grpSpPr>
        <a:xfrm>
          <a:off x="0" y="0"/>
          <a:ext cx="0" cy="0"/>
          <a:chOff x="0" y="0"/>
          <a:chExt cx="0" cy="0"/>
        </a:xfrm>
      </p:grpSpPr>
      <p:sp>
        <p:nvSpPr>
          <p:cNvPr id="445" name="Google Shape;445;g2dcb5b4a0ba_0_722"/>
          <p:cNvSpPr/>
          <p:nvPr/>
        </p:nvSpPr>
        <p:spPr>
          <a:xfrm>
            <a:off x="0" y="0"/>
            <a:ext cx="14630400" cy="780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6" name="Google Shape;446;g2dcb5b4a0ba_0_722"/>
          <p:cNvGrpSpPr/>
          <p:nvPr/>
        </p:nvGrpSpPr>
        <p:grpSpPr>
          <a:xfrm>
            <a:off x="1328811" y="1906001"/>
            <a:ext cx="1193264" cy="73322"/>
            <a:chOff x="4580561" y="2589004"/>
            <a:chExt cx="1064464" cy="25200"/>
          </a:xfrm>
        </p:grpSpPr>
        <p:sp>
          <p:nvSpPr>
            <p:cNvPr id="447" name="Google Shape;447;g2dcb5b4a0ba_0_722"/>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2dcb5b4a0ba_0_722"/>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9" name="Google Shape;449;g2dcb5b4a0ba_0_722"/>
          <p:cNvSpPr txBox="1"/>
          <p:nvPr>
            <p:ph type="title"/>
          </p:nvPr>
        </p:nvSpPr>
        <p:spPr>
          <a:xfrm>
            <a:off x="1168000" y="2109840"/>
            <a:ext cx="5281500" cy="2210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50" name="Google Shape;450;g2dcb5b4a0ba_0_722"/>
          <p:cNvSpPr txBox="1"/>
          <p:nvPr>
            <p:ph idx="1" type="body"/>
          </p:nvPr>
        </p:nvSpPr>
        <p:spPr>
          <a:xfrm>
            <a:off x="1153960" y="4450760"/>
            <a:ext cx="5281500" cy="2556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51" name="Google Shape;451;g2dcb5b4a0ba_0_722"/>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2" name="Shape 452"/>
        <p:cNvGrpSpPr/>
        <p:nvPr/>
      </p:nvGrpSpPr>
      <p:grpSpPr>
        <a:xfrm>
          <a:off x="0" y="0"/>
          <a:ext cx="0" cy="0"/>
          <a:chOff x="0" y="0"/>
          <a:chExt cx="0" cy="0"/>
        </a:xfrm>
      </p:grpSpPr>
      <p:grpSp>
        <p:nvGrpSpPr>
          <p:cNvPr id="453" name="Google Shape;453;g2dcb5b4a0ba_0_730"/>
          <p:cNvGrpSpPr/>
          <p:nvPr/>
        </p:nvGrpSpPr>
        <p:grpSpPr>
          <a:xfrm>
            <a:off x="1328811" y="6670600"/>
            <a:ext cx="1193264" cy="73322"/>
            <a:chOff x="4580561" y="2589004"/>
            <a:chExt cx="1064464" cy="25200"/>
          </a:xfrm>
        </p:grpSpPr>
        <p:sp>
          <p:nvSpPr>
            <p:cNvPr id="454" name="Google Shape;454;g2dcb5b4a0ba_0_730"/>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2dcb5b4a0ba_0_730"/>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6" name="Google Shape;456;g2dcb5b4a0ba_0_730"/>
          <p:cNvSpPr txBox="1"/>
          <p:nvPr>
            <p:ph type="title"/>
          </p:nvPr>
        </p:nvSpPr>
        <p:spPr>
          <a:xfrm>
            <a:off x="1167120" y="1382880"/>
            <a:ext cx="11233800" cy="47760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457" name="Google Shape;457;g2dcb5b4a0ba_0_730"/>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8" name="Shape 458"/>
        <p:cNvGrpSpPr/>
        <p:nvPr/>
      </p:nvGrpSpPr>
      <p:grpSpPr>
        <a:xfrm>
          <a:off x="0" y="0"/>
          <a:ext cx="0" cy="0"/>
          <a:chOff x="0" y="0"/>
          <a:chExt cx="0" cy="0"/>
        </a:xfrm>
      </p:grpSpPr>
      <p:sp>
        <p:nvSpPr>
          <p:cNvPr id="459" name="Google Shape;459;g2dcb5b4a0ba_0_736"/>
          <p:cNvSpPr/>
          <p:nvPr/>
        </p:nvSpPr>
        <p:spPr>
          <a:xfrm>
            <a:off x="0" y="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0" name="Google Shape;460;g2dcb5b4a0ba_0_736"/>
          <p:cNvGrpSpPr/>
          <p:nvPr/>
        </p:nvGrpSpPr>
        <p:grpSpPr>
          <a:xfrm>
            <a:off x="1328811" y="1906001"/>
            <a:ext cx="1193264" cy="73322"/>
            <a:chOff x="4580561" y="2589004"/>
            <a:chExt cx="1064464" cy="25200"/>
          </a:xfrm>
        </p:grpSpPr>
        <p:sp>
          <p:nvSpPr>
            <p:cNvPr id="461" name="Google Shape;461;g2dcb5b4a0ba_0_736"/>
            <p:cNvSpPr/>
            <p:nvPr/>
          </p:nvSpPr>
          <p:spPr>
            <a:xfrm rot="-5400000">
              <a:off x="5366325" y="2335504"/>
              <a:ext cx="25200" cy="532200"/>
            </a:xfrm>
            <a:prstGeom prst="rect">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2dcb5b4a0ba_0_736"/>
            <p:cNvSpPr/>
            <p:nvPr/>
          </p:nvSpPr>
          <p:spPr>
            <a:xfrm rot="-5400000">
              <a:off x="4836311" y="2333254"/>
              <a:ext cx="25200" cy="536700"/>
            </a:xfrm>
            <a:prstGeom prst="rect">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3" name="Google Shape;463;g2dcb5b4a0ba_0_736"/>
          <p:cNvSpPr txBox="1"/>
          <p:nvPr>
            <p:ph type="title"/>
          </p:nvPr>
        </p:nvSpPr>
        <p:spPr>
          <a:xfrm>
            <a:off x="1168000" y="2109840"/>
            <a:ext cx="5281500" cy="2699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64" name="Google Shape;464;g2dcb5b4a0ba_0_736"/>
          <p:cNvSpPr txBox="1"/>
          <p:nvPr>
            <p:ph idx="1" type="subTitle"/>
          </p:nvPr>
        </p:nvSpPr>
        <p:spPr>
          <a:xfrm>
            <a:off x="1159920" y="5058440"/>
            <a:ext cx="5281500" cy="1214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5" name="Google Shape;465;g2dcb5b4a0ba_0_736"/>
          <p:cNvSpPr txBox="1"/>
          <p:nvPr>
            <p:ph idx="2" type="body"/>
          </p:nvPr>
        </p:nvSpPr>
        <p:spPr>
          <a:xfrm>
            <a:off x="8278760" y="2164200"/>
            <a:ext cx="5399100" cy="4840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66" name="Google Shape;466;g2dcb5b4a0ba_0_736"/>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7" name="Shape 467"/>
        <p:cNvGrpSpPr/>
        <p:nvPr/>
      </p:nvGrpSpPr>
      <p:grpSpPr>
        <a:xfrm>
          <a:off x="0" y="0"/>
          <a:ext cx="0" cy="0"/>
          <a:chOff x="0" y="0"/>
          <a:chExt cx="0" cy="0"/>
        </a:xfrm>
      </p:grpSpPr>
      <p:sp>
        <p:nvSpPr>
          <p:cNvPr id="468" name="Google Shape;468;g2dcb5b4a0ba_0_745"/>
          <p:cNvSpPr txBox="1"/>
          <p:nvPr>
            <p:ph idx="1" type="body"/>
          </p:nvPr>
        </p:nvSpPr>
        <p:spPr>
          <a:xfrm>
            <a:off x="1159920" y="6996082"/>
            <a:ext cx="12315900" cy="7368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469" name="Google Shape;469;g2dcb5b4a0ba_0_745"/>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470" name="Shape 470"/>
        <p:cNvGrpSpPr/>
        <p:nvPr/>
      </p:nvGrpSpPr>
      <p:grpSpPr>
        <a:xfrm>
          <a:off x="0" y="0"/>
          <a:ext cx="0" cy="0"/>
          <a:chOff x="0" y="0"/>
          <a:chExt cx="0" cy="0"/>
        </a:xfrm>
      </p:grpSpPr>
      <p:grpSp>
        <p:nvGrpSpPr>
          <p:cNvPr id="471" name="Google Shape;471;g2dcb5b4a0ba_0_748"/>
          <p:cNvGrpSpPr/>
          <p:nvPr/>
        </p:nvGrpSpPr>
        <p:grpSpPr>
          <a:xfrm>
            <a:off x="1328811" y="6670600"/>
            <a:ext cx="1193264" cy="73322"/>
            <a:chOff x="4580561" y="2589004"/>
            <a:chExt cx="1064464" cy="25200"/>
          </a:xfrm>
        </p:grpSpPr>
        <p:sp>
          <p:nvSpPr>
            <p:cNvPr id="472" name="Google Shape;472;g2dcb5b4a0ba_0_748"/>
            <p:cNvSpPr/>
            <p:nvPr/>
          </p:nvSpPr>
          <p:spPr>
            <a:xfrm rot="-5400000">
              <a:off x="5366325" y="2335504"/>
              <a:ext cx="25200" cy="5322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dcb5b4a0ba_0_748"/>
            <p:cNvSpPr/>
            <p:nvPr/>
          </p:nvSpPr>
          <p:spPr>
            <a:xfrm rot="-5400000">
              <a:off x="4836311" y="2333254"/>
              <a:ext cx="25200" cy="536700"/>
            </a:xfrm>
            <a:prstGeom prst="rect">
              <a:avLst/>
            </a:prstGeom>
            <a:solidFill>
              <a:schemeClr val="l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g2dcb5b4a0ba_0_748"/>
          <p:cNvSpPr txBox="1"/>
          <p:nvPr>
            <p:ph hasCustomPrompt="1" type="title"/>
          </p:nvPr>
        </p:nvSpPr>
        <p:spPr>
          <a:xfrm>
            <a:off x="1167120" y="1174320"/>
            <a:ext cx="12301500" cy="19914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12800"/>
              <a:buNone/>
              <a:defRPr sz="12800">
                <a:solidFill>
                  <a:schemeClr val="lt1"/>
                </a:solidFill>
              </a:defRPr>
            </a:lvl1pPr>
            <a:lvl2pPr lvl="1" algn="l">
              <a:lnSpc>
                <a:spcPct val="100000"/>
              </a:lnSpc>
              <a:spcBef>
                <a:spcPts val="0"/>
              </a:spcBef>
              <a:spcAft>
                <a:spcPts val="0"/>
              </a:spcAft>
              <a:buClr>
                <a:schemeClr val="lt1"/>
              </a:buClr>
              <a:buSzPts val="12800"/>
              <a:buNone/>
              <a:defRPr sz="12800">
                <a:solidFill>
                  <a:schemeClr val="lt1"/>
                </a:solidFill>
              </a:defRPr>
            </a:lvl2pPr>
            <a:lvl3pPr lvl="2" algn="l">
              <a:lnSpc>
                <a:spcPct val="100000"/>
              </a:lnSpc>
              <a:spcBef>
                <a:spcPts val="0"/>
              </a:spcBef>
              <a:spcAft>
                <a:spcPts val="0"/>
              </a:spcAft>
              <a:buClr>
                <a:schemeClr val="lt1"/>
              </a:buClr>
              <a:buSzPts val="12800"/>
              <a:buNone/>
              <a:defRPr sz="12800">
                <a:solidFill>
                  <a:schemeClr val="lt1"/>
                </a:solidFill>
              </a:defRPr>
            </a:lvl3pPr>
            <a:lvl4pPr lvl="3" algn="l">
              <a:lnSpc>
                <a:spcPct val="100000"/>
              </a:lnSpc>
              <a:spcBef>
                <a:spcPts val="0"/>
              </a:spcBef>
              <a:spcAft>
                <a:spcPts val="0"/>
              </a:spcAft>
              <a:buClr>
                <a:schemeClr val="lt1"/>
              </a:buClr>
              <a:buSzPts val="12800"/>
              <a:buNone/>
              <a:defRPr sz="12800">
                <a:solidFill>
                  <a:schemeClr val="lt1"/>
                </a:solidFill>
              </a:defRPr>
            </a:lvl4pPr>
            <a:lvl5pPr lvl="4" algn="l">
              <a:lnSpc>
                <a:spcPct val="100000"/>
              </a:lnSpc>
              <a:spcBef>
                <a:spcPts val="0"/>
              </a:spcBef>
              <a:spcAft>
                <a:spcPts val="0"/>
              </a:spcAft>
              <a:buClr>
                <a:schemeClr val="lt1"/>
              </a:buClr>
              <a:buSzPts val="12800"/>
              <a:buNone/>
              <a:defRPr sz="12800">
                <a:solidFill>
                  <a:schemeClr val="lt1"/>
                </a:solidFill>
              </a:defRPr>
            </a:lvl5pPr>
            <a:lvl6pPr lvl="5" algn="l">
              <a:lnSpc>
                <a:spcPct val="100000"/>
              </a:lnSpc>
              <a:spcBef>
                <a:spcPts val="0"/>
              </a:spcBef>
              <a:spcAft>
                <a:spcPts val="0"/>
              </a:spcAft>
              <a:buClr>
                <a:schemeClr val="lt1"/>
              </a:buClr>
              <a:buSzPts val="12800"/>
              <a:buNone/>
              <a:defRPr sz="12800">
                <a:solidFill>
                  <a:schemeClr val="lt1"/>
                </a:solidFill>
              </a:defRPr>
            </a:lvl6pPr>
            <a:lvl7pPr lvl="6" algn="l">
              <a:lnSpc>
                <a:spcPct val="100000"/>
              </a:lnSpc>
              <a:spcBef>
                <a:spcPts val="0"/>
              </a:spcBef>
              <a:spcAft>
                <a:spcPts val="0"/>
              </a:spcAft>
              <a:buClr>
                <a:schemeClr val="lt1"/>
              </a:buClr>
              <a:buSzPts val="12800"/>
              <a:buNone/>
              <a:defRPr sz="12800">
                <a:solidFill>
                  <a:schemeClr val="lt1"/>
                </a:solidFill>
              </a:defRPr>
            </a:lvl7pPr>
            <a:lvl8pPr lvl="7" algn="l">
              <a:lnSpc>
                <a:spcPct val="100000"/>
              </a:lnSpc>
              <a:spcBef>
                <a:spcPts val="0"/>
              </a:spcBef>
              <a:spcAft>
                <a:spcPts val="0"/>
              </a:spcAft>
              <a:buClr>
                <a:schemeClr val="lt1"/>
              </a:buClr>
              <a:buSzPts val="12800"/>
              <a:buNone/>
              <a:defRPr sz="12800">
                <a:solidFill>
                  <a:schemeClr val="lt1"/>
                </a:solidFill>
              </a:defRPr>
            </a:lvl8pPr>
            <a:lvl9pPr lvl="8" algn="l">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475" name="Google Shape;475;g2dcb5b4a0ba_0_748"/>
          <p:cNvSpPr txBox="1"/>
          <p:nvPr>
            <p:ph idx="1" type="body"/>
          </p:nvPr>
        </p:nvSpPr>
        <p:spPr>
          <a:xfrm>
            <a:off x="1167120" y="3636621"/>
            <a:ext cx="12301500" cy="25287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Clr>
                <a:schemeClr val="lt1"/>
              </a:buClr>
              <a:buSzPts val="2100"/>
              <a:buChar char="●"/>
              <a:defRPr>
                <a:solidFill>
                  <a:schemeClr val="lt1"/>
                </a:solidFill>
              </a:defRPr>
            </a:lvl1pPr>
            <a:lvl2pPr indent="-342900" lvl="1" marL="914400" algn="l">
              <a:lnSpc>
                <a:spcPct val="115000"/>
              </a:lnSpc>
              <a:spcBef>
                <a:spcPts val="0"/>
              </a:spcBef>
              <a:spcAft>
                <a:spcPts val="0"/>
              </a:spcAft>
              <a:buClr>
                <a:schemeClr val="lt1"/>
              </a:buClr>
              <a:buSzPts val="1800"/>
              <a:buChar char="○"/>
              <a:defRPr>
                <a:solidFill>
                  <a:schemeClr val="lt1"/>
                </a:solidFill>
              </a:defRPr>
            </a:lvl2pPr>
            <a:lvl3pPr indent="-342900" lvl="2" marL="1371600" algn="l">
              <a:lnSpc>
                <a:spcPct val="115000"/>
              </a:lnSpc>
              <a:spcBef>
                <a:spcPts val="0"/>
              </a:spcBef>
              <a:spcAft>
                <a:spcPts val="0"/>
              </a:spcAft>
              <a:buClr>
                <a:schemeClr val="lt1"/>
              </a:buClr>
              <a:buSzPts val="1800"/>
              <a:buChar char="■"/>
              <a:defRPr>
                <a:solidFill>
                  <a:schemeClr val="lt1"/>
                </a:solidFill>
              </a:defRPr>
            </a:lvl3pPr>
            <a:lvl4pPr indent="-342900" lvl="3" marL="1828800" algn="l">
              <a:lnSpc>
                <a:spcPct val="115000"/>
              </a:lnSpc>
              <a:spcBef>
                <a:spcPts val="0"/>
              </a:spcBef>
              <a:spcAft>
                <a:spcPts val="0"/>
              </a:spcAft>
              <a:buClr>
                <a:schemeClr val="lt1"/>
              </a:buClr>
              <a:buSzPts val="1800"/>
              <a:buChar char="●"/>
              <a:defRPr>
                <a:solidFill>
                  <a:schemeClr val="lt1"/>
                </a:solidFill>
              </a:defRPr>
            </a:lvl4pPr>
            <a:lvl5pPr indent="-342900" lvl="4" marL="2286000" algn="l">
              <a:lnSpc>
                <a:spcPct val="115000"/>
              </a:lnSpc>
              <a:spcBef>
                <a:spcPts val="0"/>
              </a:spcBef>
              <a:spcAft>
                <a:spcPts val="0"/>
              </a:spcAft>
              <a:buClr>
                <a:schemeClr val="lt1"/>
              </a:buClr>
              <a:buSzPts val="1800"/>
              <a:buChar char="○"/>
              <a:defRPr>
                <a:solidFill>
                  <a:schemeClr val="lt1"/>
                </a:solidFill>
              </a:defRPr>
            </a:lvl5pPr>
            <a:lvl6pPr indent="-342900" lvl="5" marL="2743200" algn="l">
              <a:lnSpc>
                <a:spcPct val="115000"/>
              </a:lnSpc>
              <a:spcBef>
                <a:spcPts val="0"/>
              </a:spcBef>
              <a:spcAft>
                <a:spcPts val="0"/>
              </a:spcAft>
              <a:buClr>
                <a:schemeClr val="lt1"/>
              </a:buClr>
              <a:buSzPts val="1800"/>
              <a:buChar char="■"/>
              <a:defRPr>
                <a:solidFill>
                  <a:schemeClr val="lt1"/>
                </a:solidFill>
              </a:defRPr>
            </a:lvl6pPr>
            <a:lvl7pPr indent="-342900" lvl="6" marL="3200400" algn="l">
              <a:lnSpc>
                <a:spcPct val="115000"/>
              </a:lnSpc>
              <a:spcBef>
                <a:spcPts val="0"/>
              </a:spcBef>
              <a:spcAft>
                <a:spcPts val="0"/>
              </a:spcAft>
              <a:buClr>
                <a:schemeClr val="lt1"/>
              </a:buClr>
              <a:buSzPts val="1800"/>
              <a:buChar char="●"/>
              <a:defRPr>
                <a:solidFill>
                  <a:schemeClr val="lt1"/>
                </a:solidFill>
              </a:defRPr>
            </a:lvl7pPr>
            <a:lvl8pPr indent="-342900" lvl="7" marL="3657600" algn="l">
              <a:lnSpc>
                <a:spcPct val="115000"/>
              </a:lnSpc>
              <a:spcBef>
                <a:spcPts val="0"/>
              </a:spcBef>
              <a:spcAft>
                <a:spcPts val="0"/>
              </a:spcAft>
              <a:buClr>
                <a:schemeClr val="lt1"/>
              </a:buClr>
              <a:buSzPts val="1800"/>
              <a:buChar char="○"/>
              <a:defRPr>
                <a:solidFill>
                  <a:schemeClr val="lt1"/>
                </a:solidFill>
              </a:defRPr>
            </a:lvl8pPr>
            <a:lvl9pPr indent="-342900" lvl="8" marL="4114800" algn="l">
              <a:lnSpc>
                <a:spcPct val="115000"/>
              </a:lnSpc>
              <a:spcBef>
                <a:spcPts val="0"/>
              </a:spcBef>
              <a:spcAft>
                <a:spcPts val="0"/>
              </a:spcAft>
              <a:buClr>
                <a:schemeClr val="lt1"/>
              </a:buClr>
              <a:buSzPts val="1800"/>
              <a:buChar char="■"/>
              <a:defRPr>
                <a:solidFill>
                  <a:schemeClr val="lt1"/>
                </a:solidFill>
              </a:defRPr>
            </a:lvl9pPr>
          </a:lstStyle>
          <a:p/>
        </p:txBody>
      </p:sp>
      <p:sp>
        <p:nvSpPr>
          <p:cNvPr id="476" name="Google Shape;476;g2dcb5b4a0ba_0_748"/>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7" name="Shape 477"/>
        <p:cNvGrpSpPr/>
        <p:nvPr/>
      </p:nvGrpSpPr>
      <p:grpSpPr>
        <a:xfrm>
          <a:off x="0" y="0"/>
          <a:ext cx="0" cy="0"/>
          <a:chOff x="0" y="0"/>
          <a:chExt cx="0" cy="0"/>
        </a:xfrm>
      </p:grpSpPr>
      <p:sp>
        <p:nvSpPr>
          <p:cNvPr id="478" name="Google Shape;478;g2dcb5b4a0ba_0_755"/>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0" Type="http://schemas.openxmlformats.org/officeDocument/2006/relationships/theme" Target="../theme/theme6.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62.xml"/><Relationship Id="rId22" Type="http://schemas.openxmlformats.org/officeDocument/2006/relationships/slideLayout" Target="../slideLayouts/slideLayout64.xml"/><Relationship Id="rId21" Type="http://schemas.openxmlformats.org/officeDocument/2006/relationships/slideLayout" Target="../slideLayouts/slideLayout63.xml"/><Relationship Id="rId24" Type="http://schemas.openxmlformats.org/officeDocument/2006/relationships/slideLayout" Target="../slideLayouts/slideLayout66.xml"/><Relationship Id="rId23" Type="http://schemas.openxmlformats.org/officeDocument/2006/relationships/slideLayout" Target="../slideLayouts/slideLayout65.xml"/><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26" Type="http://schemas.openxmlformats.org/officeDocument/2006/relationships/slideLayout" Target="../slideLayouts/slideLayout68.xml"/><Relationship Id="rId25" Type="http://schemas.openxmlformats.org/officeDocument/2006/relationships/slideLayout" Target="../slideLayouts/slideLayout67.xml"/><Relationship Id="rId28" Type="http://schemas.openxmlformats.org/officeDocument/2006/relationships/theme" Target="../theme/theme3.xml"/><Relationship Id="rId27" Type="http://schemas.openxmlformats.org/officeDocument/2006/relationships/slideLayout" Target="../slideLayouts/slideLayout69.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5" Type="http://schemas.openxmlformats.org/officeDocument/2006/relationships/slideLayout" Target="../slideLayouts/slideLayout57.xml"/><Relationship Id="rId14" Type="http://schemas.openxmlformats.org/officeDocument/2006/relationships/slideLayout" Target="../slideLayouts/slideLayout56.xml"/><Relationship Id="rId17" Type="http://schemas.openxmlformats.org/officeDocument/2006/relationships/slideLayout" Target="../slideLayouts/slideLayout59.xml"/><Relationship Id="rId16" Type="http://schemas.openxmlformats.org/officeDocument/2006/relationships/slideLayout" Target="../slideLayouts/slideLayout58.xml"/><Relationship Id="rId19" Type="http://schemas.openxmlformats.org/officeDocument/2006/relationships/slideLayout" Target="../slideLayouts/slideLayout61.xml"/><Relationship Id="rId18"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771c3e0188_0_6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9pPr>
          </a:lstStyle>
          <a:p/>
        </p:txBody>
      </p:sp>
      <p:sp>
        <p:nvSpPr>
          <p:cNvPr id="11" name="Google Shape;11;g3771c3e0188_0_6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marR="0" rtl="0" algn="l">
              <a:lnSpc>
                <a:spcPct val="115000"/>
              </a:lnSpc>
              <a:spcBef>
                <a:spcPts val="0"/>
              </a:spcBef>
              <a:spcAft>
                <a:spcPts val="0"/>
              </a:spcAft>
              <a:buClr>
                <a:schemeClr val="dk2"/>
              </a:buClr>
              <a:buSzPts val="2900"/>
              <a:buFont typeface="Arial"/>
              <a:buChar char="●"/>
              <a:defRPr b="0" i="0" sz="2900" u="none" cap="none" strike="noStrike">
                <a:solidFill>
                  <a:schemeClr val="dk2"/>
                </a:solidFill>
                <a:latin typeface="Arial"/>
                <a:ea typeface="Arial"/>
                <a:cs typeface="Arial"/>
                <a:sym typeface="Arial"/>
              </a:defRPr>
            </a:lvl1pPr>
            <a:lvl2pPr indent="-368300" lvl="1" marL="914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2pPr>
            <a:lvl3pPr indent="-368300" lvl="2" marL="1371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3pPr>
            <a:lvl4pPr indent="-368300" lvl="3" marL="1828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4pPr>
            <a:lvl5pPr indent="-368300" lvl="4" marL="22860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5pPr>
            <a:lvl6pPr indent="-368300" lvl="5" marL="27432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6pPr>
            <a:lvl7pPr indent="-368300" lvl="6" marL="3200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7pPr>
            <a:lvl8pPr indent="-368300" lvl="7" marL="3657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8pPr>
            <a:lvl9pPr indent="-368300" lvl="8" marL="4114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9pPr>
          </a:lstStyle>
          <a:p/>
        </p:txBody>
      </p:sp>
      <p:sp>
        <p:nvSpPr>
          <p:cNvPr id="12" name="Google Shape;12;g3771c3e0188_0_6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4" name="Shape 54"/>
        <p:cNvGrpSpPr/>
        <p:nvPr/>
      </p:nvGrpSpPr>
      <p:grpSpPr>
        <a:xfrm>
          <a:off x="0" y="0"/>
          <a:ext cx="0" cy="0"/>
          <a:chOff x="0" y="0"/>
          <a:chExt cx="0" cy="0"/>
        </a:xfrm>
      </p:grpSpPr>
      <p:sp>
        <p:nvSpPr>
          <p:cNvPr id="55" name="Google Shape;55;g36097552df7_0_98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9pPr>
          </a:lstStyle>
          <a:p/>
        </p:txBody>
      </p:sp>
      <p:sp>
        <p:nvSpPr>
          <p:cNvPr id="56" name="Google Shape;56;g36097552df7_0_986"/>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lt1"/>
              </a:buClr>
              <a:buSzPts val="2100"/>
              <a:buFont typeface="Lato"/>
              <a:buChar char="●"/>
              <a:defRPr b="0" i="0" sz="2100" u="none" cap="none" strike="noStrike">
                <a:solidFill>
                  <a:schemeClr val="lt1"/>
                </a:solidFill>
                <a:latin typeface="Lato"/>
                <a:ea typeface="Lato"/>
                <a:cs typeface="Lato"/>
                <a:sym typeface="Lato"/>
              </a:defRPr>
            </a:lvl1pPr>
            <a:lvl2pPr indent="-342900" lvl="1" marL="914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2pPr>
            <a:lvl3pPr indent="-342900" lvl="2" marL="1371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3pPr>
            <a:lvl4pPr indent="-342900" lvl="3" marL="1828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4pPr>
            <a:lvl5pPr indent="-342900" lvl="4" marL="22860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5pPr>
            <a:lvl6pPr indent="-342900" lvl="5" marL="27432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6pPr>
            <a:lvl7pPr indent="-342900" lvl="6" marL="3200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7pPr>
            <a:lvl8pPr indent="-342900" lvl="7" marL="3657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8pPr>
            <a:lvl9pPr indent="-342900" lvl="8" marL="4114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9pPr>
          </a:lstStyle>
          <a:p/>
        </p:txBody>
      </p:sp>
      <p:sp>
        <p:nvSpPr>
          <p:cNvPr id="57" name="Google Shape;57;g36097552df7_0_98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179" name="Shape 179"/>
        <p:cNvGrpSpPr/>
        <p:nvPr/>
      </p:nvGrpSpPr>
      <p:grpSpPr>
        <a:xfrm>
          <a:off x="0" y="0"/>
          <a:ext cx="0" cy="0"/>
          <a:chOff x="0" y="0"/>
          <a:chExt cx="0" cy="0"/>
        </a:xfrm>
      </p:grpSpPr>
      <p:sp>
        <p:nvSpPr>
          <p:cNvPr id="180" name="Google Shape;180;g2dcb5b4a0ba_0_1033"/>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4500"/>
              <a:buFont typeface="Montserrat"/>
              <a:buNone/>
              <a:defRPr b="0" i="0" sz="4500" u="none" cap="none" strike="noStrike">
                <a:solidFill>
                  <a:schemeClr val="lt1"/>
                </a:solidFill>
                <a:latin typeface="Montserrat"/>
                <a:ea typeface="Montserrat"/>
                <a:cs typeface="Montserrat"/>
                <a:sym typeface="Montserrat"/>
              </a:defRPr>
            </a:lvl9pPr>
          </a:lstStyle>
          <a:p/>
        </p:txBody>
      </p:sp>
      <p:sp>
        <p:nvSpPr>
          <p:cNvPr id="181" name="Google Shape;181;g2dcb5b4a0ba_0_1033"/>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lt1"/>
              </a:buClr>
              <a:buSzPts val="2100"/>
              <a:buFont typeface="Lato"/>
              <a:buChar char="●"/>
              <a:defRPr b="0" i="0" sz="2100" u="none" cap="none" strike="noStrike">
                <a:solidFill>
                  <a:schemeClr val="lt1"/>
                </a:solidFill>
                <a:latin typeface="Lato"/>
                <a:ea typeface="Lato"/>
                <a:cs typeface="Lato"/>
                <a:sym typeface="Lato"/>
              </a:defRPr>
            </a:lvl1pPr>
            <a:lvl2pPr indent="-342900" lvl="1" marL="914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2pPr>
            <a:lvl3pPr indent="-342900" lvl="2" marL="1371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3pPr>
            <a:lvl4pPr indent="-342900" lvl="3" marL="1828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4pPr>
            <a:lvl5pPr indent="-342900" lvl="4" marL="22860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5pPr>
            <a:lvl6pPr indent="-342900" lvl="5" marL="27432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6pPr>
            <a:lvl7pPr indent="-342900" lvl="6" marL="32004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7pPr>
            <a:lvl8pPr indent="-342900" lvl="7" marL="36576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8pPr>
            <a:lvl9pPr indent="-342900" lvl="8" marL="4114800" marR="0" rtl="0" algn="l">
              <a:lnSpc>
                <a:spcPct val="115000"/>
              </a:lnSpc>
              <a:spcBef>
                <a:spcPts val="0"/>
              </a:spcBef>
              <a:spcAft>
                <a:spcPts val="0"/>
              </a:spcAft>
              <a:buClr>
                <a:schemeClr val="lt1"/>
              </a:buClr>
              <a:buSzPts val="1800"/>
              <a:buFont typeface="Lato"/>
              <a:buChar char="■"/>
              <a:defRPr b="0" i="0" sz="1800" u="none" cap="none" strike="noStrike">
                <a:solidFill>
                  <a:schemeClr val="lt1"/>
                </a:solidFill>
                <a:latin typeface="Lato"/>
                <a:ea typeface="Lato"/>
                <a:cs typeface="Lato"/>
                <a:sym typeface="Lato"/>
              </a:defRPr>
            </a:lvl9pPr>
          </a:lstStyle>
          <a:p/>
        </p:txBody>
      </p:sp>
      <p:sp>
        <p:nvSpPr>
          <p:cNvPr id="182" name="Google Shape;182;g2dcb5b4a0ba_0_103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338" name="Shape 338"/>
        <p:cNvGrpSpPr/>
        <p:nvPr/>
      </p:nvGrpSpPr>
      <p:grpSpPr>
        <a:xfrm>
          <a:off x="0" y="0"/>
          <a:ext cx="0" cy="0"/>
          <a:chOff x="0" y="0"/>
          <a:chExt cx="0" cy="0"/>
        </a:xfrm>
      </p:grpSpPr>
      <p:sp>
        <p:nvSpPr>
          <p:cNvPr id="339" name="Google Shape;339;g2dcb5b4a0ba_0_61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4500"/>
              <a:buFont typeface="Raleway"/>
              <a:buNone/>
              <a:defRPr b="1" i="0" sz="4500" u="none" cap="none" strike="noStrike">
                <a:solidFill>
                  <a:schemeClr val="dk2"/>
                </a:solidFill>
                <a:latin typeface="Raleway"/>
                <a:ea typeface="Raleway"/>
                <a:cs typeface="Raleway"/>
                <a:sym typeface="Raleway"/>
              </a:defRPr>
            </a:lvl9pPr>
          </a:lstStyle>
          <a:p/>
        </p:txBody>
      </p:sp>
      <p:sp>
        <p:nvSpPr>
          <p:cNvPr id="340" name="Google Shape;340;g2dcb5b4a0ba_0_616"/>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accent1"/>
              </a:buClr>
              <a:buSzPts val="2100"/>
              <a:buFont typeface="Lato"/>
              <a:buChar char="●"/>
              <a:defRPr b="0" i="0" sz="2100" u="none" cap="none" strike="noStrike">
                <a:solidFill>
                  <a:schemeClr val="accent1"/>
                </a:solidFill>
                <a:latin typeface="Lato"/>
                <a:ea typeface="Lato"/>
                <a:cs typeface="Lato"/>
                <a:sym typeface="Lato"/>
              </a:defRPr>
            </a:lvl1pPr>
            <a:lvl2pPr indent="-342900" lvl="1" marL="9144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2pPr>
            <a:lvl3pPr indent="-342900" lvl="2" marL="13716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3pPr>
            <a:lvl4pPr indent="-342900" lvl="3" marL="18288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4pPr>
            <a:lvl5pPr indent="-342900" lvl="4" marL="22860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5pPr>
            <a:lvl6pPr indent="-342900" lvl="5" marL="27432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6pPr>
            <a:lvl7pPr indent="-342900" lvl="6" marL="32004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7pPr>
            <a:lvl8pPr indent="-342900" lvl="7" marL="36576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8pPr>
            <a:lvl9pPr indent="-342900" lvl="8" marL="4114800" marR="0" rtl="0" algn="l">
              <a:lnSpc>
                <a:spcPct val="115000"/>
              </a:lnSpc>
              <a:spcBef>
                <a:spcPts val="0"/>
              </a:spcBef>
              <a:spcAft>
                <a:spcPts val="0"/>
              </a:spcAft>
              <a:buClr>
                <a:schemeClr val="accent1"/>
              </a:buClr>
              <a:buSzPts val="1800"/>
              <a:buFont typeface="Lato"/>
              <a:buChar char="■"/>
              <a:defRPr b="0" i="0" sz="1800" u="none" cap="none" strike="noStrike">
                <a:solidFill>
                  <a:schemeClr val="accent1"/>
                </a:solidFill>
                <a:latin typeface="Lato"/>
                <a:ea typeface="Lato"/>
                <a:cs typeface="Lato"/>
                <a:sym typeface="Lato"/>
              </a:defRPr>
            </a:lvl9pPr>
          </a:lstStyle>
          <a:p/>
        </p:txBody>
      </p:sp>
      <p:sp>
        <p:nvSpPr>
          <p:cNvPr id="341" name="Google Shape;341;g2dcb5b4a0ba_0_616"/>
          <p:cNvSpPr txBox="1"/>
          <p:nvPr>
            <p:ph idx="12" type="sldNum"/>
          </p:nvPr>
        </p:nvSpPr>
        <p:spPr>
          <a:xfrm>
            <a:off x="13658084" y="7599761"/>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g3771c3e0188_0_53"/>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484" name="Google Shape;484;g3771c3e0188_0_53"/>
          <p:cNvGraphicFramePr/>
          <p:nvPr/>
        </p:nvGraphicFramePr>
        <p:xfrm>
          <a:off x="8525120" y="1552040"/>
          <a:ext cx="3000000" cy="3000000"/>
        </p:xfrm>
        <a:graphic>
          <a:graphicData uri="http://schemas.openxmlformats.org/drawingml/2006/table">
            <a:tbl>
              <a:tblPr>
                <a:noFill/>
                <a:tableStyleId>{9C26FC45-477C-4BDB-A44C-3113F3C89EF2}</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Día, Fecha:</a:t>
                      </a:r>
                      <a:endParaRPr b="1" sz="2300" u="none" cap="none" strike="noStrike">
                        <a:solidFill>
                          <a:schemeClr val="dk1"/>
                        </a:solidFill>
                      </a:endParaRPr>
                    </a:p>
                  </a:txBody>
                  <a:tcPr marT="146275" marB="146275" marR="146275" marL="1462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12/03/</a:t>
                      </a:r>
                      <a:r>
                        <a:rPr lang="en-US" sz="2200" u="none" cap="none" strike="noStrike"/>
                        <a:t>202</a:t>
                      </a:r>
                      <a:r>
                        <a:rPr lang="en-US" sz="2200"/>
                        <a:t>6</a:t>
                      </a:r>
                      <a:endParaRPr sz="2200" u="none" cap="none" strike="noStrike"/>
                    </a:p>
                  </a:txBody>
                  <a:tcPr marT="146275" marB="146275" marR="146275" marL="1462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r h="580950">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Hora de inicio:</a:t>
                      </a:r>
                      <a:endParaRPr b="1" sz="2300" u="none" cap="none" strike="noStrike">
                        <a:solidFill>
                          <a:schemeClr val="dk1"/>
                        </a:solidFill>
                      </a:endParaRPr>
                    </a:p>
                  </a:txBody>
                  <a:tcPr marT="146275" marB="146275" marR="146275" marL="1462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t>17:20</a:t>
                      </a:r>
                      <a:endParaRPr sz="2200" u="none" cap="none" strike="noStrike"/>
                    </a:p>
                  </a:txBody>
                  <a:tcPr marT="146275" marB="146275" marR="146275" marL="146275">
                    <a:lnL cap="flat" cmpd="sng" w="15250">
                      <a:solidFill>
                        <a:srgbClr val="000000"/>
                      </a:solidFill>
                      <a:prstDash val="solid"/>
                      <a:round/>
                      <a:headEnd len="sm" w="sm" type="none"/>
                      <a:tailEnd len="sm" w="sm" type="none"/>
                    </a:lnL>
                    <a:lnR cap="flat" cmpd="sng" w="15250">
                      <a:solidFill>
                        <a:srgbClr val="000000"/>
                      </a:solidFill>
                      <a:prstDash val="solid"/>
                      <a:round/>
                      <a:headEnd len="sm" w="sm" type="none"/>
                      <a:tailEnd len="sm" w="sm" type="none"/>
                    </a:lnR>
                    <a:lnT cap="flat" cmpd="sng" w="15250">
                      <a:solidFill>
                        <a:srgbClr val="000000"/>
                      </a:solidFill>
                      <a:prstDash val="solid"/>
                      <a:round/>
                      <a:headEnd len="sm" w="sm" type="none"/>
                      <a:tailEnd len="sm" w="sm" type="none"/>
                    </a:lnT>
                    <a:lnB cap="flat" cmpd="sng" w="15250">
                      <a:solidFill>
                        <a:srgbClr val="000000"/>
                      </a:solidFill>
                      <a:prstDash val="solid"/>
                      <a:round/>
                      <a:headEnd len="sm" w="sm" type="none"/>
                      <a:tailEnd len="sm" w="sm" type="none"/>
                    </a:lnB>
                  </a:tcPr>
                </a:tc>
              </a:tr>
            </a:tbl>
          </a:graphicData>
        </a:graphic>
      </p:graphicFrame>
      <p:sp>
        <p:nvSpPr>
          <p:cNvPr id="485" name="Google Shape;485;g3771c3e0188_0_53"/>
          <p:cNvSpPr txBox="1"/>
          <p:nvPr/>
        </p:nvSpPr>
        <p:spPr>
          <a:xfrm>
            <a:off x="4061760" y="3659280"/>
            <a:ext cx="69903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0000"/>
                </a:solidFill>
                <a:latin typeface="Arial"/>
                <a:ea typeface="Arial"/>
                <a:cs typeface="Arial"/>
                <a:sym typeface="Arial"/>
              </a:rPr>
              <a:t>Sistemas Operativos 1 [P]</a:t>
            </a:r>
            <a:endParaRPr b="1" i="0" sz="4000" u="none" cap="none" strike="noStrike">
              <a:solidFill>
                <a:srgbClr val="000000"/>
              </a:solidFill>
              <a:latin typeface="Arial"/>
              <a:ea typeface="Arial"/>
              <a:cs typeface="Arial"/>
              <a:sym typeface="Arial"/>
            </a:endParaRPr>
          </a:p>
        </p:txBody>
      </p:sp>
      <p:sp>
        <p:nvSpPr>
          <p:cNvPr id="486" name="Google Shape;486;g3771c3e0188_0_53"/>
          <p:cNvSpPr txBox="1"/>
          <p:nvPr/>
        </p:nvSpPr>
        <p:spPr>
          <a:xfrm>
            <a:off x="2845920" y="4641200"/>
            <a:ext cx="8938500" cy="1003500"/>
          </a:xfrm>
          <a:prstGeom prst="rect">
            <a:avLst/>
          </a:prstGeom>
          <a:noFill/>
          <a:ln>
            <a:noFill/>
          </a:ln>
        </p:spPr>
        <p:txBody>
          <a:bodyPr anchorCtr="0" anchor="t" bIns="146275" lIns="146275" spcFirstLastPara="1" rIns="146275" wrap="square" tIns="146275">
            <a:spAutoFit/>
          </a:bodyPr>
          <a:lstStyle/>
          <a:p>
            <a:pPr indent="0" lvl="0" marL="0" marR="0" rtl="0" algn="ctr">
              <a:lnSpc>
                <a:spcPct val="100000"/>
              </a:lnSpc>
              <a:spcBef>
                <a:spcPts val="0"/>
              </a:spcBef>
              <a:spcAft>
                <a:spcPts val="0"/>
              </a:spcAft>
              <a:buClr>
                <a:srgbClr val="000000"/>
              </a:buClr>
              <a:buSzPts val="3200"/>
              <a:buFont typeface="Arial"/>
              <a:buNone/>
            </a:pPr>
            <a:r>
              <a:rPr b="1" i="0" lang="en-US" sz="4600" u="none" cap="none" strike="noStrike">
                <a:solidFill>
                  <a:srgbClr val="000000"/>
                </a:solidFill>
                <a:latin typeface="Arial"/>
                <a:ea typeface="Arial"/>
                <a:cs typeface="Arial"/>
                <a:sym typeface="Arial"/>
              </a:rPr>
              <a:t>Edgar Alvarez</a:t>
            </a:r>
            <a:endParaRPr b="1" i="0" sz="4600" u="none" cap="none" strike="noStrike">
              <a:solidFill>
                <a:srgbClr val="000000"/>
              </a:solidFill>
              <a:latin typeface="Arial"/>
              <a:ea typeface="Arial"/>
              <a:cs typeface="Arial"/>
              <a:sym typeface="Arial"/>
            </a:endParaRPr>
          </a:p>
        </p:txBody>
      </p:sp>
      <p:sp>
        <p:nvSpPr>
          <p:cNvPr id="487" name="Google Shape;487;g3771c3e0188_0_53"/>
          <p:cNvSpPr txBox="1"/>
          <p:nvPr/>
        </p:nvSpPr>
        <p:spPr>
          <a:xfrm>
            <a:off x="4921295" y="6633875"/>
            <a:ext cx="8938500" cy="1003500"/>
          </a:xfrm>
          <a:prstGeom prst="rect">
            <a:avLst/>
          </a:prstGeom>
          <a:noFill/>
          <a:ln>
            <a:noFill/>
          </a:ln>
        </p:spPr>
        <p:txBody>
          <a:bodyPr anchorCtr="0" anchor="t" bIns="146275" lIns="146275" spcFirstLastPara="1" rIns="146275" wrap="square" tIns="146275">
            <a:spAutoFit/>
          </a:bodyPr>
          <a:lstStyle/>
          <a:p>
            <a:pPr indent="0" lvl="0" marL="0" marR="0" rtl="0" algn="ctr">
              <a:lnSpc>
                <a:spcPct val="100000"/>
              </a:lnSpc>
              <a:spcBef>
                <a:spcPts val="0"/>
              </a:spcBef>
              <a:spcAft>
                <a:spcPts val="0"/>
              </a:spcAft>
              <a:buClr>
                <a:srgbClr val="000000"/>
              </a:buClr>
              <a:buSzPts val="3200"/>
              <a:buFont typeface="Arial"/>
              <a:buNone/>
            </a:pPr>
            <a:r>
              <a:rPr b="1" lang="en-US" sz="4600"/>
              <a:t>iniciamos en 5 minutos …</a:t>
            </a:r>
            <a:endParaRPr b="1" i="0" sz="46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6097552df7_0_137"/>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6400"/>
              <a:buNone/>
            </a:pPr>
            <a:r>
              <a:t/>
            </a:r>
            <a:endParaRPr/>
          </a:p>
        </p:txBody>
      </p:sp>
      <p:sp>
        <p:nvSpPr>
          <p:cNvPr id="493" name="Google Shape;493;g36097552df7_0_137"/>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2100"/>
              <a:buNone/>
            </a:pPr>
            <a:r>
              <a:t/>
            </a:r>
            <a:endParaRPr/>
          </a:p>
        </p:txBody>
      </p:sp>
      <p:pic>
        <p:nvPicPr>
          <p:cNvPr id="494" name="Google Shape;494;g36097552df7_0_137"/>
          <p:cNvPicPr preferRelativeResize="0"/>
          <p:nvPr/>
        </p:nvPicPr>
        <p:blipFill rotWithShape="1">
          <a:blip r:embed="rId3">
            <a:alphaModFix/>
          </a:blip>
          <a:srcRect b="0" l="0" r="0" t="0"/>
          <a:stretch/>
        </p:blipFill>
        <p:spPr>
          <a:xfrm>
            <a:off x="19000" y="0"/>
            <a:ext cx="14592399" cy="8229600"/>
          </a:xfrm>
          <a:prstGeom prst="rect">
            <a:avLst/>
          </a:prstGeom>
          <a:noFill/>
          <a:ln>
            <a:noFill/>
          </a:ln>
        </p:spPr>
      </p:pic>
      <p:sp>
        <p:nvSpPr>
          <p:cNvPr id="495" name="Google Shape;495;g36097552df7_0_137"/>
          <p:cNvSpPr txBox="1"/>
          <p:nvPr/>
        </p:nvSpPr>
        <p:spPr>
          <a:xfrm>
            <a:off x="6836680" y="1585440"/>
            <a:ext cx="7641000" cy="34200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Universidad de San Carlos de Guatemala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Facultad de Ingeniería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Ingeniería en Ciencias y Sistemas</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LABORATORIO SISTEMAS OPERATIVOS 1 </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Unidad 1: Fundamentos de Sistemas Operativos y Administración Avanzada</a:t>
            </a:r>
            <a:endParaRPr b="0" i="0" sz="29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1B212C"/>
                </a:solidFill>
                <a:latin typeface="Impact"/>
                <a:ea typeface="Impact"/>
                <a:cs typeface="Impact"/>
                <a:sym typeface="Impact"/>
              </a:rPr>
              <a:t>SEMANA 05</a:t>
            </a:r>
            <a:endParaRPr b="0" i="0" sz="2900" u="none" cap="none" strike="noStrike">
              <a:solidFill>
                <a:srgbClr val="1B212C"/>
              </a:solidFill>
              <a:latin typeface="Impact"/>
              <a:ea typeface="Impact"/>
              <a:cs typeface="Impact"/>
              <a:sym typeface="Impac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6097552df7_0_144"/>
          <p:cNvSpPr txBox="1"/>
          <p:nvPr>
            <p:ph idx="1" type="body"/>
          </p:nvPr>
        </p:nvSpPr>
        <p:spPr>
          <a:xfrm>
            <a:off x="572000" y="2366200"/>
            <a:ext cx="13697400" cy="5171100"/>
          </a:xfrm>
          <a:prstGeom prst="rect">
            <a:avLst/>
          </a:prstGeom>
          <a:noFill/>
          <a:ln>
            <a:noFill/>
          </a:ln>
        </p:spPr>
        <p:txBody>
          <a:bodyPr anchorCtr="0" anchor="t" bIns="146275" lIns="146275" spcFirstLastPara="1" rIns="146275" wrap="square" tIns="146275">
            <a:normAutofit/>
          </a:bodyPr>
          <a:lstStyle/>
          <a:p>
            <a:pPr indent="0" lvl="0" marL="0" rtl="0" algn="l">
              <a:lnSpc>
                <a:spcPct val="115000"/>
              </a:lnSpc>
              <a:spcBef>
                <a:spcPts val="0"/>
              </a:spcBef>
              <a:spcAft>
                <a:spcPts val="0"/>
              </a:spcAft>
              <a:buClr>
                <a:srgbClr val="000000"/>
              </a:buClr>
              <a:buSzPts val="2100"/>
              <a:buFont typeface="Arial"/>
              <a:buNone/>
            </a:pPr>
            <a:r>
              <a:rPr lang="en-US" sz="2800">
                <a:latin typeface="Montserrat"/>
                <a:ea typeface="Montserrat"/>
                <a:cs typeface="Montserrat"/>
                <a:sym typeface="Montserrat"/>
              </a:rPr>
              <a:t>CORREO:</a:t>
            </a:r>
            <a:endParaRPr sz="2800">
              <a:latin typeface="Montserrat"/>
              <a:ea typeface="Montserrat"/>
              <a:cs typeface="Montserrat"/>
              <a:sym typeface="Montserrat"/>
            </a:endParaRPr>
          </a:p>
          <a:p>
            <a:pPr indent="-546100" lvl="0" marL="736600" rtl="0" algn="l">
              <a:lnSpc>
                <a:spcPct val="115000"/>
              </a:lnSpc>
              <a:spcBef>
                <a:spcPts val="0"/>
              </a:spcBef>
              <a:spcAft>
                <a:spcPts val="0"/>
              </a:spcAft>
              <a:buSzPts val="2800"/>
              <a:buFont typeface="Montserrat"/>
              <a:buChar char="●"/>
            </a:pPr>
            <a:r>
              <a:t/>
            </a:r>
            <a:endParaRPr sz="2800">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2100"/>
              <a:buFont typeface="Arial"/>
              <a:buNone/>
            </a:pPr>
            <a:r>
              <a:t/>
            </a:r>
            <a:endParaRPr sz="2800">
              <a:latin typeface="Montserrat"/>
              <a:ea typeface="Montserrat"/>
              <a:cs typeface="Montserrat"/>
              <a:sym typeface="Montserrat"/>
            </a:endParaRPr>
          </a:p>
          <a:p>
            <a:pPr indent="0" lvl="0" marL="0" rtl="0" algn="l">
              <a:lnSpc>
                <a:spcPct val="115000"/>
              </a:lnSpc>
              <a:spcBef>
                <a:spcPts val="1900"/>
              </a:spcBef>
              <a:spcAft>
                <a:spcPts val="0"/>
              </a:spcAft>
              <a:buClr>
                <a:srgbClr val="000000"/>
              </a:buClr>
              <a:buSzPts val="2100"/>
              <a:buFont typeface="Arial"/>
              <a:buNone/>
            </a:pPr>
            <a:r>
              <a:rPr lang="en-US" sz="2800">
                <a:latin typeface="Montserrat"/>
                <a:ea typeface="Montserrat"/>
                <a:cs typeface="Montserrat"/>
                <a:sym typeface="Montserrat"/>
              </a:rPr>
              <a:t>Entrega de Proyectos, Tareas, Foros y Hojas de Trabajo:</a:t>
            </a:r>
            <a:endParaRPr sz="2800">
              <a:latin typeface="Montserrat"/>
              <a:ea typeface="Montserrat"/>
              <a:cs typeface="Montserrat"/>
              <a:sym typeface="Montserrat"/>
            </a:endParaRPr>
          </a:p>
          <a:p>
            <a:pPr indent="-546100" lvl="0" marL="736600" rtl="0" algn="l">
              <a:lnSpc>
                <a:spcPct val="115000"/>
              </a:lnSpc>
              <a:spcBef>
                <a:spcPts val="1900"/>
              </a:spcBef>
              <a:spcAft>
                <a:spcPts val="0"/>
              </a:spcAft>
              <a:buSzPts val="2800"/>
              <a:buFont typeface="Montserrat"/>
              <a:buChar char="●"/>
            </a:pPr>
            <a:r>
              <a:rPr lang="en-US" sz="2800">
                <a:latin typeface="Montserrat"/>
                <a:ea typeface="Montserrat"/>
                <a:cs typeface="Montserrat"/>
                <a:sym typeface="Montserrat"/>
              </a:rPr>
              <a:t>UEDI: </a:t>
            </a:r>
            <a:endParaRPr sz="2800">
              <a:latin typeface="Montserrat"/>
              <a:ea typeface="Montserrat"/>
              <a:cs typeface="Montserrat"/>
              <a:sym typeface="Montserrat"/>
            </a:endParaRPr>
          </a:p>
          <a:p>
            <a:pPr indent="-546100" lvl="0" marL="736600" rtl="0" algn="l">
              <a:lnSpc>
                <a:spcPct val="115000"/>
              </a:lnSpc>
              <a:spcBef>
                <a:spcPts val="0"/>
              </a:spcBef>
              <a:spcAft>
                <a:spcPts val="0"/>
              </a:spcAft>
              <a:buSzPts val="2800"/>
              <a:buFont typeface="Montserrat"/>
              <a:buChar char="●"/>
            </a:pPr>
            <a:r>
              <a:rPr lang="en-US" sz="2800">
                <a:latin typeface="Montserrat"/>
                <a:ea typeface="Montserrat"/>
                <a:cs typeface="Montserrat"/>
                <a:sym typeface="Montserrat"/>
              </a:rPr>
              <a:t>CLASSROOM : </a:t>
            </a:r>
            <a:endParaRPr sz="2800"/>
          </a:p>
        </p:txBody>
      </p:sp>
      <p:sp>
        <p:nvSpPr>
          <p:cNvPr id="501" name="Google Shape;501;g36097552df7_0_144"/>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Datos de los auxiliares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2dcb5b4a0ba_0_611"/>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Agenda</a:t>
            </a:r>
            <a:endParaRPr/>
          </a:p>
        </p:txBody>
      </p:sp>
      <p:sp>
        <p:nvSpPr>
          <p:cNvPr id="507" name="Google Shape;507;g2dcb5b4a0ba_0_611"/>
          <p:cNvSpPr txBox="1"/>
          <p:nvPr>
            <p:ph idx="1" type="body"/>
          </p:nvPr>
        </p:nvSpPr>
        <p:spPr>
          <a:xfrm>
            <a:off x="3132675" y="2508073"/>
            <a:ext cx="9049800" cy="3568200"/>
          </a:xfrm>
          <a:prstGeom prst="rect">
            <a:avLst/>
          </a:prstGeom>
          <a:solidFill>
            <a:schemeClr val="dk1"/>
          </a:solidFill>
          <a:ln>
            <a:noFill/>
          </a:ln>
        </p:spPr>
        <p:txBody>
          <a:bodyPr anchorCtr="0" anchor="t" bIns="146275" lIns="146275" spcFirstLastPara="1" rIns="146275" wrap="square" tIns="146275">
            <a:noAutofit/>
          </a:bodyPr>
          <a:lstStyle/>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Conceptos de proceso en sistemas operativos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Manejo de procesos en Linux</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Estados de los procesos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Diagrama de transición de los procesos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Creación y terminación de procesos</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Comandos para gestión de procesos en Linux</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Señales en Linux</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PBC (Process Control Block)</a:t>
            </a:r>
            <a:endParaRPr sz="2500">
              <a:latin typeface="Arial"/>
              <a:ea typeface="Arial"/>
              <a:cs typeface="Arial"/>
              <a:sym typeface="Arial"/>
            </a:endParaRPr>
          </a:p>
          <a:p>
            <a:pPr indent="-387350" lvl="0" marL="457200" rtl="0" algn="l">
              <a:lnSpc>
                <a:spcPct val="115000"/>
              </a:lnSpc>
              <a:spcBef>
                <a:spcPts val="0"/>
              </a:spcBef>
              <a:spcAft>
                <a:spcPts val="0"/>
              </a:spcAft>
              <a:buSzPts val="2500"/>
              <a:buFont typeface="Arial"/>
              <a:buAutoNum type="arabicPeriod"/>
            </a:pPr>
            <a:r>
              <a:rPr lang="en-US" sz="2500">
                <a:latin typeface="Arial"/>
                <a:ea typeface="Arial"/>
                <a:cs typeface="Arial"/>
                <a:sym typeface="Arial"/>
              </a:rPr>
              <a:t>Task Struct</a:t>
            </a:r>
            <a:endParaRPr sz="2500">
              <a:latin typeface="Arial"/>
              <a:ea typeface="Arial"/>
              <a:cs typeface="Arial"/>
              <a:sym typeface="Arial"/>
            </a:endParaRPr>
          </a:p>
          <a:p>
            <a:pPr indent="0" lvl="0" marL="457200" marR="0" rtl="0" algn="l">
              <a:lnSpc>
                <a:spcPct val="95000"/>
              </a:lnSpc>
              <a:spcBef>
                <a:spcPts val="0"/>
              </a:spcBef>
              <a:spcAft>
                <a:spcPts val="0"/>
              </a:spcAft>
              <a:buSzPts val="2100"/>
              <a:buNone/>
            </a:pPr>
            <a:r>
              <a:t/>
            </a:r>
            <a:endParaRPr sz="2000">
              <a:highlight>
                <a:schemeClr val="dk1"/>
              </a:highlight>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6097552df7_0_415"/>
          <p:cNvSpPr txBox="1"/>
          <p:nvPr>
            <p:ph type="title"/>
          </p:nvPr>
        </p:nvSpPr>
        <p:spPr>
          <a:xfrm>
            <a:off x="5629392" y="635320"/>
            <a:ext cx="4136700" cy="10482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Competencias</a:t>
            </a:r>
            <a:endParaRPr/>
          </a:p>
        </p:txBody>
      </p:sp>
      <p:sp>
        <p:nvSpPr>
          <p:cNvPr id="513" name="Google Shape;513;g36097552df7_0_415"/>
          <p:cNvSpPr txBox="1"/>
          <p:nvPr/>
        </p:nvSpPr>
        <p:spPr>
          <a:xfrm>
            <a:off x="2006840" y="1780520"/>
            <a:ext cx="11792100" cy="1650000"/>
          </a:xfrm>
          <a:prstGeom prst="rect">
            <a:avLst/>
          </a:prstGeom>
          <a:noFill/>
          <a:ln>
            <a:noFill/>
          </a:ln>
        </p:spPr>
        <p:txBody>
          <a:bodyPr anchorCtr="0" anchor="t" bIns="146275" lIns="146275" spcFirstLastPara="1" rIns="146275" wrap="square" tIns="14627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El estudiante desarrolla proyectos de virtualización que integran máquinas virtuales y contenedores utilizando tecnologías como Docker, Containerd, Harbor, Zot y herramientas de virtualización para comprender el ciclo de vida de despliegue, gestión y distribución de servicios en entornos modernos </a:t>
            </a:r>
            <a:endParaRPr b="0" i="0" sz="2200" u="none" cap="none" strike="noStrike">
              <a:solidFill>
                <a:schemeClr val="lt1"/>
              </a:solidFill>
              <a:latin typeface="Arial"/>
              <a:ea typeface="Arial"/>
              <a:cs typeface="Arial"/>
              <a:sym typeface="Arial"/>
            </a:endParaRPr>
          </a:p>
        </p:txBody>
      </p:sp>
      <p:sp>
        <p:nvSpPr>
          <p:cNvPr id="514" name="Google Shape;514;g36097552df7_0_415"/>
          <p:cNvSpPr txBox="1"/>
          <p:nvPr/>
        </p:nvSpPr>
        <p:spPr>
          <a:xfrm>
            <a:off x="2006840" y="3552120"/>
            <a:ext cx="11686500" cy="1311300"/>
          </a:xfrm>
          <a:prstGeom prst="rect">
            <a:avLst/>
          </a:prstGeom>
          <a:noFill/>
          <a:ln>
            <a:noFill/>
          </a:ln>
        </p:spPr>
        <p:txBody>
          <a:bodyPr anchorCtr="0" anchor="t" bIns="146275" lIns="146275" spcFirstLastPara="1" rIns="146275" wrap="square" tIns="14627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El estudiante construye contenedores a bajo nivel mediante el uso de Containerd y programación en Go con el fin de profundizar en el funcionamiento interno de los motores de contenedores</a:t>
            </a:r>
            <a:endParaRPr b="0" i="0" sz="2200" u="none" cap="none" strike="noStrike">
              <a:solidFill>
                <a:schemeClr val="lt1"/>
              </a:solidFill>
              <a:latin typeface="Arial"/>
              <a:ea typeface="Arial"/>
              <a:cs typeface="Arial"/>
              <a:sym typeface="Arial"/>
            </a:endParaRPr>
          </a:p>
        </p:txBody>
      </p:sp>
      <p:sp>
        <p:nvSpPr>
          <p:cNvPr id="515" name="Google Shape;515;g36097552df7_0_415"/>
          <p:cNvSpPr txBox="1"/>
          <p:nvPr/>
        </p:nvSpPr>
        <p:spPr>
          <a:xfrm>
            <a:off x="2006840" y="5069920"/>
            <a:ext cx="11686500" cy="1311300"/>
          </a:xfrm>
          <a:prstGeom prst="rect">
            <a:avLst/>
          </a:prstGeom>
          <a:noFill/>
          <a:ln>
            <a:noFill/>
          </a:ln>
        </p:spPr>
        <p:txBody>
          <a:bodyPr anchorCtr="0" anchor="t" bIns="146275" lIns="146275" spcFirstLastPara="1" rIns="146275" wrap="square" tIns="14627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El estudiante configura contenedores Docker para el despliegue de servicios mediante Dockerfiles y docker-compose asegurando la portabilidad y replicabilidad en entornos de desarrollo</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6097552df7_0_427"/>
          <p:cNvSpPr txBox="1"/>
          <p:nvPr>
            <p:ph type="title"/>
          </p:nvPr>
        </p:nvSpPr>
        <p:spPr>
          <a:xfrm>
            <a:off x="5760480" y="3076200"/>
            <a:ext cx="40809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CONTENIDO</a:t>
            </a:r>
            <a:endParaRPr/>
          </a:p>
          <a:p>
            <a:pPr indent="0" lvl="0" marL="0" rtl="0" algn="l">
              <a:lnSpc>
                <a:spcPct val="100000"/>
              </a:lnSpc>
              <a:spcBef>
                <a:spcPts val="0"/>
              </a:spcBef>
              <a:spcAft>
                <a:spcPts val="0"/>
              </a:spcAft>
              <a:buSzPts val="3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descr="preencoded.png" id="526" name="Google Shape;52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27" name="Google Shape;527;p1"/>
          <p:cNvSpPr/>
          <p:nvPr/>
        </p:nvSpPr>
        <p:spPr>
          <a:xfrm>
            <a:off x="864037" y="1365290"/>
            <a:ext cx="7415927" cy="2838926"/>
          </a:xfrm>
          <a:prstGeom prst="rect">
            <a:avLst/>
          </a:prstGeom>
          <a:noFill/>
          <a:ln>
            <a:noFill/>
          </a:ln>
        </p:spPr>
        <p:txBody>
          <a:bodyPr anchorCtr="0" anchor="t" bIns="0" lIns="0" spcFirstLastPara="1" rIns="0" wrap="square" tIns="0">
            <a:noAutofit/>
          </a:bodyPr>
          <a:lstStyle/>
          <a:p>
            <a:pPr indent="0" lvl="0" marL="0" marR="0" rtl="0" algn="l">
              <a:lnSpc>
                <a:spcPct val="125210"/>
              </a:lnSpc>
              <a:spcBef>
                <a:spcPts val="0"/>
              </a:spcBef>
              <a:spcAft>
                <a:spcPts val="0"/>
              </a:spcAft>
              <a:buClr>
                <a:srgbClr val="F0FCFF"/>
              </a:buClr>
              <a:buSzPts val="5950"/>
              <a:buFont typeface="Spline Sans"/>
              <a:buNone/>
            </a:pPr>
            <a:r>
              <a:rPr b="1" i="0" lang="en-US" sz="5950" u="none" cap="none" strike="noStrike">
                <a:solidFill>
                  <a:srgbClr val="F0FCFF"/>
                </a:solidFill>
                <a:latin typeface="Spline Sans"/>
                <a:ea typeface="Spline Sans"/>
                <a:cs typeface="Spline Sans"/>
                <a:sym typeface="Spline Sans"/>
              </a:rPr>
              <a:t>Conceptos de proceso en sistemas operativos</a:t>
            </a:r>
            <a:endParaRPr b="0" i="0" sz="5950" u="none" cap="none" strike="noStrike">
              <a:solidFill>
                <a:srgbClr val="000000"/>
              </a:solidFill>
              <a:latin typeface="Arial"/>
              <a:ea typeface="Arial"/>
              <a:cs typeface="Arial"/>
              <a:sym typeface="Arial"/>
            </a:endParaRPr>
          </a:p>
        </p:txBody>
      </p:sp>
      <p:sp>
        <p:nvSpPr>
          <p:cNvPr id="528" name="Google Shape;528;p1"/>
          <p:cNvSpPr/>
          <p:nvPr/>
        </p:nvSpPr>
        <p:spPr>
          <a:xfrm>
            <a:off x="864037" y="4574500"/>
            <a:ext cx="7415927"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son unidades fundamentales de ejecución en los sistemas operativos. Representan programas en ejecución que tienen asignados recursos del sistema, como memoria y tiempo de CPU, para llevar a cabo tareas específicas.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descr="preencoded.png" id="534" name="Google Shape;534;p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35" name="Google Shape;535;p2"/>
          <p:cNvSpPr/>
          <p:nvPr/>
        </p:nvSpPr>
        <p:spPr>
          <a:xfrm>
            <a:off x="6277689" y="786408"/>
            <a:ext cx="6759893" cy="628055"/>
          </a:xfrm>
          <a:prstGeom prst="rect">
            <a:avLst/>
          </a:prstGeom>
          <a:noFill/>
          <a:ln>
            <a:noFill/>
          </a:ln>
        </p:spPr>
        <p:txBody>
          <a:bodyPr anchorCtr="0" anchor="t" bIns="0" lIns="0" spcFirstLastPara="1" rIns="0" wrap="square" tIns="0">
            <a:noAutofit/>
          </a:bodyPr>
          <a:lstStyle/>
          <a:p>
            <a:pPr indent="0" lvl="0" marL="0" marR="0" rtl="0" algn="l">
              <a:lnSpc>
                <a:spcPct val="124050"/>
              </a:lnSpc>
              <a:spcBef>
                <a:spcPts val="0"/>
              </a:spcBef>
              <a:spcAft>
                <a:spcPts val="0"/>
              </a:spcAft>
              <a:buClr>
                <a:srgbClr val="F0FCFF"/>
              </a:buClr>
              <a:buSzPts val="3950"/>
              <a:buFont typeface="Spline Sans"/>
              <a:buNone/>
            </a:pPr>
            <a:r>
              <a:rPr b="1" i="0" lang="en-US" sz="3950" u="none" cap="none" strike="noStrike">
                <a:solidFill>
                  <a:srgbClr val="F0FCFF"/>
                </a:solidFill>
                <a:latin typeface="Spline Sans"/>
                <a:ea typeface="Spline Sans"/>
                <a:cs typeface="Spline Sans"/>
                <a:sym typeface="Spline Sans"/>
              </a:rPr>
              <a:t>Manejo de procesos en Linux</a:t>
            </a:r>
            <a:endParaRPr b="0" i="0" sz="3950" u="none" cap="none" strike="noStrike">
              <a:solidFill>
                <a:srgbClr val="000000"/>
              </a:solidFill>
              <a:latin typeface="Arial"/>
              <a:ea typeface="Arial"/>
              <a:cs typeface="Arial"/>
              <a:sym typeface="Arial"/>
            </a:endParaRPr>
          </a:p>
        </p:txBody>
      </p:sp>
      <p:sp>
        <p:nvSpPr>
          <p:cNvPr id="536" name="Google Shape;536;p2"/>
          <p:cNvSpPr/>
          <p:nvPr/>
        </p:nvSpPr>
        <p:spPr>
          <a:xfrm>
            <a:off x="6601539" y="1753553"/>
            <a:ext cx="30480" cy="5689521"/>
          </a:xfrm>
          <a:prstGeom prst="roundRect">
            <a:avLst>
              <a:gd fmla="val 1112766" name="adj"/>
            </a:avLst>
          </a:prstGeom>
          <a:solidFill>
            <a:srgbClr val="FFFFFF">
              <a:alpha val="2274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
          <p:cNvSpPr/>
          <p:nvPr/>
        </p:nvSpPr>
        <p:spPr>
          <a:xfrm>
            <a:off x="6840676" y="2246948"/>
            <a:ext cx="791289" cy="30480"/>
          </a:xfrm>
          <a:prstGeom prst="roundRect">
            <a:avLst>
              <a:gd fmla="val 1112766" name="adj"/>
            </a:avLst>
          </a:prstGeom>
          <a:solidFill>
            <a:srgbClr val="16FF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
          <p:cNvSpPr/>
          <p:nvPr/>
        </p:nvSpPr>
        <p:spPr>
          <a:xfrm>
            <a:off x="6362402" y="2007870"/>
            <a:ext cx="508754" cy="508754"/>
          </a:xfrm>
          <a:prstGeom prst="roundRect">
            <a:avLst>
              <a:gd fmla="val 66667" name="adj"/>
            </a:avLst>
          </a:prstGeom>
          <a:solidFill>
            <a:srgbClr val="0A081B"/>
          </a:solidFill>
          <a:ln cap="flat" cmpd="sng" w="22850">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
          <p:cNvSpPr/>
          <p:nvPr/>
        </p:nvSpPr>
        <p:spPr>
          <a:xfrm>
            <a:off x="6551593" y="2111454"/>
            <a:ext cx="130373" cy="3014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350"/>
              <a:buFont typeface="Spline Sans"/>
              <a:buNone/>
            </a:pPr>
            <a:r>
              <a:rPr b="1" i="0" lang="en-US" sz="2350" u="none" cap="none" strike="noStrike">
                <a:solidFill>
                  <a:srgbClr val="E0E4E6"/>
                </a:solidFill>
                <a:latin typeface="Spline Sans"/>
                <a:ea typeface="Spline Sans"/>
                <a:cs typeface="Spline Sans"/>
                <a:sym typeface="Spline Sans"/>
              </a:rPr>
              <a:t>1</a:t>
            </a:r>
            <a:endParaRPr b="0" i="0" sz="2350" u="none" cap="none" strike="noStrike">
              <a:solidFill>
                <a:srgbClr val="000000"/>
              </a:solidFill>
              <a:latin typeface="Arial"/>
              <a:ea typeface="Arial"/>
              <a:cs typeface="Arial"/>
              <a:sym typeface="Arial"/>
            </a:endParaRPr>
          </a:p>
        </p:txBody>
      </p:sp>
      <p:sp>
        <p:nvSpPr>
          <p:cNvPr id="540" name="Google Shape;540;p2"/>
          <p:cNvSpPr/>
          <p:nvPr/>
        </p:nvSpPr>
        <p:spPr>
          <a:xfrm>
            <a:off x="7860387" y="1979652"/>
            <a:ext cx="2561511" cy="3139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Creación de procesos</a:t>
            </a:r>
            <a:endParaRPr b="0" i="0" sz="1950" u="none" cap="none" strike="noStrike">
              <a:solidFill>
                <a:srgbClr val="000000"/>
              </a:solidFill>
              <a:latin typeface="Arial"/>
              <a:ea typeface="Arial"/>
              <a:cs typeface="Arial"/>
              <a:sym typeface="Arial"/>
            </a:endParaRPr>
          </a:p>
        </p:txBody>
      </p:sp>
      <p:sp>
        <p:nvSpPr>
          <p:cNvPr id="541" name="Google Shape;541;p2"/>
          <p:cNvSpPr/>
          <p:nvPr/>
        </p:nvSpPr>
        <p:spPr>
          <a:xfrm>
            <a:off x="7860387" y="2429232"/>
            <a:ext cx="5978723" cy="7234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Linux utiliza el sistema de llamadas a funciones fork() y exec() para crear nuevos procesos y ejecutar programas.</a:t>
            </a:r>
            <a:endParaRPr b="0" i="0" sz="1750" u="none" cap="none" strike="noStrike">
              <a:solidFill>
                <a:srgbClr val="000000"/>
              </a:solidFill>
              <a:latin typeface="Arial"/>
              <a:ea typeface="Arial"/>
              <a:cs typeface="Arial"/>
              <a:sym typeface="Arial"/>
            </a:endParaRPr>
          </a:p>
        </p:txBody>
      </p:sp>
      <p:sp>
        <p:nvSpPr>
          <p:cNvPr id="542" name="Google Shape;542;p2"/>
          <p:cNvSpPr/>
          <p:nvPr/>
        </p:nvSpPr>
        <p:spPr>
          <a:xfrm>
            <a:off x="6840676" y="4098250"/>
            <a:ext cx="791289" cy="30480"/>
          </a:xfrm>
          <a:prstGeom prst="roundRect">
            <a:avLst>
              <a:gd fmla="val 1112766" name="adj"/>
            </a:avLst>
          </a:prstGeom>
          <a:solidFill>
            <a:srgbClr val="29DD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
          <p:cNvSpPr/>
          <p:nvPr/>
        </p:nvSpPr>
        <p:spPr>
          <a:xfrm>
            <a:off x="6362402" y="3859173"/>
            <a:ext cx="508754" cy="508754"/>
          </a:xfrm>
          <a:prstGeom prst="roundRect">
            <a:avLst>
              <a:gd fmla="val 66667" name="adj"/>
            </a:avLst>
          </a:prstGeom>
          <a:solidFill>
            <a:srgbClr val="0A081B"/>
          </a:solidFill>
          <a:ln cap="flat" cmpd="sng" w="22850">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
          <p:cNvSpPr/>
          <p:nvPr/>
        </p:nvSpPr>
        <p:spPr>
          <a:xfrm>
            <a:off x="6532900" y="3962757"/>
            <a:ext cx="167640" cy="3014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350"/>
              <a:buFont typeface="Spline Sans"/>
              <a:buNone/>
            </a:pPr>
            <a:r>
              <a:rPr b="1" i="0" lang="en-US" sz="2350" u="none" cap="none" strike="noStrike">
                <a:solidFill>
                  <a:srgbClr val="E0E4E6"/>
                </a:solidFill>
                <a:latin typeface="Spline Sans"/>
                <a:ea typeface="Spline Sans"/>
                <a:cs typeface="Spline Sans"/>
                <a:sym typeface="Spline Sans"/>
              </a:rPr>
              <a:t>2</a:t>
            </a:r>
            <a:endParaRPr b="0" i="0" sz="2350" u="none" cap="none" strike="noStrike">
              <a:solidFill>
                <a:srgbClr val="000000"/>
              </a:solidFill>
              <a:latin typeface="Arial"/>
              <a:ea typeface="Arial"/>
              <a:cs typeface="Arial"/>
              <a:sym typeface="Arial"/>
            </a:endParaRPr>
          </a:p>
        </p:txBody>
      </p:sp>
      <p:sp>
        <p:nvSpPr>
          <p:cNvPr id="545" name="Google Shape;545;p2"/>
          <p:cNvSpPr/>
          <p:nvPr/>
        </p:nvSpPr>
        <p:spPr>
          <a:xfrm>
            <a:off x="7860387" y="3830955"/>
            <a:ext cx="2512338" cy="3139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Gestión de procesos</a:t>
            </a:r>
            <a:endParaRPr b="0" i="0" sz="1950" u="none" cap="none" strike="noStrike">
              <a:solidFill>
                <a:srgbClr val="000000"/>
              </a:solidFill>
              <a:latin typeface="Arial"/>
              <a:ea typeface="Arial"/>
              <a:cs typeface="Arial"/>
              <a:sym typeface="Arial"/>
            </a:endParaRPr>
          </a:p>
        </p:txBody>
      </p:sp>
      <p:sp>
        <p:nvSpPr>
          <p:cNvPr id="546" name="Google Shape;546;p2"/>
          <p:cNvSpPr/>
          <p:nvPr/>
        </p:nvSpPr>
        <p:spPr>
          <a:xfrm>
            <a:off x="7860387" y="4280535"/>
            <a:ext cx="5978723" cy="7234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El shell de Linux proporciona comandos como ps, top y kill para monitorizar y controlar los procesos en ejecución.</a:t>
            </a:r>
            <a:endParaRPr b="0" i="0" sz="1750" u="none" cap="none" strike="noStrike">
              <a:solidFill>
                <a:srgbClr val="000000"/>
              </a:solidFill>
              <a:latin typeface="Arial"/>
              <a:ea typeface="Arial"/>
              <a:cs typeface="Arial"/>
              <a:sym typeface="Arial"/>
            </a:endParaRPr>
          </a:p>
        </p:txBody>
      </p:sp>
      <p:sp>
        <p:nvSpPr>
          <p:cNvPr id="547" name="Google Shape;547;p2"/>
          <p:cNvSpPr/>
          <p:nvPr/>
        </p:nvSpPr>
        <p:spPr>
          <a:xfrm>
            <a:off x="6840676" y="5949553"/>
            <a:ext cx="791289" cy="30480"/>
          </a:xfrm>
          <a:prstGeom prst="roundRect">
            <a:avLst>
              <a:gd fmla="val 1112766" name="adj"/>
            </a:avLst>
          </a:prstGeom>
          <a:solidFill>
            <a:srgbClr val="37A7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
          <p:cNvSpPr/>
          <p:nvPr/>
        </p:nvSpPr>
        <p:spPr>
          <a:xfrm>
            <a:off x="6362402" y="5710476"/>
            <a:ext cx="508754" cy="508754"/>
          </a:xfrm>
          <a:prstGeom prst="roundRect">
            <a:avLst>
              <a:gd fmla="val 66667" name="adj"/>
            </a:avLst>
          </a:prstGeom>
          <a:solidFill>
            <a:srgbClr val="0A081B"/>
          </a:solidFill>
          <a:ln cap="flat" cmpd="sng" w="22850">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2"/>
          <p:cNvSpPr/>
          <p:nvPr/>
        </p:nvSpPr>
        <p:spPr>
          <a:xfrm>
            <a:off x="6528495" y="5814060"/>
            <a:ext cx="176451" cy="3014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350"/>
              <a:buFont typeface="Spline Sans"/>
              <a:buNone/>
            </a:pPr>
            <a:r>
              <a:rPr b="1" i="0" lang="en-US" sz="2350" u="none" cap="none" strike="noStrike">
                <a:solidFill>
                  <a:srgbClr val="E0E4E6"/>
                </a:solidFill>
                <a:latin typeface="Spline Sans"/>
                <a:ea typeface="Spline Sans"/>
                <a:cs typeface="Spline Sans"/>
                <a:sym typeface="Spline Sans"/>
              </a:rPr>
              <a:t>3</a:t>
            </a:r>
            <a:endParaRPr b="0" i="0" sz="2350" u="none" cap="none" strike="noStrike">
              <a:solidFill>
                <a:srgbClr val="000000"/>
              </a:solidFill>
              <a:latin typeface="Arial"/>
              <a:ea typeface="Arial"/>
              <a:cs typeface="Arial"/>
              <a:sym typeface="Arial"/>
            </a:endParaRPr>
          </a:p>
        </p:txBody>
      </p:sp>
      <p:sp>
        <p:nvSpPr>
          <p:cNvPr id="550" name="Google Shape;550;p2"/>
          <p:cNvSpPr/>
          <p:nvPr/>
        </p:nvSpPr>
        <p:spPr>
          <a:xfrm>
            <a:off x="7860387" y="5682258"/>
            <a:ext cx="2583656" cy="313968"/>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Prioridad de procesos</a:t>
            </a:r>
            <a:endParaRPr b="0" i="0" sz="1950" u="none" cap="none" strike="noStrike">
              <a:solidFill>
                <a:srgbClr val="000000"/>
              </a:solidFill>
              <a:latin typeface="Arial"/>
              <a:ea typeface="Arial"/>
              <a:cs typeface="Arial"/>
              <a:sym typeface="Arial"/>
            </a:endParaRPr>
          </a:p>
        </p:txBody>
      </p:sp>
      <p:sp>
        <p:nvSpPr>
          <p:cNvPr id="551" name="Google Shape;551;p2"/>
          <p:cNvSpPr/>
          <p:nvPr/>
        </p:nvSpPr>
        <p:spPr>
          <a:xfrm>
            <a:off x="7860387" y="6131838"/>
            <a:ext cx="5978723" cy="108513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Linux asigna dinámicamente prioridades a los procesos mediante el uso del comando nice y el sistema de programación del planificador.</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
          <p:cNvSpPr/>
          <p:nvPr/>
        </p:nvSpPr>
        <p:spPr>
          <a:xfrm>
            <a:off x="6350437" y="837486"/>
            <a:ext cx="6169819"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Estados de los procesos</a:t>
            </a:r>
            <a:endParaRPr b="0" i="0" sz="4300" u="none" cap="none" strike="noStrike">
              <a:solidFill>
                <a:srgbClr val="000000"/>
              </a:solidFill>
              <a:latin typeface="Arial"/>
              <a:ea typeface="Arial"/>
              <a:cs typeface="Arial"/>
              <a:sym typeface="Arial"/>
            </a:endParaRPr>
          </a:p>
        </p:txBody>
      </p:sp>
      <p:sp>
        <p:nvSpPr>
          <p:cNvPr id="558" name="Google Shape;558;p3"/>
          <p:cNvSpPr/>
          <p:nvPr/>
        </p:nvSpPr>
        <p:spPr>
          <a:xfrm>
            <a:off x="6350437" y="1893570"/>
            <a:ext cx="3584615" cy="2625804"/>
          </a:xfrm>
          <a:prstGeom prst="roundRect">
            <a:avLst>
              <a:gd fmla="val 14104" name="adj"/>
            </a:avLst>
          </a:prstGeom>
          <a:solidFill>
            <a:srgbClr val="0A081B"/>
          </a:solidFill>
          <a:ln cap="flat" cmpd="sng" w="30475">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
          <p:cNvSpPr/>
          <p:nvPr/>
        </p:nvSpPr>
        <p:spPr>
          <a:xfrm>
            <a:off x="6627733" y="2170867"/>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Creado</a:t>
            </a:r>
            <a:endParaRPr b="0" i="0" sz="2150" u="none" cap="none" strike="noStrike">
              <a:solidFill>
                <a:srgbClr val="000000"/>
              </a:solidFill>
              <a:latin typeface="Arial"/>
              <a:ea typeface="Arial"/>
              <a:cs typeface="Arial"/>
              <a:sym typeface="Arial"/>
            </a:endParaRPr>
          </a:p>
        </p:txBody>
      </p:sp>
      <p:sp>
        <p:nvSpPr>
          <p:cNvPr id="560" name="Google Shape;560;p3"/>
          <p:cNvSpPr/>
          <p:nvPr/>
        </p:nvSpPr>
        <p:spPr>
          <a:xfrm>
            <a:off x="6627733" y="2661880"/>
            <a:ext cx="3030022"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Un proceso se crea y se coloca en la cola de procesos listos.</a:t>
            </a:r>
            <a:endParaRPr b="0" i="0" sz="1900" u="none" cap="none" strike="noStrike">
              <a:solidFill>
                <a:srgbClr val="000000"/>
              </a:solidFill>
              <a:latin typeface="Arial"/>
              <a:ea typeface="Arial"/>
              <a:cs typeface="Arial"/>
              <a:sym typeface="Arial"/>
            </a:endParaRPr>
          </a:p>
        </p:txBody>
      </p:sp>
      <p:sp>
        <p:nvSpPr>
          <p:cNvPr id="561" name="Google Shape;561;p3"/>
          <p:cNvSpPr/>
          <p:nvPr/>
        </p:nvSpPr>
        <p:spPr>
          <a:xfrm>
            <a:off x="10181868" y="1893570"/>
            <a:ext cx="3584615" cy="2625804"/>
          </a:xfrm>
          <a:prstGeom prst="roundRect">
            <a:avLst>
              <a:gd fmla="val 14104" name="adj"/>
            </a:avLst>
          </a:prstGeom>
          <a:solidFill>
            <a:srgbClr val="0A081B"/>
          </a:solidFill>
          <a:ln cap="flat" cmpd="sng" w="30475">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3"/>
          <p:cNvSpPr/>
          <p:nvPr/>
        </p:nvSpPr>
        <p:spPr>
          <a:xfrm>
            <a:off x="10459164" y="2170867"/>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Listo</a:t>
            </a:r>
            <a:endParaRPr b="0" i="0" sz="2150" u="none" cap="none" strike="noStrike">
              <a:solidFill>
                <a:srgbClr val="000000"/>
              </a:solidFill>
              <a:latin typeface="Arial"/>
              <a:ea typeface="Arial"/>
              <a:cs typeface="Arial"/>
              <a:sym typeface="Arial"/>
            </a:endParaRPr>
          </a:p>
        </p:txBody>
      </p:sp>
      <p:sp>
        <p:nvSpPr>
          <p:cNvPr id="563" name="Google Shape;563;p3"/>
          <p:cNvSpPr/>
          <p:nvPr/>
        </p:nvSpPr>
        <p:spPr>
          <a:xfrm>
            <a:off x="10459164" y="2661880"/>
            <a:ext cx="3030022"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El proceso está esperando ser seleccionado por el planificador de CPU para su ejecución.</a:t>
            </a:r>
            <a:endParaRPr b="0" i="0" sz="1900" u="none" cap="none" strike="noStrike">
              <a:solidFill>
                <a:srgbClr val="000000"/>
              </a:solidFill>
              <a:latin typeface="Arial"/>
              <a:ea typeface="Arial"/>
              <a:cs typeface="Arial"/>
              <a:sym typeface="Arial"/>
            </a:endParaRPr>
          </a:p>
        </p:txBody>
      </p:sp>
      <p:sp>
        <p:nvSpPr>
          <p:cNvPr id="564" name="Google Shape;564;p3"/>
          <p:cNvSpPr/>
          <p:nvPr/>
        </p:nvSpPr>
        <p:spPr>
          <a:xfrm>
            <a:off x="6350437" y="4766191"/>
            <a:ext cx="3584615" cy="2625804"/>
          </a:xfrm>
          <a:prstGeom prst="roundRect">
            <a:avLst>
              <a:gd fmla="val 14104" name="adj"/>
            </a:avLst>
          </a:prstGeom>
          <a:solidFill>
            <a:srgbClr val="0A081B"/>
          </a:solidFill>
          <a:ln cap="flat" cmpd="sng" w="30475">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3"/>
          <p:cNvSpPr/>
          <p:nvPr/>
        </p:nvSpPr>
        <p:spPr>
          <a:xfrm>
            <a:off x="6627733" y="504348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Ejecutando</a:t>
            </a:r>
            <a:endParaRPr b="0" i="0" sz="2150" u="none" cap="none" strike="noStrike">
              <a:solidFill>
                <a:srgbClr val="000000"/>
              </a:solidFill>
              <a:latin typeface="Arial"/>
              <a:ea typeface="Arial"/>
              <a:cs typeface="Arial"/>
              <a:sym typeface="Arial"/>
            </a:endParaRPr>
          </a:p>
        </p:txBody>
      </p:sp>
      <p:sp>
        <p:nvSpPr>
          <p:cNvPr id="566" name="Google Shape;566;p3"/>
          <p:cNvSpPr/>
          <p:nvPr/>
        </p:nvSpPr>
        <p:spPr>
          <a:xfrm>
            <a:off x="6627733" y="5534501"/>
            <a:ext cx="3030022"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El proceso está utilizando la CPU y realizando instrucciones.</a:t>
            </a:r>
            <a:endParaRPr b="0" i="0" sz="1900" u="none" cap="none" strike="noStrike">
              <a:solidFill>
                <a:srgbClr val="000000"/>
              </a:solidFill>
              <a:latin typeface="Arial"/>
              <a:ea typeface="Arial"/>
              <a:cs typeface="Arial"/>
              <a:sym typeface="Arial"/>
            </a:endParaRPr>
          </a:p>
        </p:txBody>
      </p:sp>
      <p:sp>
        <p:nvSpPr>
          <p:cNvPr id="567" name="Google Shape;567;p3"/>
          <p:cNvSpPr/>
          <p:nvPr/>
        </p:nvSpPr>
        <p:spPr>
          <a:xfrm>
            <a:off x="10181868" y="4766191"/>
            <a:ext cx="3584615" cy="2625804"/>
          </a:xfrm>
          <a:prstGeom prst="roundRect">
            <a:avLst>
              <a:gd fmla="val 14104" name="adj"/>
            </a:avLst>
          </a:prstGeom>
          <a:solidFill>
            <a:srgbClr val="0A081B"/>
          </a:solidFill>
          <a:ln cap="flat" cmpd="sng" w="30475">
            <a:solidFill>
              <a:srgbClr val="09123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3"/>
          <p:cNvSpPr/>
          <p:nvPr/>
        </p:nvSpPr>
        <p:spPr>
          <a:xfrm>
            <a:off x="10459164" y="504348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Bloqueado</a:t>
            </a:r>
            <a:endParaRPr b="0" i="0" sz="2150" u="none" cap="none" strike="noStrike">
              <a:solidFill>
                <a:srgbClr val="000000"/>
              </a:solidFill>
              <a:latin typeface="Arial"/>
              <a:ea typeface="Arial"/>
              <a:cs typeface="Arial"/>
              <a:sym typeface="Arial"/>
            </a:endParaRPr>
          </a:p>
        </p:txBody>
      </p:sp>
      <p:sp>
        <p:nvSpPr>
          <p:cNvPr id="569" name="Google Shape;569;p3"/>
          <p:cNvSpPr/>
          <p:nvPr/>
        </p:nvSpPr>
        <p:spPr>
          <a:xfrm>
            <a:off x="10459164" y="5534501"/>
            <a:ext cx="3030022"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El proceso está esperando un evento o recurso específico y no puede ejecutarse.</a:t>
            </a:r>
            <a:endParaRPr b="0" i="0" sz="1900" u="none" cap="none" strike="noStrike">
              <a:solidFill>
                <a:srgbClr val="000000"/>
              </a:solidFill>
              <a:latin typeface="Arial"/>
              <a:ea typeface="Arial"/>
              <a:cs typeface="Arial"/>
              <a:sym typeface="Arial"/>
            </a:endParaRPr>
          </a:p>
        </p:txBody>
      </p:sp>
      <p:pic>
        <p:nvPicPr>
          <p:cNvPr id="570" name="Google Shape;570;p3"/>
          <p:cNvPicPr preferRelativeResize="0"/>
          <p:nvPr/>
        </p:nvPicPr>
        <p:blipFill rotWithShape="1">
          <a:blip r:embed="rId3">
            <a:alphaModFix/>
          </a:blip>
          <a:srcRect b="0" l="0" r="0" t="0"/>
          <a:stretch/>
        </p:blipFill>
        <p:spPr>
          <a:xfrm>
            <a:off x="0" y="1441175"/>
            <a:ext cx="6169824" cy="5673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pic>
        <p:nvPicPr>
          <p:cNvPr descr="preencoded.png" id="576" name="Google Shape;576;p4"/>
          <p:cNvPicPr preferRelativeResize="0"/>
          <p:nvPr/>
        </p:nvPicPr>
        <p:blipFill rotWithShape="1">
          <a:blip r:embed="rId3">
            <a:alphaModFix/>
          </a:blip>
          <a:srcRect b="0" l="0" r="0" t="0"/>
          <a:stretch/>
        </p:blipFill>
        <p:spPr>
          <a:xfrm>
            <a:off x="0" y="0"/>
            <a:ext cx="14630400" cy="2769037"/>
          </a:xfrm>
          <a:prstGeom prst="rect">
            <a:avLst/>
          </a:prstGeom>
          <a:noFill/>
          <a:ln>
            <a:noFill/>
          </a:ln>
        </p:spPr>
      </p:pic>
      <p:sp>
        <p:nvSpPr>
          <p:cNvPr id="577" name="Google Shape;577;p4"/>
          <p:cNvSpPr/>
          <p:nvPr/>
        </p:nvSpPr>
        <p:spPr>
          <a:xfrm>
            <a:off x="775335" y="3378160"/>
            <a:ext cx="9062561" cy="615315"/>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F0FCFF"/>
              </a:buClr>
              <a:buSzPts val="3850"/>
              <a:buFont typeface="Spline Sans"/>
              <a:buNone/>
            </a:pPr>
            <a:r>
              <a:rPr b="1" i="0" lang="en-US" sz="3850" u="none" cap="none" strike="noStrike">
                <a:solidFill>
                  <a:srgbClr val="F0FCFF"/>
                </a:solidFill>
                <a:latin typeface="Spline Sans"/>
                <a:ea typeface="Spline Sans"/>
                <a:cs typeface="Spline Sans"/>
                <a:sym typeface="Spline Sans"/>
              </a:rPr>
              <a:t>Diagrama de transición de los procesos</a:t>
            </a:r>
            <a:endParaRPr b="0" i="0" sz="3850" u="none" cap="none" strike="noStrike">
              <a:solidFill>
                <a:srgbClr val="000000"/>
              </a:solidFill>
              <a:latin typeface="Arial"/>
              <a:ea typeface="Arial"/>
              <a:cs typeface="Arial"/>
              <a:sym typeface="Arial"/>
            </a:endParaRPr>
          </a:p>
        </p:txBody>
      </p:sp>
      <p:pic>
        <p:nvPicPr>
          <p:cNvPr descr="preencoded.png" id="578" name="Google Shape;578;p4"/>
          <p:cNvPicPr preferRelativeResize="0"/>
          <p:nvPr/>
        </p:nvPicPr>
        <p:blipFill rotWithShape="1">
          <a:blip r:embed="rId4">
            <a:alphaModFix/>
          </a:blip>
          <a:srcRect b="0" l="0" r="0" t="0"/>
          <a:stretch/>
        </p:blipFill>
        <p:spPr>
          <a:xfrm>
            <a:off x="775335" y="4325660"/>
            <a:ext cx="3269933" cy="886063"/>
          </a:xfrm>
          <a:prstGeom prst="rect">
            <a:avLst/>
          </a:prstGeom>
          <a:noFill/>
          <a:ln>
            <a:noFill/>
          </a:ln>
        </p:spPr>
      </p:pic>
      <p:sp>
        <p:nvSpPr>
          <p:cNvPr id="579" name="Google Shape;579;p4"/>
          <p:cNvSpPr/>
          <p:nvPr/>
        </p:nvSpPr>
        <p:spPr>
          <a:xfrm>
            <a:off x="996791" y="5543907"/>
            <a:ext cx="2461379" cy="30753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E4E6"/>
              </a:buClr>
              <a:buSzPts val="1900"/>
              <a:buFont typeface="Spline Sans"/>
              <a:buNone/>
            </a:pPr>
            <a:r>
              <a:rPr b="1" i="0" lang="en-US" sz="1900" u="none" cap="none" strike="noStrike">
                <a:solidFill>
                  <a:srgbClr val="E0E4E6"/>
                </a:solidFill>
                <a:latin typeface="Spline Sans"/>
                <a:ea typeface="Spline Sans"/>
                <a:cs typeface="Spline Sans"/>
                <a:sym typeface="Spline Sans"/>
              </a:rPr>
              <a:t>Creado</a:t>
            </a:r>
            <a:endParaRPr b="0" i="0" sz="1900" u="none" cap="none" strike="noStrike">
              <a:solidFill>
                <a:srgbClr val="000000"/>
              </a:solidFill>
              <a:latin typeface="Arial"/>
              <a:ea typeface="Arial"/>
              <a:cs typeface="Arial"/>
              <a:sym typeface="Arial"/>
            </a:endParaRPr>
          </a:p>
        </p:txBody>
      </p:sp>
      <p:sp>
        <p:nvSpPr>
          <p:cNvPr id="580" name="Google Shape;580;p4"/>
          <p:cNvSpPr/>
          <p:nvPr/>
        </p:nvSpPr>
        <p:spPr>
          <a:xfrm>
            <a:off x="996791" y="5984319"/>
            <a:ext cx="2827020" cy="1063347"/>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E0E4E6"/>
              </a:buClr>
              <a:buSzPts val="1700"/>
              <a:buFont typeface="Barlow"/>
              <a:buNone/>
            </a:pPr>
            <a:r>
              <a:rPr b="0" i="0" lang="en-US" sz="1700" u="none" cap="none" strike="noStrike">
                <a:solidFill>
                  <a:srgbClr val="E0E4E6"/>
                </a:solidFill>
                <a:latin typeface="Barlow"/>
                <a:ea typeface="Barlow"/>
                <a:cs typeface="Barlow"/>
                <a:sym typeface="Barlow"/>
              </a:rPr>
              <a:t>El proceso se crea y se coloca en la cola de procesos listos.</a:t>
            </a:r>
            <a:endParaRPr b="0" i="0" sz="1700" u="none" cap="none" strike="noStrike">
              <a:solidFill>
                <a:srgbClr val="000000"/>
              </a:solidFill>
              <a:latin typeface="Arial"/>
              <a:ea typeface="Arial"/>
              <a:cs typeface="Arial"/>
              <a:sym typeface="Arial"/>
            </a:endParaRPr>
          </a:p>
        </p:txBody>
      </p:sp>
      <p:pic>
        <p:nvPicPr>
          <p:cNvPr descr="preencoded.png" id="581" name="Google Shape;581;p4"/>
          <p:cNvPicPr preferRelativeResize="0"/>
          <p:nvPr/>
        </p:nvPicPr>
        <p:blipFill rotWithShape="1">
          <a:blip r:embed="rId5">
            <a:alphaModFix/>
          </a:blip>
          <a:srcRect b="0" l="0" r="0" t="0"/>
          <a:stretch/>
        </p:blipFill>
        <p:spPr>
          <a:xfrm>
            <a:off x="4045268" y="4325660"/>
            <a:ext cx="3269933" cy="886063"/>
          </a:xfrm>
          <a:prstGeom prst="rect">
            <a:avLst/>
          </a:prstGeom>
          <a:noFill/>
          <a:ln>
            <a:noFill/>
          </a:ln>
        </p:spPr>
      </p:pic>
      <p:sp>
        <p:nvSpPr>
          <p:cNvPr id="582" name="Google Shape;582;p4"/>
          <p:cNvSpPr/>
          <p:nvPr/>
        </p:nvSpPr>
        <p:spPr>
          <a:xfrm>
            <a:off x="4266724" y="5543907"/>
            <a:ext cx="2461379" cy="30753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E4E6"/>
              </a:buClr>
              <a:buSzPts val="1900"/>
              <a:buFont typeface="Spline Sans"/>
              <a:buNone/>
            </a:pPr>
            <a:r>
              <a:rPr b="1" i="0" lang="en-US" sz="1900" u="none" cap="none" strike="noStrike">
                <a:solidFill>
                  <a:srgbClr val="E0E4E6"/>
                </a:solidFill>
                <a:latin typeface="Spline Sans"/>
                <a:ea typeface="Spline Sans"/>
                <a:cs typeface="Spline Sans"/>
                <a:sym typeface="Spline Sans"/>
              </a:rPr>
              <a:t>Listo</a:t>
            </a:r>
            <a:endParaRPr b="0" i="0" sz="1900" u="none" cap="none" strike="noStrike">
              <a:solidFill>
                <a:srgbClr val="000000"/>
              </a:solidFill>
              <a:latin typeface="Arial"/>
              <a:ea typeface="Arial"/>
              <a:cs typeface="Arial"/>
              <a:sym typeface="Arial"/>
            </a:endParaRPr>
          </a:p>
        </p:txBody>
      </p:sp>
      <p:sp>
        <p:nvSpPr>
          <p:cNvPr id="583" name="Google Shape;583;p4"/>
          <p:cNvSpPr/>
          <p:nvPr/>
        </p:nvSpPr>
        <p:spPr>
          <a:xfrm>
            <a:off x="4266724" y="5984319"/>
            <a:ext cx="2827020" cy="141779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E0E4E6"/>
              </a:buClr>
              <a:buSzPts val="1700"/>
              <a:buFont typeface="Barlow"/>
              <a:buNone/>
            </a:pPr>
            <a:r>
              <a:rPr b="0" i="0" lang="en-US" sz="1700" u="none" cap="none" strike="noStrike">
                <a:solidFill>
                  <a:srgbClr val="E0E4E6"/>
                </a:solidFill>
                <a:latin typeface="Barlow"/>
                <a:ea typeface="Barlow"/>
                <a:cs typeface="Barlow"/>
                <a:sym typeface="Barlow"/>
              </a:rPr>
              <a:t>El proceso espera ser seleccionado por el planificador de CPU para su ejecución.</a:t>
            </a:r>
            <a:endParaRPr b="0" i="0" sz="1700" u="none" cap="none" strike="noStrike">
              <a:solidFill>
                <a:srgbClr val="000000"/>
              </a:solidFill>
              <a:latin typeface="Arial"/>
              <a:ea typeface="Arial"/>
              <a:cs typeface="Arial"/>
              <a:sym typeface="Arial"/>
            </a:endParaRPr>
          </a:p>
        </p:txBody>
      </p:sp>
      <p:pic>
        <p:nvPicPr>
          <p:cNvPr descr="preencoded.png" id="584" name="Google Shape;584;p4"/>
          <p:cNvPicPr preferRelativeResize="0"/>
          <p:nvPr/>
        </p:nvPicPr>
        <p:blipFill rotWithShape="1">
          <a:blip r:embed="rId6">
            <a:alphaModFix/>
          </a:blip>
          <a:srcRect b="0" l="0" r="0" t="0"/>
          <a:stretch/>
        </p:blipFill>
        <p:spPr>
          <a:xfrm>
            <a:off x="7315200" y="4325660"/>
            <a:ext cx="3269933" cy="886063"/>
          </a:xfrm>
          <a:prstGeom prst="rect">
            <a:avLst/>
          </a:prstGeom>
          <a:noFill/>
          <a:ln>
            <a:noFill/>
          </a:ln>
        </p:spPr>
      </p:pic>
      <p:sp>
        <p:nvSpPr>
          <p:cNvPr id="585" name="Google Shape;585;p4"/>
          <p:cNvSpPr/>
          <p:nvPr/>
        </p:nvSpPr>
        <p:spPr>
          <a:xfrm>
            <a:off x="7536656" y="5543907"/>
            <a:ext cx="2461379" cy="30753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E4E6"/>
              </a:buClr>
              <a:buSzPts val="1900"/>
              <a:buFont typeface="Spline Sans"/>
              <a:buNone/>
            </a:pPr>
            <a:r>
              <a:rPr b="1" i="0" lang="en-US" sz="1900" u="none" cap="none" strike="noStrike">
                <a:solidFill>
                  <a:srgbClr val="E0E4E6"/>
                </a:solidFill>
                <a:latin typeface="Spline Sans"/>
                <a:ea typeface="Spline Sans"/>
                <a:cs typeface="Spline Sans"/>
                <a:sym typeface="Spline Sans"/>
              </a:rPr>
              <a:t>Ejecutando</a:t>
            </a:r>
            <a:endParaRPr b="0" i="0" sz="1900" u="none" cap="none" strike="noStrike">
              <a:solidFill>
                <a:srgbClr val="000000"/>
              </a:solidFill>
              <a:latin typeface="Arial"/>
              <a:ea typeface="Arial"/>
              <a:cs typeface="Arial"/>
              <a:sym typeface="Arial"/>
            </a:endParaRPr>
          </a:p>
        </p:txBody>
      </p:sp>
      <p:sp>
        <p:nvSpPr>
          <p:cNvPr id="586" name="Google Shape;586;p4"/>
          <p:cNvSpPr/>
          <p:nvPr/>
        </p:nvSpPr>
        <p:spPr>
          <a:xfrm>
            <a:off x="7536656" y="5984319"/>
            <a:ext cx="2827020" cy="70889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E0E4E6"/>
              </a:buClr>
              <a:buSzPts val="1700"/>
              <a:buFont typeface="Barlow"/>
              <a:buNone/>
            </a:pPr>
            <a:r>
              <a:rPr b="0" i="0" lang="en-US" sz="1700" u="none" cap="none" strike="noStrike">
                <a:solidFill>
                  <a:srgbClr val="E0E4E6"/>
                </a:solidFill>
                <a:latin typeface="Barlow"/>
                <a:ea typeface="Barlow"/>
                <a:cs typeface="Barlow"/>
                <a:sym typeface="Barlow"/>
              </a:rPr>
              <a:t>El proceso utiliza la CPU y realiza instrucciones.</a:t>
            </a:r>
            <a:endParaRPr b="0" i="0" sz="1700" u="none" cap="none" strike="noStrike">
              <a:solidFill>
                <a:srgbClr val="000000"/>
              </a:solidFill>
              <a:latin typeface="Arial"/>
              <a:ea typeface="Arial"/>
              <a:cs typeface="Arial"/>
              <a:sym typeface="Arial"/>
            </a:endParaRPr>
          </a:p>
        </p:txBody>
      </p:sp>
      <p:pic>
        <p:nvPicPr>
          <p:cNvPr descr="preencoded.png" id="587" name="Google Shape;587;p4"/>
          <p:cNvPicPr preferRelativeResize="0"/>
          <p:nvPr/>
        </p:nvPicPr>
        <p:blipFill rotWithShape="1">
          <a:blip r:embed="rId7">
            <a:alphaModFix/>
          </a:blip>
          <a:srcRect b="0" l="0" r="0" t="0"/>
          <a:stretch/>
        </p:blipFill>
        <p:spPr>
          <a:xfrm>
            <a:off x="10585133" y="4325660"/>
            <a:ext cx="3269933" cy="886063"/>
          </a:xfrm>
          <a:prstGeom prst="rect">
            <a:avLst/>
          </a:prstGeom>
          <a:noFill/>
          <a:ln>
            <a:noFill/>
          </a:ln>
        </p:spPr>
      </p:pic>
      <p:sp>
        <p:nvSpPr>
          <p:cNvPr id="588" name="Google Shape;588;p4"/>
          <p:cNvSpPr/>
          <p:nvPr/>
        </p:nvSpPr>
        <p:spPr>
          <a:xfrm>
            <a:off x="10806589" y="5543907"/>
            <a:ext cx="2461379" cy="30753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E4E6"/>
              </a:buClr>
              <a:buSzPts val="1900"/>
              <a:buFont typeface="Spline Sans"/>
              <a:buNone/>
            </a:pPr>
            <a:r>
              <a:rPr b="1" i="0" lang="en-US" sz="1900" u="none" cap="none" strike="noStrike">
                <a:solidFill>
                  <a:srgbClr val="E0E4E6"/>
                </a:solidFill>
                <a:latin typeface="Spline Sans"/>
                <a:ea typeface="Spline Sans"/>
                <a:cs typeface="Spline Sans"/>
                <a:sym typeface="Spline Sans"/>
              </a:rPr>
              <a:t>Bloqueado</a:t>
            </a:r>
            <a:endParaRPr b="0" i="0" sz="1900" u="none" cap="none" strike="noStrike">
              <a:solidFill>
                <a:srgbClr val="000000"/>
              </a:solidFill>
              <a:latin typeface="Arial"/>
              <a:ea typeface="Arial"/>
              <a:cs typeface="Arial"/>
              <a:sym typeface="Arial"/>
            </a:endParaRPr>
          </a:p>
        </p:txBody>
      </p:sp>
      <p:sp>
        <p:nvSpPr>
          <p:cNvPr id="589" name="Google Shape;589;p4"/>
          <p:cNvSpPr/>
          <p:nvPr/>
        </p:nvSpPr>
        <p:spPr>
          <a:xfrm>
            <a:off x="10806589" y="5984319"/>
            <a:ext cx="2827020" cy="1063347"/>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E0E4E6"/>
              </a:buClr>
              <a:buSzPts val="1700"/>
              <a:buFont typeface="Barlow"/>
              <a:buNone/>
            </a:pPr>
            <a:r>
              <a:rPr b="0" i="0" lang="en-US" sz="1700" u="none" cap="none" strike="noStrike">
                <a:solidFill>
                  <a:srgbClr val="E0E4E6"/>
                </a:solidFill>
                <a:latin typeface="Barlow"/>
                <a:ea typeface="Barlow"/>
                <a:cs typeface="Barlow"/>
                <a:sym typeface="Barlow"/>
              </a:rPr>
              <a:t>El proceso espera un evento o recurso específico y no puede ejecutarse.</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
          <p:cNvSpPr/>
          <p:nvPr/>
        </p:nvSpPr>
        <p:spPr>
          <a:xfrm>
            <a:off x="864037" y="2156222"/>
            <a:ext cx="9239726"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Creación y terminación de procesos</a:t>
            </a:r>
            <a:endParaRPr b="0" i="0" sz="4300" u="none" cap="none" strike="noStrike">
              <a:solidFill>
                <a:srgbClr val="000000"/>
              </a:solidFill>
              <a:latin typeface="Arial"/>
              <a:ea typeface="Arial"/>
              <a:cs typeface="Arial"/>
              <a:sym typeface="Arial"/>
            </a:endParaRPr>
          </a:p>
        </p:txBody>
      </p:sp>
      <p:sp>
        <p:nvSpPr>
          <p:cNvPr id="596" name="Google Shape;596;p5"/>
          <p:cNvSpPr/>
          <p:nvPr/>
        </p:nvSpPr>
        <p:spPr>
          <a:xfrm>
            <a:off x="864037" y="3459123"/>
            <a:ext cx="2797016"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i="0" lang="en-US" sz="2150" u="none" cap="none" strike="noStrike">
                <a:solidFill>
                  <a:srgbClr val="F0FCFF"/>
                </a:solidFill>
                <a:latin typeface="Spline Sans"/>
                <a:ea typeface="Spline Sans"/>
                <a:cs typeface="Spline Sans"/>
                <a:sym typeface="Spline Sans"/>
              </a:rPr>
              <a:t>Creación de procesos</a:t>
            </a:r>
            <a:endParaRPr b="0" i="0" sz="2150" u="none" cap="none" strike="noStrike">
              <a:solidFill>
                <a:srgbClr val="000000"/>
              </a:solidFill>
              <a:latin typeface="Arial"/>
              <a:ea typeface="Arial"/>
              <a:cs typeface="Arial"/>
              <a:sym typeface="Arial"/>
            </a:endParaRPr>
          </a:p>
        </p:txBody>
      </p:sp>
      <p:sp>
        <p:nvSpPr>
          <p:cNvPr id="597" name="Google Shape;597;p5"/>
          <p:cNvSpPr/>
          <p:nvPr/>
        </p:nvSpPr>
        <p:spPr>
          <a:xfrm>
            <a:off x="864037" y="4048839"/>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se crean mediante las llamadas a sistema fork() y exec() en Linux.</a:t>
            </a:r>
            <a:endParaRPr b="0" i="0" sz="1900" u="none" cap="none" strike="noStrike">
              <a:solidFill>
                <a:srgbClr val="000000"/>
              </a:solidFill>
              <a:latin typeface="Arial"/>
              <a:ea typeface="Arial"/>
              <a:cs typeface="Arial"/>
              <a:sym typeface="Arial"/>
            </a:endParaRPr>
          </a:p>
        </p:txBody>
      </p:sp>
      <p:sp>
        <p:nvSpPr>
          <p:cNvPr id="598" name="Google Shape;598;p5"/>
          <p:cNvSpPr/>
          <p:nvPr/>
        </p:nvSpPr>
        <p:spPr>
          <a:xfrm>
            <a:off x="864037" y="5061109"/>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El proceso hijo hereda los recursos del proceso padre, como memoria y descriptores de archivo.</a:t>
            </a:r>
            <a:endParaRPr b="0" i="0" sz="1900" u="none" cap="none" strike="noStrike">
              <a:solidFill>
                <a:srgbClr val="000000"/>
              </a:solidFill>
              <a:latin typeface="Arial"/>
              <a:ea typeface="Arial"/>
              <a:cs typeface="Arial"/>
              <a:sym typeface="Arial"/>
            </a:endParaRPr>
          </a:p>
        </p:txBody>
      </p:sp>
      <p:sp>
        <p:nvSpPr>
          <p:cNvPr id="599" name="Google Shape;599;p5"/>
          <p:cNvSpPr/>
          <p:nvPr/>
        </p:nvSpPr>
        <p:spPr>
          <a:xfrm>
            <a:off x="7623929" y="3459123"/>
            <a:ext cx="322838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i="0" lang="en-US" sz="2150" u="none" cap="none" strike="noStrike">
                <a:solidFill>
                  <a:srgbClr val="F0FCFF"/>
                </a:solidFill>
                <a:latin typeface="Spline Sans"/>
                <a:ea typeface="Spline Sans"/>
                <a:cs typeface="Spline Sans"/>
                <a:sym typeface="Spline Sans"/>
              </a:rPr>
              <a:t>Terminación de procesos</a:t>
            </a:r>
            <a:endParaRPr b="0" i="0" sz="2150" u="none" cap="none" strike="noStrike">
              <a:solidFill>
                <a:srgbClr val="000000"/>
              </a:solidFill>
              <a:latin typeface="Arial"/>
              <a:ea typeface="Arial"/>
              <a:cs typeface="Arial"/>
              <a:sym typeface="Arial"/>
            </a:endParaRPr>
          </a:p>
        </p:txBody>
      </p:sp>
      <p:sp>
        <p:nvSpPr>
          <p:cNvPr id="600" name="Google Shape;600;p5"/>
          <p:cNvSpPr/>
          <p:nvPr/>
        </p:nvSpPr>
        <p:spPr>
          <a:xfrm>
            <a:off x="7623929" y="4048839"/>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pueden terminar de forma voluntaria o por una señal del sistema operativo.</a:t>
            </a:r>
            <a:endParaRPr b="0" i="0" sz="1900" u="none" cap="none" strike="noStrike">
              <a:solidFill>
                <a:srgbClr val="000000"/>
              </a:solidFill>
              <a:latin typeface="Arial"/>
              <a:ea typeface="Arial"/>
              <a:cs typeface="Arial"/>
              <a:sym typeface="Arial"/>
            </a:endParaRPr>
          </a:p>
        </p:txBody>
      </p:sp>
      <p:sp>
        <p:nvSpPr>
          <p:cNvPr id="601" name="Google Shape;601;p5"/>
          <p:cNvSpPr/>
          <p:nvPr/>
        </p:nvSpPr>
        <p:spPr>
          <a:xfrm>
            <a:off x="7623929" y="5061109"/>
            <a:ext cx="615005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Al terminar, los recursos del proceso se liberan y se genera un código de salida.</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2dcb5b4a0ba_1_243"/>
          <p:cNvSpPr/>
          <p:nvPr/>
        </p:nvSpPr>
        <p:spPr>
          <a:xfrm>
            <a:off x="775335" y="434510"/>
            <a:ext cx="9062700" cy="615300"/>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F0FCFF"/>
              </a:buClr>
              <a:buSzPts val="3850"/>
              <a:buFont typeface="Spline Sans"/>
              <a:buNone/>
            </a:pPr>
            <a:r>
              <a:rPr b="1" i="0" lang="en-US" sz="3850" u="none" cap="none" strike="noStrike">
                <a:solidFill>
                  <a:srgbClr val="F0FCFF"/>
                </a:solidFill>
                <a:latin typeface="Spline Sans"/>
                <a:ea typeface="Spline Sans"/>
                <a:cs typeface="Spline Sans"/>
                <a:sym typeface="Spline Sans"/>
              </a:rPr>
              <a:t>Ciclo de vida de un proceso</a:t>
            </a:r>
            <a:endParaRPr b="0" i="0" sz="3850" u="none" cap="none" strike="noStrike">
              <a:solidFill>
                <a:srgbClr val="000000"/>
              </a:solidFill>
              <a:latin typeface="Arial"/>
              <a:ea typeface="Arial"/>
              <a:cs typeface="Arial"/>
              <a:sym typeface="Arial"/>
            </a:endParaRPr>
          </a:p>
        </p:txBody>
      </p:sp>
      <p:pic>
        <p:nvPicPr>
          <p:cNvPr id="608" name="Google Shape;608;g2dcb5b4a0ba_1_243"/>
          <p:cNvPicPr preferRelativeResize="0"/>
          <p:nvPr/>
        </p:nvPicPr>
        <p:blipFill rotWithShape="1">
          <a:blip r:embed="rId3">
            <a:alphaModFix/>
          </a:blip>
          <a:srcRect b="0" l="0" r="0" t="0"/>
          <a:stretch/>
        </p:blipFill>
        <p:spPr>
          <a:xfrm>
            <a:off x="775325" y="1128351"/>
            <a:ext cx="6983076" cy="6168574"/>
          </a:xfrm>
          <a:prstGeom prst="rect">
            <a:avLst/>
          </a:prstGeom>
          <a:noFill/>
          <a:ln>
            <a:noFill/>
          </a:ln>
        </p:spPr>
      </p:pic>
      <p:sp>
        <p:nvSpPr>
          <p:cNvPr id="609" name="Google Shape;609;g2dcb5b4a0ba_1_243"/>
          <p:cNvSpPr/>
          <p:nvPr/>
        </p:nvSpPr>
        <p:spPr>
          <a:xfrm>
            <a:off x="8198025" y="559853"/>
            <a:ext cx="5978700" cy="385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https://myaut.github.io/dtrace-stap-book/kernel/proc.html</a:t>
            </a:r>
            <a:endParaRPr b="0" i="0" sz="1750" u="none" cap="none" strike="noStrike">
              <a:solidFill>
                <a:srgbClr val="000000"/>
              </a:solidFill>
              <a:latin typeface="Arial"/>
              <a:ea typeface="Arial"/>
              <a:cs typeface="Arial"/>
              <a:sym typeface="Arial"/>
            </a:endParaRPr>
          </a:p>
        </p:txBody>
      </p:sp>
      <p:sp>
        <p:nvSpPr>
          <p:cNvPr id="610" name="Google Shape;610;g2dcb5b4a0ba_1_243"/>
          <p:cNvSpPr txBox="1"/>
          <p:nvPr/>
        </p:nvSpPr>
        <p:spPr>
          <a:xfrm>
            <a:off x="8725475" y="1049800"/>
            <a:ext cx="5400900" cy="694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500"/>
              <a:buFont typeface="Arial"/>
              <a:buNone/>
            </a:pPr>
            <a:r>
              <a:rPr b="0" i="0" lang="en-US" sz="1500" u="none" cap="none" strike="noStrike">
                <a:solidFill>
                  <a:schemeClr val="lt1"/>
                </a:solidFill>
                <a:latin typeface="Arial"/>
                <a:ea typeface="Arial"/>
                <a:cs typeface="Arial"/>
                <a:sym typeface="Arial"/>
              </a:rPr>
              <a:t>A diferencia de Windows, en Unix la creación de un proceso ocurre en dos etapas: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1200"/>
              </a:spcBef>
              <a:spcAft>
                <a:spcPts val="0"/>
              </a:spcAft>
              <a:buClr>
                <a:schemeClr val="lt1"/>
              </a:buClr>
              <a:buSzPts val="1500"/>
              <a:buFont typeface="Arial"/>
              <a:buAutoNum type="arabicPeriod"/>
            </a:pPr>
            <a:r>
              <a:rPr b="1" i="0" lang="en-US" sz="1500" u="none" cap="none" strike="noStrike">
                <a:solidFill>
                  <a:schemeClr val="lt1"/>
                </a:solidFill>
                <a:latin typeface="Arial"/>
                <a:ea typeface="Arial"/>
                <a:cs typeface="Arial"/>
                <a:sym typeface="Arial"/>
              </a:rPr>
              <a:t>Llamada a fork() por el proceso padre:</a:t>
            </a:r>
            <a:endParaRPr b="1"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El proceso padre ejecuta la llamada al sistema fork().</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El kernel crea una copia exacta del proceso padre, incluyendo su memoria (en modo </a:t>
            </a:r>
            <a:r>
              <a:rPr b="0" i="1" lang="en-US" sz="1500" u="none" cap="none" strike="noStrike">
                <a:solidFill>
                  <a:schemeClr val="lt1"/>
                </a:solidFill>
                <a:latin typeface="Arial"/>
                <a:ea typeface="Arial"/>
                <a:cs typeface="Arial"/>
                <a:sym typeface="Arial"/>
              </a:rPr>
              <a:t>copy-on-write</a:t>
            </a:r>
            <a:r>
              <a:rPr b="0" i="0" lang="en-US" sz="1500" u="none" cap="none" strike="noStrike">
                <a:solidFill>
                  <a:schemeClr val="lt1"/>
                </a:solidFill>
                <a:latin typeface="Arial"/>
                <a:ea typeface="Arial"/>
                <a:cs typeface="Arial"/>
                <a:sym typeface="Arial"/>
              </a:rPr>
              <a:t>, es decir, solo se copian los datos si uno de los procesos los modifica) y los archivos abiertos.</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Esta nueva copia recibe un nuevo identificador de proceso (</a:t>
            </a:r>
            <a:r>
              <a:rPr b="0" i="1" lang="en-US" sz="1500" u="none" cap="none" strike="noStrike">
                <a:solidFill>
                  <a:schemeClr val="lt1"/>
                </a:solidFill>
                <a:latin typeface="Arial"/>
                <a:ea typeface="Arial"/>
                <a:cs typeface="Arial"/>
                <a:sym typeface="Arial"/>
              </a:rPr>
              <a:t>PID</a:t>
            </a:r>
            <a:r>
              <a:rPr b="0" i="0" lang="en-US" sz="1500" u="none" cap="none" strike="noStrike">
                <a:solidFill>
                  <a:schemeClr val="lt1"/>
                </a:solidFill>
                <a:latin typeface="Arial"/>
                <a:ea typeface="Arial"/>
                <a:cs typeface="Arial"/>
                <a:sym typeface="Arial"/>
              </a:rPr>
              <a:t>).</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Si la llamada a fork() es exitosa, se generan dos procesos: el padre y el hijo, ambos continuando la ejecución desde la misma línea de código.</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Normalmente, el proceso hijo cierra archivos abiertos y restablece las señales para evitar conflictos.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AutoNum type="arabicPeriod"/>
            </a:pPr>
            <a:r>
              <a:rPr b="1" i="0" lang="en-US" sz="1500" u="none" cap="none" strike="noStrike">
                <a:solidFill>
                  <a:schemeClr val="lt1"/>
                </a:solidFill>
                <a:latin typeface="Arial"/>
                <a:ea typeface="Arial"/>
                <a:cs typeface="Arial"/>
                <a:sym typeface="Arial"/>
              </a:rPr>
              <a:t>Llamada a execve() por el proceso hijo:</a:t>
            </a:r>
            <a:endParaRPr b="1"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El proceso hijo ejecuta la llamada al sistema execve(), que reemplaza la memoria del proceso por una nueva, basada en el programa que se desea ejecutar.</a:t>
            </a:r>
            <a:endParaRPr b="0" i="0" sz="1500" u="none" cap="none" strike="noStrike">
              <a:solidFill>
                <a:schemeClr val="lt1"/>
              </a:solidFill>
              <a:latin typeface="Arial"/>
              <a:ea typeface="Arial"/>
              <a:cs typeface="Arial"/>
              <a:sym typeface="Arial"/>
            </a:endParaRPr>
          </a:p>
          <a:p>
            <a:pPr indent="-323850" lvl="1" marL="914400" marR="0" rtl="0" algn="l">
              <a:lnSpc>
                <a:spcPct val="115000"/>
              </a:lnSpc>
              <a:spcBef>
                <a:spcPts val="0"/>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En otras palabras, execve() borra el contenido anterior del proceso hijo y lo reemplaza con el código y los datos del nuevo programa.</a:t>
            </a:r>
            <a:endParaRPr b="0" i="0" sz="15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pic>
        <p:nvPicPr>
          <p:cNvPr descr="preencoded.png" id="616" name="Google Shape;616;p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17" name="Google Shape;617;p6"/>
          <p:cNvSpPr/>
          <p:nvPr/>
        </p:nvSpPr>
        <p:spPr>
          <a:xfrm>
            <a:off x="796885" y="809863"/>
            <a:ext cx="7550229" cy="126492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0FCFF"/>
              </a:buClr>
              <a:buSzPts val="3950"/>
              <a:buFont typeface="Spline Sans"/>
              <a:buNone/>
            </a:pPr>
            <a:r>
              <a:rPr b="1" i="0" lang="en-US" sz="3950" u="none" cap="none" strike="noStrike">
                <a:solidFill>
                  <a:srgbClr val="F0FCFF"/>
                </a:solidFill>
                <a:latin typeface="Spline Sans"/>
                <a:ea typeface="Spline Sans"/>
                <a:cs typeface="Spline Sans"/>
                <a:sym typeface="Spline Sans"/>
              </a:rPr>
              <a:t>Comandos para gestión de procesos en Linux</a:t>
            </a:r>
            <a:endParaRPr b="0" i="0" sz="3950" u="none" cap="none" strike="noStrike">
              <a:solidFill>
                <a:srgbClr val="000000"/>
              </a:solidFill>
              <a:latin typeface="Arial"/>
              <a:ea typeface="Arial"/>
              <a:cs typeface="Arial"/>
              <a:sym typeface="Arial"/>
            </a:endParaRPr>
          </a:p>
        </p:txBody>
      </p:sp>
      <p:pic>
        <p:nvPicPr>
          <p:cNvPr descr="preencoded.png" id="618" name="Google Shape;618;p6"/>
          <p:cNvPicPr preferRelativeResize="0"/>
          <p:nvPr/>
        </p:nvPicPr>
        <p:blipFill rotWithShape="1">
          <a:blip r:embed="rId4">
            <a:alphaModFix/>
          </a:blip>
          <a:srcRect b="0" l="0" r="0" t="0"/>
          <a:stretch/>
        </p:blipFill>
        <p:spPr>
          <a:xfrm>
            <a:off x="796885" y="2416254"/>
            <a:ext cx="569238" cy="569238"/>
          </a:xfrm>
          <a:prstGeom prst="rect">
            <a:avLst/>
          </a:prstGeom>
          <a:noFill/>
          <a:ln>
            <a:noFill/>
          </a:ln>
        </p:spPr>
      </p:pic>
      <p:sp>
        <p:nvSpPr>
          <p:cNvPr id="619" name="Google Shape;619;p6"/>
          <p:cNvSpPr/>
          <p:nvPr/>
        </p:nvSpPr>
        <p:spPr>
          <a:xfrm>
            <a:off x="796885" y="3213140"/>
            <a:ext cx="2529959" cy="3162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ps</a:t>
            </a:r>
            <a:endParaRPr b="0" i="0" sz="1950" u="none" cap="none" strike="noStrike">
              <a:solidFill>
                <a:srgbClr val="000000"/>
              </a:solidFill>
              <a:latin typeface="Arial"/>
              <a:ea typeface="Arial"/>
              <a:cs typeface="Arial"/>
              <a:sym typeface="Arial"/>
            </a:endParaRPr>
          </a:p>
        </p:txBody>
      </p:sp>
      <p:sp>
        <p:nvSpPr>
          <p:cNvPr id="620" name="Google Shape;620;p6"/>
          <p:cNvSpPr/>
          <p:nvPr/>
        </p:nvSpPr>
        <p:spPr>
          <a:xfrm>
            <a:off x="796885" y="3665934"/>
            <a:ext cx="3604379" cy="728424"/>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Muestra información sobre los procesos en ejecución.</a:t>
            </a:r>
            <a:endParaRPr b="0" i="0" sz="1750" u="none" cap="none" strike="noStrike">
              <a:solidFill>
                <a:srgbClr val="000000"/>
              </a:solidFill>
              <a:latin typeface="Arial"/>
              <a:ea typeface="Arial"/>
              <a:cs typeface="Arial"/>
              <a:sym typeface="Arial"/>
            </a:endParaRPr>
          </a:p>
        </p:txBody>
      </p:sp>
      <p:pic>
        <p:nvPicPr>
          <p:cNvPr descr="preencoded.png" id="621" name="Google Shape;621;p6"/>
          <p:cNvPicPr preferRelativeResize="0"/>
          <p:nvPr/>
        </p:nvPicPr>
        <p:blipFill rotWithShape="1">
          <a:blip r:embed="rId5">
            <a:alphaModFix/>
          </a:blip>
          <a:srcRect b="0" l="0" r="0" t="0"/>
          <a:stretch/>
        </p:blipFill>
        <p:spPr>
          <a:xfrm>
            <a:off x="4742736" y="2416254"/>
            <a:ext cx="569238" cy="569238"/>
          </a:xfrm>
          <a:prstGeom prst="rect">
            <a:avLst/>
          </a:prstGeom>
          <a:noFill/>
          <a:ln>
            <a:noFill/>
          </a:ln>
        </p:spPr>
      </p:pic>
      <p:sp>
        <p:nvSpPr>
          <p:cNvPr id="622" name="Google Shape;622;p6"/>
          <p:cNvSpPr/>
          <p:nvPr/>
        </p:nvSpPr>
        <p:spPr>
          <a:xfrm>
            <a:off x="4742736" y="3213140"/>
            <a:ext cx="2529959" cy="3162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top</a:t>
            </a:r>
            <a:endParaRPr b="0" i="0" sz="1950" u="none" cap="none" strike="noStrike">
              <a:solidFill>
                <a:srgbClr val="000000"/>
              </a:solidFill>
              <a:latin typeface="Arial"/>
              <a:ea typeface="Arial"/>
              <a:cs typeface="Arial"/>
              <a:sym typeface="Arial"/>
            </a:endParaRPr>
          </a:p>
        </p:txBody>
      </p:sp>
      <p:sp>
        <p:nvSpPr>
          <p:cNvPr id="623" name="Google Shape;623;p6"/>
          <p:cNvSpPr/>
          <p:nvPr/>
        </p:nvSpPr>
        <p:spPr>
          <a:xfrm>
            <a:off x="4742736" y="3665934"/>
            <a:ext cx="3604379" cy="1092637"/>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Monitoriza los procesos en tiempo real y muestra información detallada.</a:t>
            </a:r>
            <a:endParaRPr b="0" i="0" sz="1750" u="none" cap="none" strike="noStrike">
              <a:solidFill>
                <a:srgbClr val="000000"/>
              </a:solidFill>
              <a:latin typeface="Arial"/>
              <a:ea typeface="Arial"/>
              <a:cs typeface="Arial"/>
              <a:sym typeface="Arial"/>
            </a:endParaRPr>
          </a:p>
        </p:txBody>
      </p:sp>
      <p:pic>
        <p:nvPicPr>
          <p:cNvPr descr="preencoded.png" id="624" name="Google Shape;624;p6"/>
          <p:cNvPicPr preferRelativeResize="0"/>
          <p:nvPr/>
        </p:nvPicPr>
        <p:blipFill rotWithShape="1">
          <a:blip r:embed="rId6">
            <a:alphaModFix/>
          </a:blip>
          <a:srcRect b="0" l="0" r="0" t="0"/>
          <a:stretch/>
        </p:blipFill>
        <p:spPr>
          <a:xfrm>
            <a:off x="796885" y="5441633"/>
            <a:ext cx="569238" cy="569238"/>
          </a:xfrm>
          <a:prstGeom prst="rect">
            <a:avLst/>
          </a:prstGeom>
          <a:noFill/>
          <a:ln>
            <a:noFill/>
          </a:ln>
        </p:spPr>
      </p:pic>
      <p:sp>
        <p:nvSpPr>
          <p:cNvPr id="625" name="Google Shape;625;p6"/>
          <p:cNvSpPr/>
          <p:nvPr/>
        </p:nvSpPr>
        <p:spPr>
          <a:xfrm>
            <a:off x="796885" y="6238518"/>
            <a:ext cx="2529959" cy="3162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kill</a:t>
            </a:r>
            <a:endParaRPr b="0" i="0" sz="1950" u="none" cap="none" strike="noStrike">
              <a:solidFill>
                <a:srgbClr val="000000"/>
              </a:solidFill>
              <a:latin typeface="Arial"/>
              <a:ea typeface="Arial"/>
              <a:cs typeface="Arial"/>
              <a:sym typeface="Arial"/>
            </a:endParaRPr>
          </a:p>
        </p:txBody>
      </p:sp>
      <p:sp>
        <p:nvSpPr>
          <p:cNvPr id="626" name="Google Shape;626;p6"/>
          <p:cNvSpPr/>
          <p:nvPr/>
        </p:nvSpPr>
        <p:spPr>
          <a:xfrm>
            <a:off x="796885" y="6691313"/>
            <a:ext cx="3604379" cy="728424"/>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Envía señales a los procesos para terminarlos o modificar su estado.</a:t>
            </a:r>
            <a:endParaRPr b="0" i="0" sz="1750" u="none" cap="none" strike="noStrike">
              <a:solidFill>
                <a:srgbClr val="000000"/>
              </a:solidFill>
              <a:latin typeface="Arial"/>
              <a:ea typeface="Arial"/>
              <a:cs typeface="Arial"/>
              <a:sym typeface="Arial"/>
            </a:endParaRPr>
          </a:p>
        </p:txBody>
      </p:sp>
      <p:pic>
        <p:nvPicPr>
          <p:cNvPr descr="preencoded.png" id="627" name="Google Shape;627;p6"/>
          <p:cNvPicPr preferRelativeResize="0"/>
          <p:nvPr/>
        </p:nvPicPr>
        <p:blipFill rotWithShape="1">
          <a:blip r:embed="rId7">
            <a:alphaModFix/>
          </a:blip>
          <a:srcRect b="0" l="0" r="0" t="0"/>
          <a:stretch/>
        </p:blipFill>
        <p:spPr>
          <a:xfrm>
            <a:off x="4742736" y="5441633"/>
            <a:ext cx="569238" cy="569238"/>
          </a:xfrm>
          <a:prstGeom prst="rect">
            <a:avLst/>
          </a:prstGeom>
          <a:noFill/>
          <a:ln>
            <a:noFill/>
          </a:ln>
        </p:spPr>
      </p:pic>
      <p:sp>
        <p:nvSpPr>
          <p:cNvPr id="628" name="Google Shape;628;p6"/>
          <p:cNvSpPr/>
          <p:nvPr/>
        </p:nvSpPr>
        <p:spPr>
          <a:xfrm>
            <a:off x="4742736" y="6238518"/>
            <a:ext cx="2529959" cy="3162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nice</a:t>
            </a:r>
            <a:endParaRPr b="0" i="0" sz="1950" u="none" cap="none" strike="noStrike">
              <a:solidFill>
                <a:srgbClr val="000000"/>
              </a:solidFill>
              <a:latin typeface="Arial"/>
              <a:ea typeface="Arial"/>
              <a:cs typeface="Arial"/>
              <a:sym typeface="Arial"/>
            </a:endParaRPr>
          </a:p>
        </p:txBody>
      </p:sp>
      <p:sp>
        <p:nvSpPr>
          <p:cNvPr id="629" name="Google Shape;629;p6"/>
          <p:cNvSpPr/>
          <p:nvPr/>
        </p:nvSpPr>
        <p:spPr>
          <a:xfrm>
            <a:off x="4742736" y="6691313"/>
            <a:ext cx="3604379" cy="728424"/>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Cambia la prioridad de un proceso en ejecución.</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
          <p:cNvSpPr/>
          <p:nvPr/>
        </p:nvSpPr>
        <p:spPr>
          <a:xfrm>
            <a:off x="6350437" y="1311950"/>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Señales en Linux</a:t>
            </a:r>
            <a:endParaRPr b="0" i="0" sz="4300" u="none" cap="none" strike="noStrike">
              <a:solidFill>
                <a:srgbClr val="000000"/>
              </a:solidFill>
              <a:latin typeface="Arial"/>
              <a:ea typeface="Arial"/>
              <a:cs typeface="Arial"/>
              <a:sym typeface="Arial"/>
            </a:endParaRPr>
          </a:p>
        </p:txBody>
      </p:sp>
      <p:sp>
        <p:nvSpPr>
          <p:cNvPr id="636" name="Google Shape;636;p7"/>
          <p:cNvSpPr/>
          <p:nvPr/>
        </p:nvSpPr>
        <p:spPr>
          <a:xfrm>
            <a:off x="6350437" y="2645688"/>
            <a:ext cx="555427" cy="555427"/>
          </a:xfrm>
          <a:prstGeom prst="roundRect">
            <a:avLst>
              <a:gd fmla="val 66675" name="adj"/>
            </a:avLst>
          </a:prstGeom>
          <a:solidFill>
            <a:srgbClr val="0A081B"/>
          </a:solidFill>
          <a:ln cap="flat" cmpd="sng" w="30475">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7"/>
          <p:cNvSpPr/>
          <p:nvPr/>
        </p:nvSpPr>
        <p:spPr>
          <a:xfrm>
            <a:off x="6556891" y="2758797"/>
            <a:ext cx="142399"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1</a:t>
            </a:r>
            <a:endParaRPr b="0" i="0" sz="2550" u="none" cap="none" strike="noStrike">
              <a:solidFill>
                <a:srgbClr val="000000"/>
              </a:solidFill>
              <a:latin typeface="Arial"/>
              <a:ea typeface="Arial"/>
              <a:cs typeface="Arial"/>
              <a:sym typeface="Arial"/>
            </a:endParaRPr>
          </a:p>
        </p:txBody>
      </p:sp>
      <p:sp>
        <p:nvSpPr>
          <p:cNvPr id="638" name="Google Shape;638;p7"/>
          <p:cNvSpPr/>
          <p:nvPr/>
        </p:nvSpPr>
        <p:spPr>
          <a:xfrm>
            <a:off x="7152680" y="264568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Señales de usuario</a:t>
            </a:r>
            <a:endParaRPr b="0" i="0" sz="2150" u="none" cap="none" strike="noStrike">
              <a:solidFill>
                <a:srgbClr val="000000"/>
              </a:solidFill>
              <a:latin typeface="Arial"/>
              <a:ea typeface="Arial"/>
              <a:cs typeface="Arial"/>
              <a:sym typeface="Arial"/>
            </a:endParaRPr>
          </a:p>
        </p:txBody>
      </p:sp>
      <p:sp>
        <p:nvSpPr>
          <p:cNvPr id="639" name="Google Shape;639;p7"/>
          <p:cNvSpPr/>
          <p:nvPr/>
        </p:nvSpPr>
        <p:spPr>
          <a:xfrm>
            <a:off x="7152680" y="3136702"/>
            <a:ext cx="2782372" cy="1975247"/>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pueden recibir señales de usuario, como SIGINT para interrumpir la ejecución.</a:t>
            </a:r>
            <a:endParaRPr b="0" i="0" sz="1900" u="none" cap="none" strike="noStrike">
              <a:solidFill>
                <a:srgbClr val="000000"/>
              </a:solidFill>
              <a:latin typeface="Arial"/>
              <a:ea typeface="Arial"/>
              <a:cs typeface="Arial"/>
              <a:sym typeface="Arial"/>
            </a:endParaRPr>
          </a:p>
        </p:txBody>
      </p:sp>
      <p:sp>
        <p:nvSpPr>
          <p:cNvPr id="640" name="Google Shape;640;p7"/>
          <p:cNvSpPr/>
          <p:nvPr/>
        </p:nvSpPr>
        <p:spPr>
          <a:xfrm>
            <a:off x="10181868" y="2645688"/>
            <a:ext cx="555427" cy="555427"/>
          </a:xfrm>
          <a:prstGeom prst="roundRect">
            <a:avLst>
              <a:gd fmla="val 66675" name="adj"/>
            </a:avLst>
          </a:prstGeom>
          <a:solidFill>
            <a:srgbClr val="0A081B"/>
          </a:solidFill>
          <a:ln cap="flat" cmpd="sng" w="30475">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7"/>
          <p:cNvSpPr/>
          <p:nvPr/>
        </p:nvSpPr>
        <p:spPr>
          <a:xfrm>
            <a:off x="10368082" y="2758797"/>
            <a:ext cx="182999"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2</a:t>
            </a:r>
            <a:endParaRPr b="0" i="0" sz="2550" u="none" cap="none" strike="noStrike">
              <a:solidFill>
                <a:srgbClr val="000000"/>
              </a:solidFill>
              <a:latin typeface="Arial"/>
              <a:ea typeface="Arial"/>
              <a:cs typeface="Arial"/>
              <a:sym typeface="Arial"/>
            </a:endParaRPr>
          </a:p>
        </p:txBody>
      </p:sp>
      <p:sp>
        <p:nvSpPr>
          <p:cNvPr id="642" name="Google Shape;642;p7"/>
          <p:cNvSpPr/>
          <p:nvPr/>
        </p:nvSpPr>
        <p:spPr>
          <a:xfrm>
            <a:off x="10984111" y="264568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Señales del sistema</a:t>
            </a:r>
            <a:endParaRPr b="0" i="0" sz="2150" u="none" cap="none" strike="noStrike">
              <a:solidFill>
                <a:srgbClr val="000000"/>
              </a:solidFill>
              <a:latin typeface="Arial"/>
              <a:ea typeface="Arial"/>
              <a:cs typeface="Arial"/>
              <a:sym typeface="Arial"/>
            </a:endParaRPr>
          </a:p>
        </p:txBody>
      </p:sp>
      <p:sp>
        <p:nvSpPr>
          <p:cNvPr id="643" name="Google Shape;643;p7"/>
          <p:cNvSpPr/>
          <p:nvPr/>
        </p:nvSpPr>
        <p:spPr>
          <a:xfrm>
            <a:off x="10984111" y="3136702"/>
            <a:ext cx="2782372"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El sistema operativo envía señales a los procesos, como SIGTERM para solicitar la terminación.</a:t>
            </a:r>
            <a:endParaRPr b="0" i="0" sz="1900" u="none" cap="none" strike="noStrike">
              <a:solidFill>
                <a:srgbClr val="000000"/>
              </a:solidFill>
              <a:latin typeface="Arial"/>
              <a:ea typeface="Arial"/>
              <a:cs typeface="Arial"/>
              <a:sym typeface="Arial"/>
            </a:endParaRPr>
          </a:p>
        </p:txBody>
      </p:sp>
      <p:sp>
        <p:nvSpPr>
          <p:cNvPr id="644" name="Google Shape;644;p7"/>
          <p:cNvSpPr/>
          <p:nvPr/>
        </p:nvSpPr>
        <p:spPr>
          <a:xfrm>
            <a:off x="6350437" y="5636419"/>
            <a:ext cx="555427" cy="555427"/>
          </a:xfrm>
          <a:prstGeom prst="roundRect">
            <a:avLst>
              <a:gd fmla="val 66675" name="adj"/>
            </a:avLst>
          </a:prstGeom>
          <a:solidFill>
            <a:srgbClr val="0A081B"/>
          </a:solidFill>
          <a:ln cap="flat" cmpd="sng" w="30475">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7"/>
          <p:cNvSpPr/>
          <p:nvPr/>
        </p:nvSpPr>
        <p:spPr>
          <a:xfrm>
            <a:off x="6531769" y="5749528"/>
            <a:ext cx="192762" cy="32920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3</a:t>
            </a:r>
            <a:endParaRPr b="0" i="0" sz="2550" u="none" cap="none" strike="noStrike">
              <a:solidFill>
                <a:srgbClr val="000000"/>
              </a:solidFill>
              <a:latin typeface="Arial"/>
              <a:ea typeface="Arial"/>
              <a:cs typeface="Arial"/>
              <a:sym typeface="Arial"/>
            </a:endParaRPr>
          </a:p>
        </p:txBody>
      </p:sp>
      <p:sp>
        <p:nvSpPr>
          <p:cNvPr id="646" name="Google Shape;646;p7"/>
          <p:cNvSpPr/>
          <p:nvPr/>
        </p:nvSpPr>
        <p:spPr>
          <a:xfrm>
            <a:off x="7152680" y="5636419"/>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Manejo de señales</a:t>
            </a:r>
            <a:endParaRPr b="0" i="0" sz="2150" u="none" cap="none" strike="noStrike">
              <a:solidFill>
                <a:srgbClr val="000000"/>
              </a:solidFill>
              <a:latin typeface="Arial"/>
              <a:ea typeface="Arial"/>
              <a:cs typeface="Arial"/>
              <a:sym typeface="Arial"/>
            </a:endParaRPr>
          </a:p>
        </p:txBody>
      </p:sp>
      <p:sp>
        <p:nvSpPr>
          <p:cNvPr id="647" name="Google Shape;647;p7"/>
          <p:cNvSpPr/>
          <p:nvPr/>
        </p:nvSpPr>
        <p:spPr>
          <a:xfrm>
            <a:off x="7152680" y="6127433"/>
            <a:ext cx="661368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procesos pueden interceptar y manejar las señales recibidas para realizar acciones específicas.</a:t>
            </a:r>
            <a:endParaRPr b="0" i="0" sz="1900" u="none" cap="none" strike="noStrike">
              <a:solidFill>
                <a:srgbClr val="000000"/>
              </a:solidFill>
              <a:latin typeface="Arial"/>
              <a:ea typeface="Arial"/>
              <a:cs typeface="Arial"/>
              <a:sym typeface="Arial"/>
            </a:endParaRPr>
          </a:p>
        </p:txBody>
      </p:sp>
      <p:pic>
        <p:nvPicPr>
          <p:cNvPr id="648" name="Google Shape;648;p7"/>
          <p:cNvPicPr preferRelativeResize="0"/>
          <p:nvPr/>
        </p:nvPicPr>
        <p:blipFill rotWithShape="1">
          <a:blip r:embed="rId3">
            <a:alphaModFix/>
          </a:blip>
          <a:srcRect b="0" l="0" r="0" t="0"/>
          <a:stretch/>
        </p:blipFill>
        <p:spPr>
          <a:xfrm>
            <a:off x="536925" y="936900"/>
            <a:ext cx="5146426" cy="3628625"/>
          </a:xfrm>
          <a:prstGeom prst="rect">
            <a:avLst/>
          </a:prstGeom>
          <a:noFill/>
          <a:ln>
            <a:noFill/>
          </a:ln>
        </p:spPr>
      </p:pic>
      <p:pic>
        <p:nvPicPr>
          <p:cNvPr id="649" name="Google Shape;649;p7"/>
          <p:cNvPicPr preferRelativeResize="0"/>
          <p:nvPr/>
        </p:nvPicPr>
        <p:blipFill rotWithShape="1">
          <a:blip r:embed="rId4">
            <a:alphaModFix/>
          </a:blip>
          <a:srcRect b="0" l="0" r="0" t="0"/>
          <a:stretch/>
        </p:blipFill>
        <p:spPr>
          <a:xfrm>
            <a:off x="152400" y="6344246"/>
            <a:ext cx="6338963" cy="17329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descr="preencoded.png" id="655" name="Google Shape;655;g2dcb5b4a0ba_1_1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56" name="Google Shape;656;g2dcb5b4a0ba_1_113"/>
          <p:cNvSpPr/>
          <p:nvPr/>
        </p:nvSpPr>
        <p:spPr>
          <a:xfrm>
            <a:off x="6350421" y="552300"/>
            <a:ext cx="73329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Process Control Block (PCB)</a:t>
            </a:r>
            <a:endParaRPr b="0" i="0" sz="4300" u="none" cap="none" strike="noStrike">
              <a:solidFill>
                <a:srgbClr val="000000"/>
              </a:solidFill>
              <a:latin typeface="Arial"/>
              <a:ea typeface="Arial"/>
              <a:cs typeface="Arial"/>
              <a:sym typeface="Arial"/>
            </a:endParaRPr>
          </a:p>
        </p:txBody>
      </p:sp>
      <p:sp>
        <p:nvSpPr>
          <p:cNvPr id="657" name="Google Shape;657;g2dcb5b4a0ba_1_113"/>
          <p:cNvSpPr/>
          <p:nvPr/>
        </p:nvSpPr>
        <p:spPr>
          <a:xfrm>
            <a:off x="6350437" y="2645688"/>
            <a:ext cx="555300" cy="555300"/>
          </a:xfrm>
          <a:prstGeom prst="roundRect">
            <a:avLst>
              <a:gd fmla="val 66675" name="adj"/>
            </a:avLst>
          </a:prstGeom>
          <a:solidFill>
            <a:srgbClr val="0A081B"/>
          </a:solidFill>
          <a:ln cap="flat" cmpd="sng" w="30475">
            <a:solidFill>
              <a:srgbClr val="16FF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2dcb5b4a0ba_1_113"/>
          <p:cNvSpPr/>
          <p:nvPr/>
        </p:nvSpPr>
        <p:spPr>
          <a:xfrm>
            <a:off x="6556891" y="2758797"/>
            <a:ext cx="142500" cy="329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1</a:t>
            </a:r>
            <a:endParaRPr b="0" i="0" sz="2550" u="none" cap="none" strike="noStrike">
              <a:solidFill>
                <a:srgbClr val="000000"/>
              </a:solidFill>
              <a:latin typeface="Arial"/>
              <a:ea typeface="Arial"/>
              <a:cs typeface="Arial"/>
              <a:sym typeface="Arial"/>
            </a:endParaRPr>
          </a:p>
        </p:txBody>
      </p:sp>
      <p:sp>
        <p:nvSpPr>
          <p:cNvPr id="659" name="Google Shape;659;g2dcb5b4a0ba_1_113"/>
          <p:cNvSpPr/>
          <p:nvPr/>
        </p:nvSpPr>
        <p:spPr>
          <a:xfrm>
            <a:off x="7152680" y="264568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Estructura</a:t>
            </a:r>
            <a:endParaRPr b="0" i="0" sz="2150" u="none" cap="none" strike="noStrike">
              <a:solidFill>
                <a:srgbClr val="000000"/>
              </a:solidFill>
              <a:latin typeface="Arial"/>
              <a:ea typeface="Arial"/>
              <a:cs typeface="Arial"/>
              <a:sym typeface="Arial"/>
            </a:endParaRPr>
          </a:p>
        </p:txBody>
      </p:sp>
      <p:sp>
        <p:nvSpPr>
          <p:cNvPr id="660" name="Google Shape;660;g2dcb5b4a0ba_1_113"/>
          <p:cNvSpPr/>
          <p:nvPr/>
        </p:nvSpPr>
        <p:spPr>
          <a:xfrm>
            <a:off x="7152680" y="3136702"/>
            <a:ext cx="2782500" cy="19752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Es una estructura de datos que contiene información sobre un proceso en un sistema operativo.</a:t>
            </a:r>
            <a:endParaRPr b="0" i="0" sz="1900" u="none" cap="none" strike="noStrike">
              <a:solidFill>
                <a:srgbClr val="000000"/>
              </a:solidFill>
              <a:latin typeface="Arial"/>
              <a:ea typeface="Arial"/>
              <a:cs typeface="Arial"/>
              <a:sym typeface="Arial"/>
            </a:endParaRPr>
          </a:p>
        </p:txBody>
      </p:sp>
      <p:sp>
        <p:nvSpPr>
          <p:cNvPr id="661" name="Google Shape;661;g2dcb5b4a0ba_1_113"/>
          <p:cNvSpPr/>
          <p:nvPr/>
        </p:nvSpPr>
        <p:spPr>
          <a:xfrm>
            <a:off x="10181868" y="2645688"/>
            <a:ext cx="555300" cy="555300"/>
          </a:xfrm>
          <a:prstGeom prst="roundRect">
            <a:avLst>
              <a:gd fmla="val 66675" name="adj"/>
            </a:avLst>
          </a:prstGeom>
          <a:solidFill>
            <a:srgbClr val="0A081B"/>
          </a:solidFill>
          <a:ln cap="flat" cmpd="sng" w="30475">
            <a:solidFill>
              <a:srgbClr val="29DD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2dcb5b4a0ba_1_113"/>
          <p:cNvSpPr/>
          <p:nvPr/>
        </p:nvSpPr>
        <p:spPr>
          <a:xfrm>
            <a:off x="10368082" y="2758797"/>
            <a:ext cx="183000" cy="329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2</a:t>
            </a:r>
            <a:endParaRPr b="0" i="0" sz="2550" u="none" cap="none" strike="noStrike">
              <a:solidFill>
                <a:srgbClr val="000000"/>
              </a:solidFill>
              <a:latin typeface="Arial"/>
              <a:ea typeface="Arial"/>
              <a:cs typeface="Arial"/>
              <a:sym typeface="Arial"/>
            </a:endParaRPr>
          </a:p>
        </p:txBody>
      </p:sp>
      <p:sp>
        <p:nvSpPr>
          <p:cNvPr id="663" name="Google Shape;663;g2dcb5b4a0ba_1_113"/>
          <p:cNvSpPr/>
          <p:nvPr/>
        </p:nvSpPr>
        <p:spPr>
          <a:xfrm>
            <a:off x="10984098" y="2645700"/>
            <a:ext cx="33111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Almacena información</a:t>
            </a:r>
            <a:endParaRPr b="0" i="0" sz="2150" u="none" cap="none" strike="noStrike">
              <a:solidFill>
                <a:srgbClr val="000000"/>
              </a:solidFill>
              <a:latin typeface="Arial"/>
              <a:ea typeface="Arial"/>
              <a:cs typeface="Arial"/>
              <a:sym typeface="Arial"/>
            </a:endParaRPr>
          </a:p>
        </p:txBody>
      </p:sp>
      <p:sp>
        <p:nvSpPr>
          <p:cNvPr id="664" name="Google Shape;664;g2dcb5b4a0ba_1_113"/>
          <p:cNvSpPr/>
          <p:nvPr/>
        </p:nvSpPr>
        <p:spPr>
          <a:xfrm>
            <a:off x="10984111" y="3136702"/>
            <a:ext cx="2782500" cy="15801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Almacena información sobre el estado del proceso, la prioridad, los recursos asignados y otros datos.</a:t>
            </a:r>
            <a:endParaRPr b="0" i="0" sz="1900" u="none" cap="none" strike="noStrike">
              <a:solidFill>
                <a:srgbClr val="000000"/>
              </a:solidFill>
              <a:latin typeface="Arial"/>
              <a:ea typeface="Arial"/>
              <a:cs typeface="Arial"/>
              <a:sym typeface="Arial"/>
            </a:endParaRPr>
          </a:p>
        </p:txBody>
      </p:sp>
      <p:sp>
        <p:nvSpPr>
          <p:cNvPr id="665" name="Google Shape;665;g2dcb5b4a0ba_1_113"/>
          <p:cNvSpPr/>
          <p:nvPr/>
        </p:nvSpPr>
        <p:spPr>
          <a:xfrm>
            <a:off x="6350437" y="5636419"/>
            <a:ext cx="555300" cy="555300"/>
          </a:xfrm>
          <a:prstGeom prst="roundRect">
            <a:avLst>
              <a:gd fmla="val 66675" name="adj"/>
            </a:avLst>
          </a:prstGeom>
          <a:solidFill>
            <a:srgbClr val="0A081B"/>
          </a:solidFill>
          <a:ln cap="flat" cmpd="sng" w="30475">
            <a:solidFill>
              <a:srgbClr val="37A7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2dcb5b4a0ba_1_113"/>
          <p:cNvSpPr/>
          <p:nvPr/>
        </p:nvSpPr>
        <p:spPr>
          <a:xfrm>
            <a:off x="6531769" y="5749528"/>
            <a:ext cx="192900" cy="329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550"/>
              <a:buFont typeface="Spline Sans"/>
              <a:buNone/>
            </a:pPr>
            <a:r>
              <a:rPr b="1" i="0" lang="en-US" sz="2550" u="none" cap="none" strike="noStrike">
                <a:solidFill>
                  <a:srgbClr val="E0E4E6"/>
                </a:solidFill>
                <a:latin typeface="Spline Sans"/>
                <a:ea typeface="Spline Sans"/>
                <a:cs typeface="Spline Sans"/>
                <a:sym typeface="Spline Sans"/>
              </a:rPr>
              <a:t>3</a:t>
            </a:r>
            <a:endParaRPr b="0" i="0" sz="2550" u="none" cap="none" strike="noStrike">
              <a:solidFill>
                <a:srgbClr val="000000"/>
              </a:solidFill>
              <a:latin typeface="Arial"/>
              <a:ea typeface="Arial"/>
              <a:cs typeface="Arial"/>
              <a:sym typeface="Arial"/>
            </a:endParaRPr>
          </a:p>
        </p:txBody>
      </p:sp>
      <p:sp>
        <p:nvSpPr>
          <p:cNvPr id="667" name="Google Shape;667;g2dcb5b4a0ba_1_113"/>
          <p:cNvSpPr/>
          <p:nvPr/>
        </p:nvSpPr>
        <p:spPr>
          <a:xfrm>
            <a:off x="7152680" y="5636419"/>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i="0" lang="en-US" sz="2150" u="none" cap="none" strike="noStrike">
                <a:solidFill>
                  <a:srgbClr val="E0E4E6"/>
                </a:solidFill>
                <a:latin typeface="Spline Sans"/>
                <a:ea typeface="Spline Sans"/>
                <a:cs typeface="Spline Sans"/>
                <a:sym typeface="Spline Sans"/>
              </a:rPr>
              <a:t>Tiene un ciclo de vida</a:t>
            </a:r>
            <a:endParaRPr b="0" i="0" sz="2150" u="none" cap="none" strike="noStrike">
              <a:solidFill>
                <a:srgbClr val="000000"/>
              </a:solidFill>
              <a:latin typeface="Arial"/>
              <a:ea typeface="Arial"/>
              <a:cs typeface="Arial"/>
              <a:sym typeface="Arial"/>
            </a:endParaRPr>
          </a:p>
        </p:txBody>
      </p:sp>
      <p:sp>
        <p:nvSpPr>
          <p:cNvPr id="668" name="Google Shape;668;g2dcb5b4a0ba_1_113"/>
          <p:cNvSpPr/>
          <p:nvPr/>
        </p:nvSpPr>
        <p:spPr>
          <a:xfrm>
            <a:off x="7152680" y="6127433"/>
            <a:ext cx="6613800" cy="7902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Se crea un proceso y se destruye cuando se termina. El PBC se almacena en la memoria del SO y se utiliza para gestionar el proceso.</a:t>
            </a:r>
            <a:endParaRPr b="0" i="0" sz="1900" u="none" cap="none" strike="noStrike">
              <a:solidFill>
                <a:srgbClr val="000000"/>
              </a:solidFill>
              <a:latin typeface="Arial"/>
              <a:ea typeface="Arial"/>
              <a:cs typeface="Arial"/>
              <a:sym typeface="Arial"/>
            </a:endParaRPr>
          </a:p>
        </p:txBody>
      </p:sp>
      <p:sp>
        <p:nvSpPr>
          <p:cNvPr id="669" name="Google Shape;669;g2dcb5b4a0ba_1_113"/>
          <p:cNvSpPr/>
          <p:nvPr/>
        </p:nvSpPr>
        <p:spPr>
          <a:xfrm>
            <a:off x="6350425" y="1305550"/>
            <a:ext cx="7997400" cy="10113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chemeClr val="lt1"/>
                </a:solidFill>
                <a:latin typeface="Arial"/>
                <a:ea typeface="Arial"/>
                <a:cs typeface="Arial"/>
                <a:sym typeface="Arial"/>
              </a:rPr>
              <a:t>El </a:t>
            </a:r>
            <a:r>
              <a:rPr b="1" i="0" lang="en-US" sz="1900" u="none" cap="none" strike="noStrike">
                <a:solidFill>
                  <a:schemeClr val="lt1"/>
                </a:solidFill>
                <a:latin typeface="Arial"/>
                <a:ea typeface="Arial"/>
                <a:cs typeface="Arial"/>
                <a:sym typeface="Arial"/>
              </a:rPr>
              <a:t>PCB</a:t>
            </a:r>
            <a:r>
              <a:rPr b="0" i="0" lang="en-US" sz="1900" u="none" cap="none" strike="noStrike">
                <a:solidFill>
                  <a:schemeClr val="lt1"/>
                </a:solidFill>
                <a:latin typeface="Arial"/>
                <a:ea typeface="Arial"/>
                <a:cs typeface="Arial"/>
                <a:sym typeface="Arial"/>
              </a:rPr>
              <a:t> es un concepto general usado por cualquier sistema operativo para representar un proceso.</a:t>
            </a:r>
            <a:endParaRPr b="0" i="0" sz="19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g36c70e70e0e_0_0"/>
          <p:cNvSpPr txBox="1"/>
          <p:nvPr/>
        </p:nvSpPr>
        <p:spPr>
          <a:xfrm>
            <a:off x="1048200" y="541175"/>
            <a:ext cx="12534000" cy="203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F8FAFF"/>
                </a:solidFill>
                <a:latin typeface="Roboto"/>
                <a:ea typeface="Roboto"/>
                <a:cs typeface="Roboto"/>
                <a:sym typeface="Roboto"/>
              </a:rPr>
              <a:t>El PCB (Process Control Block) es una estructura de datos fundamental utilizada por los sistemas operativos para gestionar y controlar los procesos en ejecución. Actúa como una "ficha técnica" que almacena toda la información relevante de un proceso, permitiendo al sistema operativo administrar eficientemente la multitarea, la planificación de procesos y el manejo de recursos.</a:t>
            </a:r>
            <a:endParaRPr b="0" i="0" sz="2600" u="none" cap="none" strike="noStrike">
              <a:solidFill>
                <a:srgbClr val="000000"/>
              </a:solidFill>
              <a:latin typeface="Arial"/>
              <a:ea typeface="Arial"/>
              <a:cs typeface="Arial"/>
              <a:sym typeface="Arial"/>
            </a:endParaRPr>
          </a:p>
        </p:txBody>
      </p:sp>
      <p:sp>
        <p:nvSpPr>
          <p:cNvPr id="676" name="Google Shape;676;g36c70e70e0e_0_0"/>
          <p:cNvSpPr txBox="1"/>
          <p:nvPr/>
        </p:nvSpPr>
        <p:spPr>
          <a:xfrm>
            <a:off x="946200" y="3247175"/>
            <a:ext cx="12738000" cy="3697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400"/>
              </a:spcBef>
              <a:spcAft>
                <a:spcPts val="0"/>
              </a:spcAft>
              <a:buClr>
                <a:srgbClr val="000000"/>
              </a:buClr>
              <a:buSzPts val="2650"/>
              <a:buFont typeface="Arial"/>
              <a:buNone/>
            </a:pPr>
            <a:r>
              <a:rPr b="0" i="0" lang="en-US" sz="2650" u="none" cap="none" strike="noStrike">
                <a:solidFill>
                  <a:srgbClr val="F8FAFF"/>
                </a:solidFill>
                <a:latin typeface="Roboto"/>
                <a:ea typeface="Roboto"/>
                <a:cs typeface="Roboto"/>
                <a:sym typeface="Roboto"/>
              </a:rPr>
              <a:t>1. Estructura del PCB</a:t>
            </a:r>
            <a:endParaRPr b="0" i="0" sz="2650" u="none" cap="none" strike="noStrike">
              <a:solidFill>
                <a:srgbClr val="F8FAFF"/>
              </a:solidFill>
              <a:latin typeface="Roboto"/>
              <a:ea typeface="Roboto"/>
              <a:cs typeface="Roboto"/>
              <a:sym typeface="Roboto"/>
            </a:endParaRPr>
          </a:p>
          <a:p>
            <a:pPr indent="0" lvl="0" marL="0" marR="0" rtl="0" algn="l">
              <a:lnSpc>
                <a:spcPct val="178593"/>
              </a:lnSpc>
              <a:spcBef>
                <a:spcPts val="1000"/>
              </a:spcBef>
              <a:spcAft>
                <a:spcPts val="0"/>
              </a:spcAft>
              <a:buClr>
                <a:srgbClr val="000000"/>
              </a:buClr>
              <a:buSzPts val="2500"/>
              <a:buFont typeface="Arial"/>
              <a:buNone/>
            </a:pPr>
            <a:r>
              <a:rPr b="0" i="0" lang="en-US" sz="2500" u="none" cap="none" strike="noStrike">
                <a:solidFill>
                  <a:srgbClr val="F8FAFF"/>
                </a:solidFill>
                <a:latin typeface="Roboto"/>
                <a:ea typeface="Roboto"/>
                <a:cs typeface="Roboto"/>
                <a:sym typeface="Roboto"/>
              </a:rPr>
              <a:t>El PCB es una estructura de datos compleja que varía según el sistema operativo, pero generalmente incluye los siguientes componentes clave:</a:t>
            </a:r>
            <a:endParaRPr b="0" i="0" sz="2500" u="none" cap="none" strike="noStrike">
              <a:solidFill>
                <a:srgbClr val="F8FAFF"/>
              </a:solidFill>
              <a:latin typeface="Roboto"/>
              <a:ea typeface="Roboto"/>
              <a:cs typeface="Roboto"/>
              <a:sym typeface="Roboto"/>
            </a:endParaRPr>
          </a:p>
          <a:p>
            <a:pPr indent="-387350" lvl="0" marL="457200" marR="0" rtl="0" algn="l">
              <a:lnSpc>
                <a:spcPct val="115000"/>
              </a:lnSpc>
              <a:spcBef>
                <a:spcPts val="1000"/>
              </a:spcBef>
              <a:spcAft>
                <a:spcPts val="0"/>
              </a:spcAft>
              <a:buClr>
                <a:srgbClr val="F8FAFF"/>
              </a:buClr>
              <a:buSzPts val="2500"/>
              <a:buFont typeface="Roboto"/>
              <a:buChar char="●"/>
            </a:pPr>
            <a:r>
              <a:rPr b="0" i="0" lang="en-US" sz="2500" u="none" cap="none" strike="noStrike">
                <a:solidFill>
                  <a:srgbClr val="F8FAFF"/>
                </a:solidFill>
                <a:latin typeface="Roboto"/>
                <a:ea typeface="Roboto"/>
                <a:cs typeface="Roboto"/>
                <a:sym typeface="Roboto"/>
              </a:rPr>
              <a:t>Identificador del proceso (PID): Número único asignado a cada proceso.</a:t>
            </a:r>
            <a:endParaRPr b="0" i="0" sz="2500" u="none" cap="none" strike="noStrike">
              <a:solidFill>
                <a:srgbClr val="F8FAFF"/>
              </a:solidFill>
              <a:latin typeface="Roboto"/>
              <a:ea typeface="Roboto"/>
              <a:cs typeface="Roboto"/>
              <a:sym typeface="Roboto"/>
            </a:endParaRPr>
          </a:p>
          <a:p>
            <a:pPr indent="-387350" lvl="0" marL="457200" marR="0" rtl="0" algn="l">
              <a:lnSpc>
                <a:spcPct val="115000"/>
              </a:lnSpc>
              <a:spcBef>
                <a:spcPts val="0"/>
              </a:spcBef>
              <a:spcAft>
                <a:spcPts val="0"/>
              </a:spcAft>
              <a:buClr>
                <a:srgbClr val="F8FAFF"/>
              </a:buClr>
              <a:buSzPts val="2500"/>
              <a:buFont typeface="Roboto"/>
              <a:buChar char="●"/>
            </a:pPr>
            <a:r>
              <a:rPr b="0" i="0" lang="en-US" sz="2500" u="none" cap="none" strike="noStrike">
                <a:solidFill>
                  <a:srgbClr val="F8FAFF"/>
                </a:solidFill>
                <a:latin typeface="Roboto"/>
                <a:ea typeface="Roboto"/>
                <a:cs typeface="Roboto"/>
                <a:sym typeface="Roboto"/>
              </a:rPr>
              <a:t>Estado del proceso: Puede ser </a:t>
            </a:r>
            <a:r>
              <a:rPr b="0" i="1" lang="en-US" sz="2500" u="none" cap="none" strike="noStrike">
                <a:solidFill>
                  <a:srgbClr val="F8FAFF"/>
                </a:solidFill>
                <a:latin typeface="Roboto"/>
                <a:ea typeface="Roboto"/>
                <a:cs typeface="Roboto"/>
                <a:sym typeface="Roboto"/>
              </a:rPr>
              <a:t>nuevo, listo, en ejecución, en espera, terminado</a:t>
            </a:r>
            <a:r>
              <a:rPr b="0" i="0" lang="en-US" sz="2500" u="none" cap="none" strike="noStrike">
                <a:solidFill>
                  <a:srgbClr val="F8FAFF"/>
                </a:solidFill>
                <a:latin typeface="Roboto"/>
                <a:ea typeface="Roboto"/>
                <a:cs typeface="Roboto"/>
                <a:sym typeface="Roboto"/>
              </a:rPr>
              <a:t>, etc.</a:t>
            </a:r>
            <a:endParaRPr b="0" i="0" sz="2500" u="none" cap="none" strike="noStrike">
              <a:solidFill>
                <a:srgbClr val="F8FAFF"/>
              </a:solidFill>
              <a:latin typeface="Roboto"/>
              <a:ea typeface="Roboto"/>
              <a:cs typeface="Roboto"/>
              <a:sym typeface="Roboto"/>
            </a:endParaRPr>
          </a:p>
          <a:p>
            <a:pPr indent="-387350" lvl="0" marL="457200" marR="0" rtl="0" algn="l">
              <a:lnSpc>
                <a:spcPct val="115000"/>
              </a:lnSpc>
              <a:spcBef>
                <a:spcPts val="0"/>
              </a:spcBef>
              <a:spcAft>
                <a:spcPts val="0"/>
              </a:spcAft>
              <a:buClr>
                <a:srgbClr val="F8FAFF"/>
              </a:buClr>
              <a:buSzPts val="2500"/>
              <a:buFont typeface="Roboto"/>
              <a:buChar char="●"/>
            </a:pPr>
            <a:r>
              <a:rPr b="0" i="0" lang="en-US" sz="2500" u="none" cap="none" strike="noStrike">
                <a:solidFill>
                  <a:srgbClr val="F8FAFF"/>
                </a:solidFill>
                <a:latin typeface="Roboto"/>
                <a:ea typeface="Roboto"/>
                <a:cs typeface="Roboto"/>
                <a:sym typeface="Roboto"/>
              </a:rPr>
              <a:t>Contador de programa (PC): Indica la dirección de la siguiente instrucción a ejecutar.</a:t>
            </a:r>
            <a:endParaRPr b="0" i="0" sz="2500" u="none" cap="none" strike="noStrike">
              <a:solidFill>
                <a:srgbClr val="F8FAF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6c70e70e0e_0_11"/>
          <p:cNvSpPr txBox="1"/>
          <p:nvPr/>
        </p:nvSpPr>
        <p:spPr>
          <a:xfrm>
            <a:off x="1221300" y="432975"/>
            <a:ext cx="12187800" cy="3484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400"/>
              </a:spcBef>
              <a:spcAft>
                <a:spcPts val="0"/>
              </a:spcAft>
              <a:buClr>
                <a:srgbClr val="000000"/>
              </a:buClr>
              <a:buSzPts val="2350"/>
              <a:buFont typeface="Arial"/>
              <a:buNone/>
            </a:pPr>
            <a:r>
              <a:rPr b="0" i="0" lang="en-US" sz="2350" u="none" cap="none" strike="noStrike">
                <a:solidFill>
                  <a:srgbClr val="F8FAFF"/>
                </a:solidFill>
                <a:latin typeface="Roboto"/>
                <a:ea typeface="Roboto"/>
                <a:cs typeface="Roboto"/>
                <a:sym typeface="Roboto"/>
              </a:rPr>
              <a:t>2. Información almacenada en el PCB</a:t>
            </a:r>
            <a:endParaRPr b="0" i="0" sz="2350" u="none" cap="none" strike="noStrike">
              <a:solidFill>
                <a:srgbClr val="F8FAFF"/>
              </a:solidFill>
              <a:latin typeface="Roboto"/>
              <a:ea typeface="Roboto"/>
              <a:cs typeface="Roboto"/>
              <a:sym typeface="Roboto"/>
            </a:endParaRPr>
          </a:p>
          <a:p>
            <a:pPr indent="0" lvl="0" marL="0" marR="0" rtl="0" algn="l">
              <a:lnSpc>
                <a:spcPct val="178593"/>
              </a:lnSpc>
              <a:spcBef>
                <a:spcPts val="1000"/>
              </a:spcBef>
              <a:spcAft>
                <a:spcPts val="0"/>
              </a:spcAft>
              <a:buClr>
                <a:srgbClr val="000000"/>
              </a:buClr>
              <a:buSzPts val="2200"/>
              <a:buFont typeface="Arial"/>
              <a:buNone/>
            </a:pPr>
            <a:r>
              <a:rPr b="0" i="0" lang="en-US" sz="2200" u="none" cap="none" strike="noStrike">
                <a:solidFill>
                  <a:srgbClr val="F8FAFF"/>
                </a:solidFill>
                <a:latin typeface="Roboto"/>
                <a:ea typeface="Roboto"/>
                <a:cs typeface="Roboto"/>
                <a:sym typeface="Roboto"/>
              </a:rPr>
              <a:t>El PCB actúa como un repositorio central para que el sistema operativo pueda:</a:t>
            </a:r>
            <a:endParaRPr b="0" i="0" sz="2200" u="none" cap="none" strike="noStrike">
              <a:solidFill>
                <a:srgbClr val="F8FAFF"/>
              </a:solidFill>
              <a:latin typeface="Roboto"/>
              <a:ea typeface="Roboto"/>
              <a:cs typeface="Roboto"/>
              <a:sym typeface="Roboto"/>
            </a:endParaRPr>
          </a:p>
          <a:p>
            <a:pPr indent="-368300" lvl="0" marL="457200" marR="0" rtl="0" algn="l">
              <a:lnSpc>
                <a:spcPct val="115000"/>
              </a:lnSpc>
              <a:spcBef>
                <a:spcPts val="1000"/>
              </a:spcBef>
              <a:spcAft>
                <a:spcPts val="0"/>
              </a:spcAft>
              <a:buClr>
                <a:srgbClr val="F8FAFF"/>
              </a:buClr>
              <a:buSzPts val="2200"/>
              <a:buFont typeface="Roboto"/>
              <a:buChar char="●"/>
            </a:pPr>
            <a:r>
              <a:rPr b="0" i="0" lang="en-US" sz="2200" u="none" cap="none" strike="noStrike">
                <a:solidFill>
                  <a:srgbClr val="F8FAFF"/>
                </a:solidFill>
                <a:latin typeface="Roboto"/>
                <a:ea typeface="Roboto"/>
                <a:cs typeface="Roboto"/>
                <a:sym typeface="Roboto"/>
              </a:rPr>
              <a:t>Controlar la ejecución de procesos: Guardar y restaurar el estado de un proceso durante cambios de contexto.</a:t>
            </a:r>
            <a:endParaRPr b="0" i="0" sz="2200" u="none" cap="none" strike="noStrike">
              <a:solidFill>
                <a:srgbClr val="F8FAFF"/>
              </a:solidFill>
              <a:latin typeface="Roboto"/>
              <a:ea typeface="Roboto"/>
              <a:cs typeface="Roboto"/>
              <a:sym typeface="Roboto"/>
            </a:endParaRPr>
          </a:p>
          <a:p>
            <a:pPr indent="-368300" lvl="0" marL="457200" marR="0" rtl="0" algn="l">
              <a:lnSpc>
                <a:spcPct val="115000"/>
              </a:lnSpc>
              <a:spcBef>
                <a:spcPts val="0"/>
              </a:spcBef>
              <a:spcAft>
                <a:spcPts val="0"/>
              </a:spcAft>
              <a:buClr>
                <a:srgbClr val="F8FAFF"/>
              </a:buClr>
              <a:buSzPts val="2200"/>
              <a:buFont typeface="Roboto"/>
              <a:buChar char="●"/>
            </a:pPr>
            <a:r>
              <a:rPr b="0" i="0" lang="en-US" sz="2200" u="none" cap="none" strike="noStrike">
                <a:solidFill>
                  <a:srgbClr val="F8FAFF"/>
                </a:solidFill>
                <a:latin typeface="Roboto"/>
                <a:ea typeface="Roboto"/>
                <a:cs typeface="Roboto"/>
                <a:sym typeface="Roboto"/>
              </a:rPr>
              <a:t>Gestionar recursos: Llevar un registro de los recursos asignados (memoria, archivos, dispositivos).</a:t>
            </a:r>
            <a:endParaRPr b="0" i="0" sz="2200" u="none" cap="none" strike="noStrike">
              <a:solidFill>
                <a:srgbClr val="F8FAFF"/>
              </a:solidFill>
              <a:latin typeface="Roboto"/>
              <a:ea typeface="Roboto"/>
              <a:cs typeface="Roboto"/>
              <a:sym typeface="Roboto"/>
            </a:endParaRPr>
          </a:p>
          <a:p>
            <a:pPr indent="-368300" lvl="0" marL="457200" marR="0" rtl="0" algn="l">
              <a:lnSpc>
                <a:spcPct val="115000"/>
              </a:lnSpc>
              <a:spcBef>
                <a:spcPts val="0"/>
              </a:spcBef>
              <a:spcAft>
                <a:spcPts val="0"/>
              </a:spcAft>
              <a:buClr>
                <a:srgbClr val="F8FAFF"/>
              </a:buClr>
              <a:buSzPts val="2200"/>
              <a:buFont typeface="Roboto"/>
              <a:buChar char="●"/>
            </a:pPr>
            <a:r>
              <a:rPr b="0" i="0" lang="en-US" sz="2200" u="none" cap="none" strike="noStrike">
                <a:solidFill>
                  <a:srgbClr val="F8FAFF"/>
                </a:solidFill>
                <a:latin typeface="Roboto"/>
                <a:ea typeface="Roboto"/>
                <a:cs typeface="Roboto"/>
                <a:sym typeface="Roboto"/>
              </a:rPr>
              <a:t>Soportar multitarea: Permitir que el sistema operativo cambie rápidamente entre procesos.</a:t>
            </a:r>
            <a:endParaRPr b="0" i="0" sz="2200" u="none" cap="none" strike="noStrike">
              <a:solidFill>
                <a:srgbClr val="F8FAFF"/>
              </a:solidFill>
              <a:latin typeface="Roboto"/>
              <a:ea typeface="Roboto"/>
              <a:cs typeface="Roboto"/>
              <a:sym typeface="Roboto"/>
            </a:endParaRPr>
          </a:p>
        </p:txBody>
      </p:sp>
      <p:sp>
        <p:nvSpPr>
          <p:cNvPr id="683" name="Google Shape;683;g36c70e70e0e_0_11"/>
          <p:cNvSpPr txBox="1"/>
          <p:nvPr/>
        </p:nvSpPr>
        <p:spPr>
          <a:xfrm>
            <a:off x="1069800" y="4319225"/>
            <a:ext cx="12490800" cy="3565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400"/>
              </a:spcBef>
              <a:spcAft>
                <a:spcPts val="0"/>
              </a:spcAft>
              <a:buClr>
                <a:srgbClr val="000000"/>
              </a:buClr>
              <a:buSzPts val="2150"/>
              <a:buFont typeface="Arial"/>
              <a:buNone/>
            </a:pPr>
            <a:r>
              <a:rPr b="0" i="0" lang="en-US" sz="2150" u="none" cap="none" strike="noStrike">
                <a:solidFill>
                  <a:srgbClr val="F8FAFF"/>
                </a:solidFill>
                <a:latin typeface="Roboto"/>
                <a:ea typeface="Roboto"/>
                <a:cs typeface="Roboto"/>
                <a:sym typeface="Roboto"/>
              </a:rPr>
              <a:t>3. Ciclo de vida del PCB</a:t>
            </a:r>
            <a:endParaRPr b="0" i="0" sz="2150" u="none" cap="none" strike="noStrike">
              <a:solidFill>
                <a:srgbClr val="F8FAFF"/>
              </a:solidFill>
              <a:latin typeface="Roboto"/>
              <a:ea typeface="Roboto"/>
              <a:cs typeface="Roboto"/>
              <a:sym typeface="Roboto"/>
            </a:endParaRPr>
          </a:p>
          <a:p>
            <a:pPr indent="0" lvl="0" marL="0" marR="0" rtl="0" algn="l">
              <a:lnSpc>
                <a:spcPct val="178593"/>
              </a:lnSpc>
              <a:spcBef>
                <a:spcPts val="1000"/>
              </a:spcBef>
              <a:spcAft>
                <a:spcPts val="0"/>
              </a:spcAft>
              <a:buClr>
                <a:srgbClr val="000000"/>
              </a:buClr>
              <a:buSzPts val="2000"/>
              <a:buFont typeface="Arial"/>
              <a:buNone/>
            </a:pPr>
            <a:r>
              <a:rPr b="0" i="0" lang="en-US" sz="2000" u="none" cap="none" strike="noStrike">
                <a:solidFill>
                  <a:srgbClr val="F8FAFF"/>
                </a:solidFill>
                <a:latin typeface="Roboto"/>
                <a:ea typeface="Roboto"/>
                <a:cs typeface="Roboto"/>
                <a:sym typeface="Roboto"/>
              </a:rPr>
              <a:t>El PCB sigue el mismo ciclo de vida que el proceso al que representa:</a:t>
            </a:r>
            <a:endParaRPr b="0" i="0" sz="2000" u="none" cap="none" strike="noStrike">
              <a:solidFill>
                <a:srgbClr val="F8FAFF"/>
              </a:solidFill>
              <a:latin typeface="Roboto"/>
              <a:ea typeface="Roboto"/>
              <a:cs typeface="Roboto"/>
              <a:sym typeface="Roboto"/>
            </a:endParaRPr>
          </a:p>
          <a:p>
            <a:pPr indent="-304800" lvl="0" marL="457200" marR="0" rtl="0" algn="l">
              <a:lnSpc>
                <a:spcPct val="115000"/>
              </a:lnSpc>
              <a:spcBef>
                <a:spcPts val="1000"/>
              </a:spcBef>
              <a:spcAft>
                <a:spcPts val="0"/>
              </a:spcAft>
              <a:buClr>
                <a:srgbClr val="F8FAFF"/>
              </a:buClr>
              <a:buSzPts val="1200"/>
              <a:buFont typeface="Roboto"/>
              <a:buAutoNum type="arabicPeriod"/>
            </a:pPr>
            <a:r>
              <a:rPr b="0" i="0" lang="en-US" sz="2000" u="none" cap="none" strike="noStrike">
                <a:solidFill>
                  <a:srgbClr val="F8FAFF"/>
                </a:solidFill>
                <a:latin typeface="Roboto"/>
                <a:ea typeface="Roboto"/>
                <a:cs typeface="Roboto"/>
                <a:sym typeface="Roboto"/>
              </a:rPr>
              <a:t>Creación: Cuando se lanza un nuevo proceso (ej: mediante </a:t>
            </a:r>
            <a:r>
              <a:rPr b="0" i="0" lang="en-US" sz="1850" u="none" cap="none" strike="noStrike">
                <a:solidFill>
                  <a:srgbClr val="F8FAFF"/>
                </a:solidFill>
                <a:latin typeface="Roboto Mono"/>
                <a:ea typeface="Roboto Mono"/>
                <a:cs typeface="Roboto Mono"/>
                <a:sym typeface="Roboto Mono"/>
              </a:rPr>
              <a:t>fork()</a:t>
            </a:r>
            <a:r>
              <a:rPr b="0" i="0" lang="en-US" sz="2000" u="none" cap="none" strike="noStrike">
                <a:solidFill>
                  <a:srgbClr val="F8FAFF"/>
                </a:solidFill>
                <a:latin typeface="Roboto"/>
                <a:ea typeface="Roboto"/>
                <a:cs typeface="Roboto"/>
                <a:sym typeface="Roboto"/>
              </a:rPr>
              <a:t> en Unix), el SO reserva memoria para el PCB y lo inicializa.</a:t>
            </a:r>
            <a:endParaRPr b="0" i="0" sz="2000" u="none" cap="none" strike="noStrike">
              <a:solidFill>
                <a:srgbClr val="F8FAFF"/>
              </a:solidFill>
              <a:latin typeface="Roboto"/>
              <a:ea typeface="Roboto"/>
              <a:cs typeface="Roboto"/>
              <a:sym typeface="Roboto"/>
            </a:endParaRPr>
          </a:p>
          <a:p>
            <a:pPr indent="-355600" lvl="0" marL="457200" marR="0" rtl="0" algn="l">
              <a:lnSpc>
                <a:spcPct val="115000"/>
              </a:lnSpc>
              <a:spcBef>
                <a:spcPts val="0"/>
              </a:spcBef>
              <a:spcAft>
                <a:spcPts val="0"/>
              </a:spcAft>
              <a:buClr>
                <a:srgbClr val="F8FAFF"/>
              </a:buClr>
              <a:buSzPts val="2000"/>
              <a:buFont typeface="Roboto"/>
              <a:buAutoNum type="arabicPeriod"/>
            </a:pPr>
            <a:r>
              <a:rPr b="0" i="0" lang="en-US" sz="2000" u="none" cap="none" strike="noStrike">
                <a:solidFill>
                  <a:srgbClr val="F8FAFF"/>
                </a:solidFill>
                <a:latin typeface="Roboto"/>
                <a:ea typeface="Roboto"/>
                <a:cs typeface="Roboto"/>
                <a:sym typeface="Roboto"/>
              </a:rPr>
              <a:t>Ejecución: Durante la ejecución, el PCB se actualiza constantemente (cambios de estado, registros de CPU, etc.).</a:t>
            </a:r>
            <a:endParaRPr b="0" i="0" sz="2000" u="none" cap="none" strike="noStrike">
              <a:solidFill>
                <a:srgbClr val="F8FAFF"/>
              </a:solidFill>
              <a:latin typeface="Roboto"/>
              <a:ea typeface="Roboto"/>
              <a:cs typeface="Roboto"/>
              <a:sym typeface="Roboto"/>
            </a:endParaRPr>
          </a:p>
          <a:p>
            <a:pPr indent="-355600" lvl="0" marL="457200" marR="0" rtl="0" algn="l">
              <a:lnSpc>
                <a:spcPct val="115000"/>
              </a:lnSpc>
              <a:spcBef>
                <a:spcPts val="0"/>
              </a:spcBef>
              <a:spcAft>
                <a:spcPts val="0"/>
              </a:spcAft>
              <a:buClr>
                <a:srgbClr val="F8FAFF"/>
              </a:buClr>
              <a:buSzPts val="2000"/>
              <a:buFont typeface="Roboto"/>
              <a:buAutoNum type="arabicPeriod"/>
            </a:pPr>
            <a:r>
              <a:rPr b="0" i="0" lang="en-US" sz="2000" u="none" cap="none" strike="noStrike">
                <a:solidFill>
                  <a:srgbClr val="F8FAFF"/>
                </a:solidFill>
                <a:latin typeface="Roboto"/>
                <a:ea typeface="Roboto"/>
                <a:cs typeface="Roboto"/>
                <a:sym typeface="Roboto"/>
              </a:rPr>
              <a:t>Terminación: Cuando el proceso finaliza (voluntariamente o por fuerza), el SO libera el PCB y sus recursos.</a:t>
            </a:r>
            <a:endParaRPr b="0" i="0" sz="2000" u="none" cap="none" strike="noStrike">
              <a:solidFill>
                <a:srgbClr val="F8FAF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g36c70e70e0e_0_24"/>
          <p:cNvSpPr txBox="1"/>
          <p:nvPr/>
        </p:nvSpPr>
        <p:spPr>
          <a:xfrm>
            <a:off x="1113150" y="627575"/>
            <a:ext cx="12404100" cy="3395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400"/>
              </a:spcBef>
              <a:spcAft>
                <a:spcPts val="0"/>
              </a:spcAft>
              <a:buClr>
                <a:srgbClr val="000000"/>
              </a:buClr>
              <a:buSzPts val="2550"/>
              <a:buFont typeface="Arial"/>
              <a:buNone/>
            </a:pPr>
            <a:r>
              <a:rPr b="0" i="0" lang="en-US" sz="2550" u="none" cap="none" strike="noStrike">
                <a:solidFill>
                  <a:srgbClr val="F8FAFF"/>
                </a:solidFill>
                <a:latin typeface="Roboto"/>
                <a:ea typeface="Roboto"/>
                <a:cs typeface="Roboto"/>
                <a:sym typeface="Roboto"/>
              </a:rPr>
              <a:t>4. Importancia del PCB</a:t>
            </a:r>
            <a:endParaRPr b="0" i="0" sz="2550" u="none" cap="none" strike="noStrike">
              <a:solidFill>
                <a:srgbClr val="F8FAFF"/>
              </a:solidFill>
              <a:latin typeface="Roboto"/>
              <a:ea typeface="Roboto"/>
              <a:cs typeface="Roboto"/>
              <a:sym typeface="Roboto"/>
            </a:endParaRPr>
          </a:p>
          <a:p>
            <a:pPr indent="-381000" lvl="0" marL="457200" marR="0" rtl="0" algn="l">
              <a:lnSpc>
                <a:spcPct val="115000"/>
              </a:lnSpc>
              <a:spcBef>
                <a:spcPts val="1000"/>
              </a:spcBef>
              <a:spcAft>
                <a:spcPts val="0"/>
              </a:spcAft>
              <a:buClr>
                <a:srgbClr val="F8FAFF"/>
              </a:buClr>
              <a:buSzPts val="2400"/>
              <a:buFont typeface="Roboto"/>
              <a:buChar char="●"/>
            </a:pPr>
            <a:r>
              <a:rPr b="0" i="0" lang="en-US" sz="2400" u="none" cap="none" strike="noStrike">
                <a:solidFill>
                  <a:srgbClr val="F8FAFF"/>
                </a:solidFill>
                <a:latin typeface="Roboto"/>
                <a:ea typeface="Roboto"/>
                <a:cs typeface="Roboto"/>
                <a:sym typeface="Roboto"/>
              </a:rPr>
              <a:t>Permite la multitarea: Sin el PCB, el SO no podría gestionar múltiples procesos eficientemente.</a:t>
            </a:r>
            <a:endParaRPr b="0" i="0" sz="2400" u="none" cap="none" strike="noStrike">
              <a:solidFill>
                <a:srgbClr val="F8FAFF"/>
              </a:solidFill>
              <a:latin typeface="Roboto"/>
              <a:ea typeface="Roboto"/>
              <a:cs typeface="Roboto"/>
              <a:sym typeface="Roboto"/>
            </a:endParaRPr>
          </a:p>
          <a:p>
            <a:pPr indent="-381000" lvl="0" marL="457200" marR="0" rtl="0" algn="l">
              <a:lnSpc>
                <a:spcPct val="115000"/>
              </a:lnSpc>
              <a:spcBef>
                <a:spcPts val="0"/>
              </a:spcBef>
              <a:spcAft>
                <a:spcPts val="0"/>
              </a:spcAft>
              <a:buClr>
                <a:srgbClr val="F8FAFF"/>
              </a:buClr>
              <a:buSzPts val="2400"/>
              <a:buFont typeface="Roboto"/>
              <a:buChar char="●"/>
            </a:pPr>
            <a:r>
              <a:rPr b="0" i="0" lang="en-US" sz="2400" u="none" cap="none" strike="noStrike">
                <a:solidFill>
                  <a:srgbClr val="F8FAFF"/>
                </a:solidFill>
                <a:latin typeface="Roboto"/>
                <a:ea typeface="Roboto"/>
                <a:cs typeface="Roboto"/>
                <a:sym typeface="Roboto"/>
              </a:rPr>
              <a:t>Facilita la recuperación de estados: Al cambiar de proceso, el SO guarda el estado actual en el PCB para retomarlo luego.</a:t>
            </a:r>
            <a:endParaRPr b="0" i="0" sz="2400" u="none" cap="none" strike="noStrike">
              <a:solidFill>
                <a:srgbClr val="F8FAFF"/>
              </a:solidFill>
              <a:latin typeface="Roboto"/>
              <a:ea typeface="Roboto"/>
              <a:cs typeface="Roboto"/>
              <a:sym typeface="Roboto"/>
            </a:endParaRPr>
          </a:p>
          <a:p>
            <a:pPr indent="-381000" lvl="0" marL="457200" marR="0" rtl="0" algn="l">
              <a:lnSpc>
                <a:spcPct val="115000"/>
              </a:lnSpc>
              <a:spcBef>
                <a:spcPts val="0"/>
              </a:spcBef>
              <a:spcAft>
                <a:spcPts val="0"/>
              </a:spcAft>
              <a:buClr>
                <a:srgbClr val="F8FAFF"/>
              </a:buClr>
              <a:buSzPts val="2400"/>
              <a:buFont typeface="Roboto"/>
              <a:buChar char="●"/>
            </a:pPr>
            <a:r>
              <a:rPr b="0" i="0" lang="en-US" sz="2400" u="none" cap="none" strike="noStrike">
                <a:solidFill>
                  <a:srgbClr val="F8FAFF"/>
                </a:solidFill>
                <a:latin typeface="Roboto"/>
                <a:ea typeface="Roboto"/>
                <a:cs typeface="Roboto"/>
                <a:sym typeface="Roboto"/>
              </a:rPr>
              <a:t>Esencial para la concurrencia: Coordina el acceso a recursos compartidos evitando condiciones de carrera.</a:t>
            </a:r>
            <a:endParaRPr b="0" i="0" sz="2400" u="none" cap="none" strike="noStrike">
              <a:solidFill>
                <a:srgbClr val="F8FAF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g36c70e70e0e_0_29"/>
          <p:cNvPicPr preferRelativeResize="0"/>
          <p:nvPr/>
        </p:nvPicPr>
        <p:blipFill rotWithShape="1">
          <a:blip r:embed="rId3">
            <a:alphaModFix/>
          </a:blip>
          <a:srcRect b="0" l="0" r="0" t="0"/>
          <a:stretch/>
        </p:blipFill>
        <p:spPr>
          <a:xfrm>
            <a:off x="1219200" y="685800"/>
            <a:ext cx="1219200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2dcb5b4a0ba_1_150"/>
          <p:cNvSpPr/>
          <p:nvPr/>
        </p:nvSpPr>
        <p:spPr>
          <a:xfrm>
            <a:off x="6339871" y="552300"/>
            <a:ext cx="73329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Process Control Block (PCB)</a:t>
            </a:r>
            <a:endParaRPr b="0" i="0" sz="4300" u="none" cap="none" strike="noStrike">
              <a:solidFill>
                <a:srgbClr val="000000"/>
              </a:solidFill>
              <a:latin typeface="Arial"/>
              <a:ea typeface="Arial"/>
              <a:cs typeface="Arial"/>
              <a:sym typeface="Arial"/>
            </a:endParaRPr>
          </a:p>
        </p:txBody>
      </p:sp>
      <p:pic>
        <p:nvPicPr>
          <p:cNvPr id="702" name="Google Shape;702;g2dcb5b4a0ba_1_150"/>
          <p:cNvPicPr preferRelativeResize="0"/>
          <p:nvPr/>
        </p:nvPicPr>
        <p:blipFill rotWithShape="1">
          <a:blip r:embed="rId3">
            <a:alphaModFix/>
          </a:blip>
          <a:srcRect b="0" l="0" r="0" t="0"/>
          <a:stretch/>
        </p:blipFill>
        <p:spPr>
          <a:xfrm>
            <a:off x="1276400" y="3274450"/>
            <a:ext cx="4922425" cy="3737600"/>
          </a:xfrm>
          <a:prstGeom prst="rect">
            <a:avLst/>
          </a:prstGeom>
          <a:noFill/>
          <a:ln>
            <a:noFill/>
          </a:ln>
        </p:spPr>
      </p:pic>
      <p:pic>
        <p:nvPicPr>
          <p:cNvPr id="703" name="Google Shape;703;g2dcb5b4a0ba_1_150"/>
          <p:cNvPicPr preferRelativeResize="0"/>
          <p:nvPr/>
        </p:nvPicPr>
        <p:blipFill rotWithShape="1">
          <a:blip r:embed="rId4">
            <a:alphaModFix/>
          </a:blip>
          <a:srcRect b="0" l="0" r="0" t="0"/>
          <a:stretch/>
        </p:blipFill>
        <p:spPr>
          <a:xfrm>
            <a:off x="7251975" y="1997750"/>
            <a:ext cx="6081572" cy="53826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2dcb5b4a0ba_1_170"/>
          <p:cNvSpPr/>
          <p:nvPr/>
        </p:nvSpPr>
        <p:spPr>
          <a:xfrm>
            <a:off x="796750" y="681921"/>
            <a:ext cx="7550100" cy="90060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0FCFF"/>
              </a:buClr>
              <a:buSzPts val="3950"/>
              <a:buFont typeface="Spline Sans"/>
              <a:buNone/>
            </a:pPr>
            <a:r>
              <a:rPr b="1" i="0" lang="en-US" sz="3950" u="none" cap="none" strike="noStrike">
                <a:solidFill>
                  <a:srgbClr val="F0FCFF"/>
                </a:solidFill>
                <a:latin typeface="Spline Sans"/>
                <a:ea typeface="Spline Sans"/>
                <a:cs typeface="Spline Sans"/>
                <a:sym typeface="Spline Sans"/>
              </a:rPr>
              <a:t>Información del PCB</a:t>
            </a:r>
            <a:endParaRPr b="0" i="0" sz="3950" u="none" cap="none" strike="noStrike">
              <a:solidFill>
                <a:srgbClr val="000000"/>
              </a:solidFill>
              <a:latin typeface="Arial"/>
              <a:ea typeface="Arial"/>
              <a:cs typeface="Arial"/>
              <a:sym typeface="Arial"/>
            </a:endParaRPr>
          </a:p>
        </p:txBody>
      </p:sp>
      <p:sp>
        <p:nvSpPr>
          <p:cNvPr id="710" name="Google Shape;710;g2dcb5b4a0ba_1_170"/>
          <p:cNvSpPr/>
          <p:nvPr/>
        </p:nvSpPr>
        <p:spPr>
          <a:xfrm>
            <a:off x="796748" y="1630525"/>
            <a:ext cx="31269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Identificador del proceso</a:t>
            </a:r>
            <a:endParaRPr b="0" i="0" sz="1950" u="none" cap="none" strike="noStrike">
              <a:solidFill>
                <a:srgbClr val="000000"/>
              </a:solidFill>
              <a:latin typeface="Arial"/>
              <a:ea typeface="Arial"/>
              <a:cs typeface="Arial"/>
              <a:sym typeface="Arial"/>
            </a:endParaRPr>
          </a:p>
        </p:txBody>
      </p:sp>
      <p:sp>
        <p:nvSpPr>
          <p:cNvPr id="711" name="Google Shape;711;g2dcb5b4a0ba_1_170"/>
          <p:cNvSpPr/>
          <p:nvPr/>
        </p:nvSpPr>
        <p:spPr>
          <a:xfrm>
            <a:off x="796760" y="2083309"/>
            <a:ext cx="3604500" cy="72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Guarda el PID del proceso</a:t>
            </a:r>
            <a:endParaRPr b="0" i="0" sz="1750" u="none" cap="none" strike="noStrike">
              <a:solidFill>
                <a:srgbClr val="000000"/>
              </a:solidFill>
              <a:latin typeface="Arial"/>
              <a:ea typeface="Arial"/>
              <a:cs typeface="Arial"/>
              <a:sym typeface="Arial"/>
            </a:endParaRPr>
          </a:p>
        </p:txBody>
      </p:sp>
      <p:sp>
        <p:nvSpPr>
          <p:cNvPr id="712" name="Google Shape;712;g2dcb5b4a0ba_1_170"/>
          <p:cNvSpPr/>
          <p:nvPr/>
        </p:nvSpPr>
        <p:spPr>
          <a:xfrm>
            <a:off x="4742611" y="1630515"/>
            <a:ext cx="25299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Estado</a:t>
            </a:r>
            <a:endParaRPr b="0" i="0" sz="1950" u="none" cap="none" strike="noStrike">
              <a:solidFill>
                <a:srgbClr val="000000"/>
              </a:solidFill>
              <a:latin typeface="Arial"/>
              <a:ea typeface="Arial"/>
              <a:cs typeface="Arial"/>
              <a:sym typeface="Arial"/>
            </a:endParaRPr>
          </a:p>
        </p:txBody>
      </p:sp>
      <p:sp>
        <p:nvSpPr>
          <p:cNvPr id="713" name="Google Shape;713;g2dcb5b4a0ba_1_170"/>
          <p:cNvSpPr/>
          <p:nvPr/>
        </p:nvSpPr>
        <p:spPr>
          <a:xfrm>
            <a:off x="4742611" y="2083309"/>
            <a:ext cx="3604500" cy="1092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Puede ser ejecución, listo, bloqueado</a:t>
            </a:r>
            <a:endParaRPr b="0" i="0" sz="1750" u="none" cap="none" strike="noStrike">
              <a:solidFill>
                <a:srgbClr val="000000"/>
              </a:solidFill>
              <a:latin typeface="Arial"/>
              <a:ea typeface="Arial"/>
              <a:cs typeface="Arial"/>
              <a:sym typeface="Arial"/>
            </a:endParaRPr>
          </a:p>
        </p:txBody>
      </p:sp>
      <p:sp>
        <p:nvSpPr>
          <p:cNvPr id="714" name="Google Shape;714;g2dcb5b4a0ba_1_170"/>
          <p:cNvSpPr/>
          <p:nvPr/>
        </p:nvSpPr>
        <p:spPr>
          <a:xfrm>
            <a:off x="796760" y="3312468"/>
            <a:ext cx="25299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Prioridad</a:t>
            </a:r>
            <a:endParaRPr b="0" i="0" sz="1950" u="none" cap="none" strike="noStrike">
              <a:solidFill>
                <a:srgbClr val="000000"/>
              </a:solidFill>
              <a:latin typeface="Arial"/>
              <a:ea typeface="Arial"/>
              <a:cs typeface="Arial"/>
              <a:sym typeface="Arial"/>
            </a:endParaRPr>
          </a:p>
        </p:txBody>
      </p:sp>
      <p:sp>
        <p:nvSpPr>
          <p:cNvPr id="715" name="Google Shape;715;g2dcb5b4a0ba_1_170"/>
          <p:cNvSpPr/>
          <p:nvPr/>
        </p:nvSpPr>
        <p:spPr>
          <a:xfrm>
            <a:off x="796760" y="3765263"/>
            <a:ext cx="3604500" cy="72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La prioridad en el scheduler</a:t>
            </a:r>
            <a:endParaRPr b="0" i="0" sz="1750" u="none" cap="none" strike="noStrike">
              <a:solidFill>
                <a:srgbClr val="000000"/>
              </a:solidFill>
              <a:latin typeface="Arial"/>
              <a:ea typeface="Arial"/>
              <a:cs typeface="Arial"/>
              <a:sym typeface="Arial"/>
            </a:endParaRPr>
          </a:p>
        </p:txBody>
      </p:sp>
      <p:sp>
        <p:nvSpPr>
          <p:cNvPr id="716" name="Google Shape;716;g2dcb5b4a0ba_1_170"/>
          <p:cNvSpPr/>
          <p:nvPr/>
        </p:nvSpPr>
        <p:spPr>
          <a:xfrm>
            <a:off x="4742611" y="3312468"/>
            <a:ext cx="25299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Registros</a:t>
            </a:r>
            <a:endParaRPr b="0" i="0" sz="1950" u="none" cap="none" strike="noStrike">
              <a:solidFill>
                <a:srgbClr val="000000"/>
              </a:solidFill>
              <a:latin typeface="Arial"/>
              <a:ea typeface="Arial"/>
              <a:cs typeface="Arial"/>
              <a:sym typeface="Arial"/>
            </a:endParaRPr>
          </a:p>
        </p:txBody>
      </p:sp>
      <p:sp>
        <p:nvSpPr>
          <p:cNvPr id="717" name="Google Shape;717;g2dcb5b4a0ba_1_170"/>
          <p:cNvSpPr/>
          <p:nvPr/>
        </p:nvSpPr>
        <p:spPr>
          <a:xfrm>
            <a:off x="4742611" y="3765263"/>
            <a:ext cx="3604500" cy="72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Otros procesos hijos o padre</a:t>
            </a:r>
            <a:endParaRPr b="0" i="0" sz="1750" u="none" cap="none" strike="noStrike">
              <a:solidFill>
                <a:srgbClr val="000000"/>
              </a:solidFill>
              <a:latin typeface="Arial"/>
              <a:ea typeface="Arial"/>
              <a:cs typeface="Arial"/>
              <a:sym typeface="Arial"/>
            </a:endParaRPr>
          </a:p>
        </p:txBody>
      </p:sp>
      <p:sp>
        <p:nvSpPr>
          <p:cNvPr id="718" name="Google Shape;718;g2dcb5b4a0ba_1_170"/>
          <p:cNvSpPr/>
          <p:nvPr/>
        </p:nvSpPr>
        <p:spPr>
          <a:xfrm>
            <a:off x="796760" y="4994418"/>
            <a:ext cx="25299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Recursos asignados</a:t>
            </a:r>
            <a:endParaRPr b="0" i="0" sz="1950" u="none" cap="none" strike="noStrike">
              <a:solidFill>
                <a:srgbClr val="000000"/>
              </a:solidFill>
              <a:latin typeface="Arial"/>
              <a:ea typeface="Arial"/>
              <a:cs typeface="Arial"/>
              <a:sym typeface="Arial"/>
            </a:endParaRPr>
          </a:p>
        </p:txBody>
      </p:sp>
      <p:sp>
        <p:nvSpPr>
          <p:cNvPr id="719" name="Google Shape;719;g2dcb5b4a0ba_1_170"/>
          <p:cNvSpPr/>
          <p:nvPr/>
        </p:nvSpPr>
        <p:spPr>
          <a:xfrm>
            <a:off x="796760" y="5447213"/>
            <a:ext cx="3604500" cy="72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Uso de memoria, cpu, disco, etc…</a:t>
            </a:r>
            <a:endParaRPr b="0" i="0" sz="1750" u="none" cap="none" strike="noStrike">
              <a:solidFill>
                <a:srgbClr val="000000"/>
              </a:solidFill>
              <a:latin typeface="Arial"/>
              <a:ea typeface="Arial"/>
              <a:cs typeface="Arial"/>
              <a:sym typeface="Arial"/>
            </a:endParaRPr>
          </a:p>
        </p:txBody>
      </p:sp>
      <p:sp>
        <p:nvSpPr>
          <p:cNvPr id="720" name="Google Shape;720;g2dcb5b4a0ba_1_170"/>
          <p:cNvSpPr/>
          <p:nvPr/>
        </p:nvSpPr>
        <p:spPr>
          <a:xfrm>
            <a:off x="4742598" y="4994425"/>
            <a:ext cx="30141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Otros (como memoria)</a:t>
            </a:r>
            <a:endParaRPr b="0" i="0" sz="1950" u="none" cap="none" strike="noStrike">
              <a:solidFill>
                <a:srgbClr val="000000"/>
              </a:solidFill>
              <a:latin typeface="Arial"/>
              <a:ea typeface="Arial"/>
              <a:cs typeface="Arial"/>
              <a:sym typeface="Arial"/>
            </a:endParaRPr>
          </a:p>
        </p:txBody>
      </p:sp>
      <p:sp>
        <p:nvSpPr>
          <p:cNvPr id="721" name="Google Shape;721;g2dcb5b4a0ba_1_170"/>
          <p:cNvSpPr/>
          <p:nvPr/>
        </p:nvSpPr>
        <p:spPr>
          <a:xfrm>
            <a:off x="4742611" y="5447213"/>
            <a:ext cx="3604500" cy="728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Información del comando que lo ejecutó.</a:t>
            </a:r>
            <a:endParaRPr b="0" i="0" sz="1750" u="none" cap="none" strike="noStrike">
              <a:solidFill>
                <a:srgbClr val="000000"/>
              </a:solidFill>
              <a:latin typeface="Arial"/>
              <a:ea typeface="Arial"/>
              <a:cs typeface="Arial"/>
              <a:sym typeface="Arial"/>
            </a:endParaRPr>
          </a:p>
        </p:txBody>
      </p:sp>
      <p:sp>
        <p:nvSpPr>
          <p:cNvPr id="722" name="Google Shape;722;g2dcb5b4a0ba_1_170"/>
          <p:cNvSpPr/>
          <p:nvPr/>
        </p:nvSpPr>
        <p:spPr>
          <a:xfrm>
            <a:off x="10085975" y="1390750"/>
            <a:ext cx="3913800" cy="17853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E4E6"/>
              </a:buClr>
              <a:buSzPts val="1950"/>
              <a:buFont typeface="Spline Sans"/>
              <a:buNone/>
            </a:pPr>
            <a:r>
              <a:rPr b="1" i="0" lang="en-US" sz="1950" u="none" cap="none" strike="noStrike">
                <a:solidFill>
                  <a:srgbClr val="E0E4E6"/>
                </a:solidFill>
                <a:latin typeface="Spline Sans"/>
                <a:ea typeface="Spline Sans"/>
                <a:cs typeface="Spline Sans"/>
                <a:sym typeface="Spline Sans"/>
              </a:rPr>
              <a:t>Vamos analizar la siguiente estructura que es la estructura que representa  un proceso en el kernel de Linux.</a:t>
            </a:r>
            <a:endParaRPr b="0" i="0" sz="1950" u="none" cap="none" strike="noStrike">
              <a:solidFill>
                <a:srgbClr val="000000"/>
              </a:solidFill>
              <a:latin typeface="Arial"/>
              <a:ea typeface="Arial"/>
              <a:cs typeface="Arial"/>
              <a:sym typeface="Arial"/>
            </a:endParaRPr>
          </a:p>
        </p:txBody>
      </p:sp>
      <p:sp>
        <p:nvSpPr>
          <p:cNvPr id="723" name="Google Shape;723;g2dcb5b4a0ba_1_170"/>
          <p:cNvSpPr/>
          <p:nvPr/>
        </p:nvSpPr>
        <p:spPr>
          <a:xfrm>
            <a:off x="10085975" y="3456000"/>
            <a:ext cx="3913800" cy="1317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https://docs.huihoo.com/doxygen/linux/kernel/3.7/structtask__struct.html</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2dcb5b4a0ba_1_223"/>
          <p:cNvSpPr/>
          <p:nvPr/>
        </p:nvSpPr>
        <p:spPr>
          <a:xfrm>
            <a:off x="796885" y="809863"/>
            <a:ext cx="7550100" cy="126480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0FCFF"/>
              </a:buClr>
              <a:buSzPts val="3950"/>
              <a:buFont typeface="Spline Sans"/>
              <a:buNone/>
            </a:pPr>
            <a:r>
              <a:rPr b="1" i="0" lang="en-US" sz="3950" u="none" cap="none" strike="noStrike">
                <a:solidFill>
                  <a:srgbClr val="F0FCFF"/>
                </a:solidFill>
                <a:latin typeface="Spline Sans"/>
                <a:ea typeface="Spline Sans"/>
                <a:cs typeface="Spline Sans"/>
                <a:sym typeface="Spline Sans"/>
              </a:rPr>
              <a:t>Task_struct</a:t>
            </a:r>
            <a:endParaRPr b="0" i="0" sz="3950" u="none" cap="none" strike="noStrike">
              <a:solidFill>
                <a:srgbClr val="000000"/>
              </a:solidFill>
              <a:latin typeface="Arial"/>
              <a:ea typeface="Arial"/>
              <a:cs typeface="Arial"/>
              <a:sym typeface="Arial"/>
            </a:endParaRPr>
          </a:p>
        </p:txBody>
      </p:sp>
      <p:pic>
        <p:nvPicPr>
          <p:cNvPr id="730" name="Google Shape;730;g2dcb5b4a0ba_1_223"/>
          <p:cNvPicPr preferRelativeResize="0"/>
          <p:nvPr/>
        </p:nvPicPr>
        <p:blipFill rotWithShape="1">
          <a:blip r:embed="rId3">
            <a:alphaModFix/>
          </a:blip>
          <a:srcRect b="0" l="0" r="0" t="0"/>
          <a:stretch/>
        </p:blipFill>
        <p:spPr>
          <a:xfrm>
            <a:off x="279000" y="1963300"/>
            <a:ext cx="6725525" cy="4457901"/>
          </a:xfrm>
          <a:prstGeom prst="rect">
            <a:avLst/>
          </a:prstGeom>
          <a:noFill/>
          <a:ln>
            <a:noFill/>
          </a:ln>
        </p:spPr>
      </p:pic>
      <p:sp>
        <p:nvSpPr>
          <p:cNvPr id="731" name="Google Shape;731;g2dcb5b4a0ba_1_223"/>
          <p:cNvSpPr txBox="1"/>
          <p:nvPr/>
        </p:nvSpPr>
        <p:spPr>
          <a:xfrm>
            <a:off x="7290575" y="949550"/>
            <a:ext cx="7194300" cy="675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chemeClr val="lt1"/>
                </a:solidFill>
                <a:latin typeface="Arial"/>
                <a:ea typeface="Arial"/>
                <a:cs typeface="Arial"/>
                <a:sym typeface="Arial"/>
              </a:rPr>
              <a:t>En Linux, los procesos e hilos se gestionan mediante la estructura task_struct, definida en el archivo sched.h. A cada tarea (</a:t>
            </a:r>
            <a:r>
              <a:rPr b="0" i="1" lang="en-US" sz="1300" u="none" cap="none" strike="noStrike">
                <a:solidFill>
                  <a:schemeClr val="lt1"/>
                </a:solidFill>
                <a:latin typeface="Arial"/>
                <a:ea typeface="Arial"/>
                <a:cs typeface="Arial"/>
                <a:sym typeface="Arial"/>
              </a:rPr>
              <a:t>task</a:t>
            </a:r>
            <a:r>
              <a:rPr b="0" i="0" lang="en-US" sz="1300" u="none" cap="none" strike="noStrike">
                <a:solidFill>
                  <a:schemeClr val="lt1"/>
                </a:solidFill>
                <a:latin typeface="Arial"/>
                <a:ea typeface="Arial"/>
                <a:cs typeface="Arial"/>
                <a:sym typeface="Arial"/>
              </a:rPr>
              <a:t>) se le asigna una de estas estructuras, y la organización se da de la siguiente manera:</a:t>
            </a:r>
            <a:endParaRPr b="0" i="0" sz="1300" u="none" cap="none" strike="noStrike">
              <a:solidFill>
                <a:schemeClr val="lt1"/>
              </a:solidFill>
              <a:latin typeface="Arial"/>
              <a:ea typeface="Arial"/>
              <a:cs typeface="Arial"/>
              <a:sym typeface="Arial"/>
            </a:endParaRPr>
          </a:p>
          <a:p>
            <a:pPr indent="-311150" lvl="0" marL="457200" marR="0" rtl="0" algn="l">
              <a:lnSpc>
                <a:spcPct val="115000"/>
              </a:lnSpc>
              <a:spcBef>
                <a:spcPts val="1200"/>
              </a:spcBef>
              <a:spcAft>
                <a:spcPts val="0"/>
              </a:spcAft>
              <a:buClr>
                <a:schemeClr val="lt1"/>
              </a:buClr>
              <a:buSzPts val="1300"/>
              <a:buFont typeface="Arial"/>
              <a:buAutoNum type="arabicPeriod"/>
            </a:pPr>
            <a:r>
              <a:rPr b="1" i="0" lang="en-US" sz="1300" u="none" cap="none" strike="noStrike">
                <a:solidFill>
                  <a:schemeClr val="lt1"/>
                </a:solidFill>
                <a:latin typeface="Arial"/>
                <a:ea typeface="Arial"/>
                <a:cs typeface="Arial"/>
                <a:sym typeface="Arial"/>
              </a:rPr>
              <a:t>Estructura de un Proceso:</a:t>
            </a:r>
            <a:endParaRPr b="1"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El primer hilo de un proceso se llama </a:t>
            </a:r>
            <a:r>
              <a:rPr b="0" i="1" lang="en-US" sz="1300" u="none" cap="none" strike="noStrike">
                <a:solidFill>
                  <a:schemeClr val="lt1"/>
                </a:solidFill>
                <a:latin typeface="Arial"/>
                <a:ea typeface="Arial"/>
                <a:cs typeface="Arial"/>
                <a:sym typeface="Arial"/>
              </a:rPr>
              <a:t>task group leader</a:t>
            </a:r>
            <a:r>
              <a:rPr b="0" i="0" lang="en-US" sz="1300" u="none" cap="none" strike="noStrike">
                <a:solidFill>
                  <a:schemeClr val="lt1"/>
                </a:solidFill>
                <a:latin typeface="Arial"/>
                <a:ea typeface="Arial"/>
                <a:cs typeface="Arial"/>
                <a:sym typeface="Arial"/>
              </a:rPr>
              <a:t>.</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Los demás hilos están conectados mediante el nodo thread_node y apuntan al </a:t>
            </a:r>
            <a:r>
              <a:rPr b="0" i="1" lang="en-US" sz="1300" u="none" cap="none" strike="noStrike">
                <a:solidFill>
                  <a:schemeClr val="lt1"/>
                </a:solidFill>
                <a:latin typeface="Arial"/>
                <a:ea typeface="Arial"/>
                <a:cs typeface="Arial"/>
                <a:sym typeface="Arial"/>
              </a:rPr>
              <a:t>task_struct</a:t>
            </a:r>
            <a:r>
              <a:rPr b="0" i="0" lang="en-US" sz="1300" u="none" cap="none" strike="noStrike">
                <a:solidFill>
                  <a:schemeClr val="lt1"/>
                </a:solidFill>
                <a:latin typeface="Arial"/>
                <a:ea typeface="Arial"/>
                <a:cs typeface="Arial"/>
                <a:sym typeface="Arial"/>
              </a:rPr>
              <a:t> del líder mediante group_leader.</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Los procesos hijos apuntan a su padre usando el puntero parent y están enlazados como hermanos (</a:t>
            </a:r>
            <a:r>
              <a:rPr b="0" i="1" lang="en-US" sz="1300" u="none" cap="none" strike="noStrike">
                <a:solidFill>
                  <a:schemeClr val="lt1"/>
                </a:solidFill>
                <a:latin typeface="Arial"/>
                <a:ea typeface="Arial"/>
                <a:cs typeface="Arial"/>
                <a:sym typeface="Arial"/>
              </a:rPr>
              <a:t>siblings</a:t>
            </a:r>
            <a:r>
              <a:rPr b="0" i="0" lang="en-US" sz="1300" u="none" cap="none" strike="noStrike">
                <a:solidFill>
                  <a:schemeClr val="lt1"/>
                </a:solidFill>
                <a:latin typeface="Arial"/>
                <a:ea typeface="Arial"/>
                <a:cs typeface="Arial"/>
                <a:sym typeface="Arial"/>
              </a:rPr>
              <a:t>).</a:t>
            </a:r>
            <a:endParaRPr b="0" i="0" sz="1300" u="none" cap="none" strike="noStrike">
              <a:solidFill>
                <a:schemeClr val="lt1"/>
              </a:solidFill>
              <a:latin typeface="Arial"/>
              <a:ea typeface="Arial"/>
              <a:cs typeface="Arial"/>
              <a:sym typeface="Arial"/>
            </a:endParaRPr>
          </a:p>
          <a:p>
            <a:pPr indent="-311150" lvl="0" marL="457200" marR="0" rtl="0" algn="l">
              <a:lnSpc>
                <a:spcPct val="115000"/>
              </a:lnSpc>
              <a:spcBef>
                <a:spcPts val="0"/>
              </a:spcBef>
              <a:spcAft>
                <a:spcPts val="0"/>
              </a:spcAft>
              <a:buClr>
                <a:schemeClr val="lt1"/>
              </a:buClr>
              <a:buSzPts val="1300"/>
              <a:buFont typeface="Arial"/>
              <a:buAutoNum type="arabicPeriod"/>
            </a:pPr>
            <a:r>
              <a:rPr b="1" i="0" lang="en-US" sz="1300" u="none" cap="none" strike="noStrike">
                <a:solidFill>
                  <a:schemeClr val="lt1"/>
                </a:solidFill>
                <a:latin typeface="Arial"/>
                <a:ea typeface="Arial"/>
                <a:cs typeface="Arial"/>
                <a:sym typeface="Arial"/>
              </a:rPr>
              <a:t>Acceso y Estado del Proceso:</a:t>
            </a:r>
            <a:endParaRPr b="1"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El proceso que está ejecutándose en la CPU puede identificarse con la macro current.</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Para encontrar un proceso por su PID se usa pid2task(PID).</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Las funciones clave incluyen:</a:t>
            </a:r>
            <a:endParaRPr b="0" i="0" sz="1300" u="none" cap="none" strike="noStrike">
              <a:solidFill>
                <a:schemeClr val="lt1"/>
              </a:solidFill>
              <a:latin typeface="Arial"/>
              <a:ea typeface="Arial"/>
              <a:cs typeface="Arial"/>
              <a:sym typeface="Arial"/>
            </a:endParaRPr>
          </a:p>
          <a:p>
            <a:pPr indent="-311150" lvl="2" marL="13716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task_pid() y task_tid(): Devuelven el ID del proceso y del hilo.</a:t>
            </a:r>
            <a:endParaRPr b="0" i="0" sz="1300" u="none" cap="none" strike="noStrike">
              <a:solidFill>
                <a:schemeClr val="lt1"/>
              </a:solidFill>
              <a:latin typeface="Arial"/>
              <a:ea typeface="Arial"/>
              <a:cs typeface="Arial"/>
              <a:sym typeface="Arial"/>
            </a:endParaRPr>
          </a:p>
          <a:p>
            <a:pPr indent="-311150" lvl="2" marL="13716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task_parent(): Apunta al proceso padre.</a:t>
            </a:r>
            <a:endParaRPr b="0" i="0" sz="1300" u="none" cap="none" strike="noStrike">
              <a:solidFill>
                <a:schemeClr val="lt1"/>
              </a:solidFill>
              <a:latin typeface="Arial"/>
              <a:ea typeface="Arial"/>
              <a:cs typeface="Arial"/>
              <a:sym typeface="Arial"/>
            </a:endParaRPr>
          </a:p>
          <a:p>
            <a:pPr indent="-311150" lvl="2" marL="13716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task_state(): Muestra el estado del proceso, como TASK_RUNNING (0) o en espera (1 o 2).</a:t>
            </a:r>
            <a:endParaRPr b="0" i="0" sz="1300" u="none" cap="none" strike="noStrike">
              <a:solidFill>
                <a:schemeClr val="lt1"/>
              </a:solidFill>
              <a:latin typeface="Arial"/>
              <a:ea typeface="Arial"/>
              <a:cs typeface="Arial"/>
              <a:sym typeface="Arial"/>
            </a:endParaRPr>
          </a:p>
          <a:p>
            <a:pPr indent="-311150" lvl="2" marL="13716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task_execname(): Devuelve el nombre del ejecutable.</a:t>
            </a:r>
            <a:endParaRPr b="0" i="0" sz="1300" u="none" cap="none" strike="noStrike">
              <a:solidFill>
                <a:schemeClr val="lt1"/>
              </a:solidFill>
              <a:latin typeface="Arial"/>
              <a:ea typeface="Arial"/>
              <a:cs typeface="Arial"/>
              <a:sym typeface="Arial"/>
            </a:endParaRPr>
          </a:p>
          <a:p>
            <a:pPr indent="-311150" lvl="2" marL="1371600" marR="0" rtl="0" algn="l">
              <a:lnSpc>
                <a:spcPct val="115000"/>
              </a:lnSpc>
              <a:spcBef>
                <a:spcPts val="0"/>
              </a:spcBef>
              <a:spcAft>
                <a:spcPts val="0"/>
              </a:spcAft>
              <a:buClr>
                <a:schemeClr val="lt1"/>
              </a:buClr>
              <a:buSzPts val="1300"/>
              <a:buFont typeface="Arial"/>
              <a:buChar char="■"/>
            </a:pPr>
            <a:r>
              <a:rPr b="0" i="0" lang="en-US" sz="1300" u="none" cap="none" strike="noStrike">
                <a:solidFill>
                  <a:schemeClr val="lt1"/>
                </a:solidFill>
                <a:latin typeface="Arial"/>
                <a:ea typeface="Arial"/>
                <a:cs typeface="Arial"/>
                <a:sym typeface="Arial"/>
              </a:rPr>
              <a:t>task_cpu(): Indica a qué CPU pertenece la tarea.</a:t>
            </a:r>
            <a:endParaRPr b="0" i="0" sz="1300" u="none" cap="none" strike="noStrike">
              <a:solidFill>
                <a:schemeClr val="lt1"/>
              </a:solidFill>
              <a:latin typeface="Arial"/>
              <a:ea typeface="Arial"/>
              <a:cs typeface="Arial"/>
              <a:sym typeface="Arial"/>
            </a:endParaRPr>
          </a:p>
          <a:p>
            <a:pPr indent="-311150" lvl="0" marL="457200" marR="0" rtl="0" algn="l">
              <a:lnSpc>
                <a:spcPct val="115000"/>
              </a:lnSpc>
              <a:spcBef>
                <a:spcPts val="0"/>
              </a:spcBef>
              <a:spcAft>
                <a:spcPts val="0"/>
              </a:spcAft>
              <a:buClr>
                <a:schemeClr val="lt1"/>
              </a:buClr>
              <a:buSzPts val="1300"/>
              <a:buFont typeface="Arial"/>
              <a:buAutoNum type="arabicPeriod"/>
            </a:pPr>
            <a:r>
              <a:rPr b="1" i="0" lang="en-US" sz="1300" u="none" cap="none" strike="noStrike">
                <a:solidFill>
                  <a:schemeClr val="lt1"/>
                </a:solidFill>
                <a:latin typeface="Arial"/>
                <a:ea typeface="Arial"/>
                <a:cs typeface="Arial"/>
                <a:sym typeface="Arial"/>
              </a:rPr>
              <a:t>Campos Importantes de task_struct:</a:t>
            </a:r>
            <a:endParaRPr b="1"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1" i="0" lang="en-US" sz="1300" u="none" cap="none" strike="noStrike">
                <a:solidFill>
                  <a:schemeClr val="lt1"/>
                </a:solidFill>
                <a:latin typeface="Arial"/>
                <a:ea typeface="Arial"/>
                <a:cs typeface="Arial"/>
                <a:sym typeface="Arial"/>
              </a:rPr>
              <a:t>mm</a:t>
            </a:r>
            <a:r>
              <a:rPr b="0" i="0" lang="en-US" sz="1300" u="none" cap="none" strike="noStrike">
                <a:solidFill>
                  <a:schemeClr val="lt1"/>
                </a:solidFill>
                <a:latin typeface="Arial"/>
                <a:ea typeface="Arial"/>
                <a:cs typeface="Arial"/>
                <a:sym typeface="Arial"/>
              </a:rPr>
              <a:t>: Apunta al espacio de direcciones del proceso, como el ejecutable y los argumentos (argv).</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1" i="0" lang="en-US" sz="1300" u="none" cap="none" strike="noStrike">
                <a:solidFill>
                  <a:schemeClr val="lt1"/>
                </a:solidFill>
                <a:latin typeface="Arial"/>
                <a:ea typeface="Arial"/>
                <a:cs typeface="Arial"/>
                <a:sym typeface="Arial"/>
              </a:rPr>
              <a:t>fs</a:t>
            </a:r>
            <a:r>
              <a:rPr b="0" i="0" lang="en-US" sz="1300" u="none" cap="none" strike="noStrike">
                <a:solidFill>
                  <a:schemeClr val="lt1"/>
                </a:solidFill>
                <a:latin typeface="Arial"/>
                <a:ea typeface="Arial"/>
                <a:cs typeface="Arial"/>
                <a:sym typeface="Arial"/>
              </a:rPr>
              <a:t>: Almacena información del sistema de archivos, como el directorio actual y la raíz.</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1" i="0" lang="en-US" sz="1300" u="none" cap="none" strike="noStrike">
                <a:solidFill>
                  <a:schemeClr val="lt1"/>
                </a:solidFill>
                <a:latin typeface="Arial"/>
                <a:ea typeface="Arial"/>
                <a:cs typeface="Arial"/>
                <a:sym typeface="Arial"/>
              </a:rPr>
              <a:t>start_time y real_start_time</a:t>
            </a:r>
            <a:r>
              <a:rPr b="0" i="0" lang="en-US" sz="1300" u="none" cap="none" strike="noStrike">
                <a:solidFill>
                  <a:schemeClr val="lt1"/>
                </a:solidFill>
                <a:latin typeface="Arial"/>
                <a:ea typeface="Arial"/>
                <a:cs typeface="Arial"/>
                <a:sym typeface="Arial"/>
              </a:rPr>
              <a:t>: Indican el tiempo de inicio del proceso.</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1" i="0" lang="en-US" sz="1300" u="none" cap="none" strike="noStrike">
                <a:solidFill>
                  <a:schemeClr val="lt1"/>
                </a:solidFill>
                <a:latin typeface="Arial"/>
                <a:ea typeface="Arial"/>
                <a:cs typeface="Arial"/>
                <a:sym typeface="Arial"/>
              </a:rPr>
              <a:t>files</a:t>
            </a:r>
            <a:r>
              <a:rPr b="0" i="0" lang="en-US" sz="1300" u="none" cap="none" strike="noStrike">
                <a:solidFill>
                  <a:schemeClr val="lt1"/>
                </a:solidFill>
                <a:latin typeface="Arial"/>
                <a:ea typeface="Arial"/>
                <a:cs typeface="Arial"/>
                <a:sym typeface="Arial"/>
              </a:rPr>
              <a:t>: Tabla de archivos abiertos por el proceso.</a:t>
            </a:r>
            <a:endParaRPr b="0" i="0" sz="1300" u="none" cap="none" strike="noStrike">
              <a:solidFill>
                <a:schemeClr val="lt1"/>
              </a:solidFill>
              <a:latin typeface="Arial"/>
              <a:ea typeface="Arial"/>
              <a:cs typeface="Arial"/>
              <a:sym typeface="Arial"/>
            </a:endParaRPr>
          </a:p>
          <a:p>
            <a:pPr indent="-311150" lvl="1" marL="914400" marR="0" rtl="0" algn="l">
              <a:lnSpc>
                <a:spcPct val="115000"/>
              </a:lnSpc>
              <a:spcBef>
                <a:spcPts val="0"/>
              </a:spcBef>
              <a:spcAft>
                <a:spcPts val="0"/>
              </a:spcAft>
              <a:buClr>
                <a:schemeClr val="lt1"/>
              </a:buClr>
              <a:buSzPts val="1300"/>
              <a:buFont typeface="Arial"/>
              <a:buChar char="○"/>
            </a:pPr>
            <a:r>
              <a:rPr b="1" i="0" lang="en-US" sz="1300" u="none" cap="none" strike="noStrike">
                <a:solidFill>
                  <a:schemeClr val="lt1"/>
                </a:solidFill>
                <a:latin typeface="Arial"/>
                <a:ea typeface="Arial"/>
                <a:cs typeface="Arial"/>
                <a:sym typeface="Arial"/>
              </a:rPr>
              <a:t>utime y stime</a:t>
            </a:r>
            <a:r>
              <a:rPr b="0" i="0" lang="en-US" sz="1300" u="none" cap="none" strike="noStrike">
                <a:solidFill>
                  <a:schemeClr val="lt1"/>
                </a:solidFill>
                <a:latin typeface="Arial"/>
                <a:ea typeface="Arial"/>
                <a:cs typeface="Arial"/>
                <a:sym typeface="Arial"/>
              </a:rPr>
              <a:t>: Tiempo que el proceso ha pasado en modo usuario y kernel.</a:t>
            </a:r>
            <a:endParaRPr b="0" i="0" sz="1300" u="none" cap="none" strike="noStrike">
              <a:solidFill>
                <a:schemeClr val="lt1"/>
              </a:solidFill>
              <a:latin typeface="Arial"/>
              <a:ea typeface="Arial"/>
              <a:cs typeface="Arial"/>
              <a:sym typeface="Arial"/>
            </a:endParaRPr>
          </a:p>
        </p:txBody>
      </p:sp>
      <p:sp>
        <p:nvSpPr>
          <p:cNvPr id="732" name="Google Shape;732;g2dcb5b4a0ba_1_223"/>
          <p:cNvSpPr/>
          <p:nvPr/>
        </p:nvSpPr>
        <p:spPr>
          <a:xfrm>
            <a:off x="8198025" y="559853"/>
            <a:ext cx="5978700" cy="385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E4E6"/>
              </a:buClr>
              <a:buSzPts val="1750"/>
              <a:buFont typeface="Barlow"/>
              <a:buNone/>
            </a:pPr>
            <a:r>
              <a:rPr b="0" i="0" lang="en-US" sz="1750" u="none" cap="none" strike="noStrike">
                <a:solidFill>
                  <a:srgbClr val="E0E4E6"/>
                </a:solidFill>
                <a:latin typeface="Barlow"/>
                <a:ea typeface="Barlow"/>
                <a:cs typeface="Barlow"/>
                <a:sym typeface="Barlow"/>
              </a:rPr>
              <a:t>https://myaut.github.io/dtrace-stap-book/kernel/proc.html</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pic>
        <p:nvPicPr>
          <p:cNvPr descr="preencoded.png" id="738" name="Google Shape;738;p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39" name="Google Shape;739;p8"/>
          <p:cNvSpPr/>
          <p:nvPr/>
        </p:nvSpPr>
        <p:spPr>
          <a:xfrm>
            <a:off x="864037" y="2262783"/>
            <a:ext cx="6083141"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Conclusión </a:t>
            </a:r>
            <a:endParaRPr b="1" i="0" sz="4300" u="none" cap="none" strike="noStrike">
              <a:solidFill>
                <a:srgbClr val="F0FCFF"/>
              </a:solidFill>
              <a:latin typeface="Spline Sans"/>
              <a:ea typeface="Spline Sans"/>
              <a:cs typeface="Spline Sans"/>
              <a:sym typeface="Spline Sans"/>
            </a:endParaRPr>
          </a:p>
          <a:p>
            <a:pPr indent="0" lvl="0" marL="0" marR="0" rtl="0" algn="l">
              <a:lnSpc>
                <a:spcPct val="125581"/>
              </a:lnSpc>
              <a:spcBef>
                <a:spcPts val="0"/>
              </a:spcBef>
              <a:spcAft>
                <a:spcPts val="0"/>
              </a:spcAft>
              <a:buClr>
                <a:srgbClr val="F0FCFF"/>
              </a:buClr>
              <a:buSzPts val="4300"/>
              <a:buFont typeface="Spline Sans"/>
              <a:buNone/>
            </a:pPr>
            <a:r>
              <a:t/>
            </a:r>
            <a:endParaRPr b="1" i="0" sz="4300" u="none" cap="none" strike="noStrike">
              <a:solidFill>
                <a:srgbClr val="F0FCFF"/>
              </a:solidFill>
              <a:latin typeface="Spline Sans"/>
              <a:ea typeface="Spline Sans"/>
              <a:cs typeface="Spline Sans"/>
              <a:sym typeface="Spline Sans"/>
            </a:endParaRPr>
          </a:p>
        </p:txBody>
      </p:sp>
      <p:sp>
        <p:nvSpPr>
          <p:cNvPr id="740" name="Google Shape;740;p8"/>
          <p:cNvSpPr/>
          <p:nvPr/>
        </p:nvSpPr>
        <p:spPr>
          <a:xfrm>
            <a:off x="864037" y="3318867"/>
            <a:ext cx="7415927"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Los conceptos de proceso y su manejo en sistemas operativos, como Linux, son fundamentales para comprender el funcionamiento interno de los sistemas informáticos y optimizar el uso de los recursos.</a:t>
            </a:r>
            <a:endParaRPr b="0" i="0" sz="1900" u="none" cap="none" strike="noStrike">
              <a:solidFill>
                <a:srgbClr val="000000"/>
              </a:solidFill>
              <a:latin typeface="Arial"/>
              <a:ea typeface="Arial"/>
              <a:cs typeface="Arial"/>
              <a:sym typeface="Arial"/>
            </a:endParaRPr>
          </a:p>
        </p:txBody>
      </p:sp>
      <p:sp>
        <p:nvSpPr>
          <p:cNvPr id="741" name="Google Shape;741;p8"/>
          <p:cNvSpPr/>
          <p:nvPr/>
        </p:nvSpPr>
        <p:spPr>
          <a:xfrm>
            <a:off x="864037" y="5176718"/>
            <a:ext cx="7415927"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6097552df7_0_704"/>
          <p:cNvSpPr txBox="1"/>
          <p:nvPr>
            <p:ph type="title"/>
          </p:nvPr>
        </p:nvSpPr>
        <p:spPr>
          <a:xfrm>
            <a:off x="2076000" y="454920"/>
            <a:ext cx="11973600" cy="9486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Valores y Actitudes Desarrolladas</a:t>
            </a:r>
            <a:endParaRPr/>
          </a:p>
        </p:txBody>
      </p:sp>
      <p:sp>
        <p:nvSpPr>
          <p:cNvPr id="747" name="Google Shape;747;g36097552df7_0_704"/>
          <p:cNvSpPr txBox="1"/>
          <p:nvPr/>
        </p:nvSpPr>
        <p:spPr>
          <a:xfrm>
            <a:off x="2066500" y="1617550"/>
            <a:ext cx="11526900" cy="645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500"/>
              <a:buFont typeface="Arial"/>
              <a:buNone/>
            </a:pPr>
            <a:r>
              <a:rPr b="1" i="0" lang="en-US" sz="1500" u="none" cap="none" strike="noStrike">
                <a:solidFill>
                  <a:schemeClr val="lt1"/>
                </a:solidFill>
                <a:latin typeface="Arial"/>
                <a:ea typeface="Arial"/>
                <a:cs typeface="Arial"/>
                <a:sym typeface="Arial"/>
              </a:rPr>
              <a:t>Valores al aprender estos temas</a:t>
            </a:r>
            <a:endParaRPr b="1" i="0" sz="1500" u="none" cap="none" strike="noStrike">
              <a:solidFill>
                <a:schemeClr val="l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500"/>
              <a:buFont typeface="Arial"/>
              <a:buNone/>
            </a:pPr>
            <a:r>
              <a:rPr b="0" i="0" lang="en-US" sz="1500" u="none" cap="none" strike="noStrike">
                <a:solidFill>
                  <a:schemeClr val="lt1"/>
                </a:solidFill>
                <a:latin typeface="Arial"/>
                <a:ea typeface="Arial"/>
                <a:cs typeface="Arial"/>
                <a:sym typeface="Arial"/>
              </a:rPr>
              <a:t>Aquí te detallo los principales valores y beneficios que obtendrás al dominar estos conceptos: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120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Fundamentos Sólidos de Sistemas Operativos:</a:t>
            </a:r>
            <a:r>
              <a:rPr b="0" i="0" lang="en-US" sz="1500" u="none" cap="none" strike="noStrike">
                <a:solidFill>
                  <a:schemeClr val="lt1"/>
                </a:solidFill>
                <a:latin typeface="Arial"/>
                <a:ea typeface="Arial"/>
                <a:cs typeface="Arial"/>
                <a:sym typeface="Arial"/>
              </a:rPr>
              <a:t> Entenderás cómo funciona un sistema operativo desde sus cimientos. Comprender el </a:t>
            </a:r>
            <a:r>
              <a:rPr b="1" i="0" lang="en-US" sz="1500" u="none" cap="none" strike="noStrike">
                <a:solidFill>
                  <a:schemeClr val="lt1"/>
                </a:solidFill>
                <a:latin typeface="Arial"/>
                <a:ea typeface="Arial"/>
                <a:cs typeface="Arial"/>
                <a:sym typeface="Arial"/>
              </a:rPr>
              <a:t>Kernel</a:t>
            </a:r>
            <a:r>
              <a:rPr b="0" i="0" lang="en-US" sz="1500" u="none" cap="none" strike="noStrike">
                <a:solidFill>
                  <a:schemeClr val="lt1"/>
                </a:solidFill>
                <a:latin typeface="Arial"/>
                <a:ea typeface="Arial"/>
                <a:cs typeface="Arial"/>
                <a:sym typeface="Arial"/>
              </a:rPr>
              <a:t>, las </a:t>
            </a:r>
            <a:r>
              <a:rPr b="1" i="0" lang="en-US" sz="1500" u="none" cap="none" strike="noStrike">
                <a:solidFill>
                  <a:schemeClr val="lt1"/>
                </a:solidFill>
                <a:latin typeface="Arial"/>
                <a:ea typeface="Arial"/>
                <a:cs typeface="Arial"/>
                <a:sym typeface="Arial"/>
              </a:rPr>
              <a:t>System Calls</a:t>
            </a:r>
            <a:r>
              <a:rPr b="0" i="0" lang="en-US" sz="1500" u="none" cap="none" strike="noStrike">
                <a:solidFill>
                  <a:schemeClr val="lt1"/>
                </a:solidFill>
                <a:latin typeface="Arial"/>
                <a:ea typeface="Arial"/>
                <a:cs typeface="Arial"/>
                <a:sym typeface="Arial"/>
              </a:rPr>
              <a:t> y el </a:t>
            </a:r>
            <a:r>
              <a:rPr b="1" i="0" lang="en-US" sz="1500" u="none" cap="none" strike="noStrike">
                <a:solidFill>
                  <a:schemeClr val="lt1"/>
                </a:solidFill>
                <a:latin typeface="Arial"/>
                <a:ea typeface="Arial"/>
                <a:cs typeface="Arial"/>
                <a:sym typeface="Arial"/>
              </a:rPr>
              <a:t>PCB</a:t>
            </a:r>
            <a:r>
              <a:rPr b="0" i="0" lang="en-US" sz="1500" u="none" cap="none" strike="noStrike">
                <a:solidFill>
                  <a:schemeClr val="lt1"/>
                </a:solidFill>
                <a:latin typeface="Arial"/>
                <a:ea typeface="Arial"/>
                <a:cs typeface="Arial"/>
                <a:sym typeface="Arial"/>
              </a:rPr>
              <a:t> te dará una visión profunda de cómo se gestionan los recursos y se ejecutan los programas.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Programación de Bajo Nivel y Eficiencia:</a:t>
            </a:r>
            <a:r>
              <a:rPr b="0" i="0" lang="en-US" sz="1500" u="none" cap="none" strike="noStrike">
                <a:solidFill>
                  <a:schemeClr val="lt1"/>
                </a:solidFill>
                <a:latin typeface="Arial"/>
                <a:ea typeface="Arial"/>
                <a:cs typeface="Arial"/>
                <a:sym typeface="Arial"/>
              </a:rPr>
              <a:t> Al estudiar los </a:t>
            </a:r>
            <a:r>
              <a:rPr b="1" i="0" lang="en-US" sz="1500" u="none" cap="none" strike="noStrike">
                <a:solidFill>
                  <a:schemeClr val="lt1"/>
                </a:solidFill>
                <a:latin typeface="Arial"/>
                <a:ea typeface="Arial"/>
                <a:cs typeface="Arial"/>
                <a:sym typeface="Arial"/>
              </a:rPr>
              <a:t>Módulos del Kernel</a:t>
            </a:r>
            <a:r>
              <a:rPr b="0" i="0" lang="en-US" sz="1500" u="none" cap="none" strike="noStrike">
                <a:solidFill>
                  <a:schemeClr val="lt1"/>
                </a:solidFill>
                <a:latin typeface="Arial"/>
                <a:ea typeface="Arial"/>
                <a:cs typeface="Arial"/>
                <a:sym typeface="Arial"/>
              </a:rPr>
              <a:t> y la interacción con el hardware, desarrollarás la capacidad de escribir código más cercano a la máquina, lo que es crucial para aplicaciones de alto rendimiento y controladores de dispositivos.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Comprensión de la Concurrencia:</a:t>
            </a:r>
            <a:r>
              <a:rPr b="0" i="0" lang="en-US" sz="1500" u="none" cap="none" strike="noStrike">
                <a:solidFill>
                  <a:schemeClr val="lt1"/>
                </a:solidFill>
                <a:latin typeface="Arial"/>
                <a:ea typeface="Arial"/>
                <a:cs typeface="Arial"/>
                <a:sym typeface="Arial"/>
              </a:rPr>
              <a:t> Los conceptos de </a:t>
            </a:r>
            <a:r>
              <a:rPr b="1" i="0" lang="en-US" sz="1500" u="none" cap="none" strike="noStrike">
                <a:solidFill>
                  <a:schemeClr val="lt1"/>
                </a:solidFill>
                <a:latin typeface="Arial"/>
                <a:ea typeface="Arial"/>
                <a:cs typeface="Arial"/>
                <a:sym typeface="Arial"/>
              </a:rPr>
              <a:t>Procesos, Estados de los procesos, Diagrama de transición</a:t>
            </a:r>
            <a:r>
              <a:rPr b="0" i="0" lang="en-US" sz="1500" u="none" cap="none" strike="noStrike">
                <a:solidFill>
                  <a:schemeClr val="lt1"/>
                </a:solidFill>
                <a:latin typeface="Arial"/>
                <a:ea typeface="Arial"/>
                <a:cs typeface="Arial"/>
                <a:sym typeface="Arial"/>
              </a:rPr>
              <a:t> y </a:t>
            </a:r>
            <a:r>
              <a:rPr b="1" i="0" lang="en-US" sz="1500" u="none" cap="none" strike="noStrike">
                <a:solidFill>
                  <a:schemeClr val="lt1"/>
                </a:solidFill>
                <a:latin typeface="Arial"/>
                <a:ea typeface="Arial"/>
                <a:cs typeface="Arial"/>
                <a:sym typeface="Arial"/>
              </a:rPr>
              <a:t>Programación Concurrente</a:t>
            </a:r>
            <a:r>
              <a:rPr b="0" i="0" lang="en-US" sz="1500" u="none" cap="none" strike="noStrike">
                <a:solidFill>
                  <a:schemeClr val="lt1"/>
                </a:solidFill>
                <a:latin typeface="Arial"/>
                <a:ea typeface="Arial"/>
                <a:cs typeface="Arial"/>
                <a:sym typeface="Arial"/>
              </a:rPr>
              <a:t> te permitirán diseñar y depurar aplicaciones que ejecutan múltiples tareas simultáneamente de manera eficiente y segura, evitando problemas como </a:t>
            </a:r>
            <a:r>
              <a:rPr b="0" i="1" lang="en-US" sz="1500" u="none" cap="none" strike="noStrike">
                <a:solidFill>
                  <a:schemeClr val="lt1"/>
                </a:solidFill>
                <a:latin typeface="Arial"/>
                <a:ea typeface="Arial"/>
                <a:cs typeface="Arial"/>
                <a:sym typeface="Arial"/>
              </a:rPr>
              <a:t>deadlocks</a:t>
            </a:r>
            <a:r>
              <a:rPr b="0" i="0" lang="en-US" sz="1500" u="none" cap="none" strike="noStrike">
                <a:solidFill>
                  <a:schemeClr val="lt1"/>
                </a:solidFill>
                <a:latin typeface="Arial"/>
                <a:ea typeface="Arial"/>
                <a:cs typeface="Arial"/>
                <a:sym typeface="Arial"/>
              </a:rPr>
              <a:t> y </a:t>
            </a:r>
            <a:r>
              <a:rPr b="0" i="1" lang="en-US" sz="1500" u="none" cap="none" strike="noStrike">
                <a:solidFill>
                  <a:schemeClr val="lt1"/>
                </a:solidFill>
                <a:latin typeface="Arial"/>
                <a:ea typeface="Arial"/>
                <a:cs typeface="Arial"/>
                <a:sym typeface="Arial"/>
              </a:rPr>
              <a:t>race conditions</a:t>
            </a:r>
            <a:r>
              <a:rPr b="0" i="0" lang="en-US" sz="1500" u="none" cap="none" strike="noStrike">
                <a:solidFill>
                  <a:schemeClr val="lt1"/>
                </a:solidFill>
                <a:latin typeface="Arial"/>
                <a:ea typeface="Arial"/>
                <a:cs typeface="Arial"/>
                <a:sym typeface="Arial"/>
              </a:rPr>
              <a:t>.</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Habilidades de Depuración Avanzada:</a:t>
            </a:r>
            <a:r>
              <a:rPr b="0" i="0" lang="en-US" sz="1500" u="none" cap="none" strike="noStrike">
                <a:solidFill>
                  <a:schemeClr val="lt1"/>
                </a:solidFill>
                <a:latin typeface="Arial"/>
                <a:ea typeface="Arial"/>
                <a:cs typeface="Arial"/>
                <a:sym typeface="Arial"/>
              </a:rPr>
              <a:t> Conocer cómo funcionan los procesos y su </a:t>
            </a:r>
            <a:r>
              <a:rPr b="1" i="0" lang="en-US" sz="1500" u="none" cap="none" strike="noStrike">
                <a:solidFill>
                  <a:schemeClr val="lt1"/>
                </a:solidFill>
                <a:latin typeface="Arial"/>
                <a:ea typeface="Arial"/>
                <a:cs typeface="Arial"/>
                <a:sym typeface="Arial"/>
              </a:rPr>
              <a:t>PCB</a:t>
            </a:r>
            <a:r>
              <a:rPr b="0" i="0" lang="en-US" sz="1500" u="none" cap="none" strike="noStrike">
                <a:solidFill>
                  <a:schemeClr val="lt1"/>
                </a:solidFill>
                <a:latin typeface="Arial"/>
                <a:ea typeface="Arial"/>
                <a:cs typeface="Arial"/>
                <a:sym typeface="Arial"/>
              </a:rPr>
              <a:t> te ayudará a diagnosticar y resolver problemas complejos en el comportamiento de las aplicaciones, incluso a nivel de sistema.</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Desarrollo Multiplataforma y Embebido:</a:t>
            </a:r>
            <a:r>
              <a:rPr b="0" i="0" lang="en-US" sz="1500" u="none" cap="none" strike="noStrike">
                <a:solidFill>
                  <a:schemeClr val="lt1"/>
                </a:solidFill>
                <a:latin typeface="Arial"/>
                <a:ea typeface="Arial"/>
                <a:cs typeface="Arial"/>
                <a:sym typeface="Arial"/>
              </a:rPr>
              <a:t> La </a:t>
            </a:r>
            <a:r>
              <a:rPr b="1" i="0" lang="en-US" sz="1500" u="none" cap="none" strike="noStrike">
                <a:solidFill>
                  <a:schemeClr val="lt1"/>
                </a:solidFill>
                <a:latin typeface="Arial"/>
                <a:ea typeface="Arial"/>
                <a:cs typeface="Arial"/>
                <a:sym typeface="Arial"/>
              </a:rPr>
              <a:t>Compilación para otras arquitecturas</a:t>
            </a:r>
            <a:r>
              <a:rPr b="0" i="0" lang="en-US" sz="1500" u="none" cap="none" strike="noStrike">
                <a:solidFill>
                  <a:schemeClr val="lt1"/>
                </a:solidFill>
                <a:latin typeface="Arial"/>
                <a:ea typeface="Arial"/>
                <a:cs typeface="Arial"/>
                <a:sym typeface="Arial"/>
              </a:rPr>
              <a:t> es fundamental para trabajar con sistemas embebidos, IoT o desarrollar software que se ejecute en diferentes tipos de hardware (ARM, x86, etc.).</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Seguridad Informática:</a:t>
            </a:r>
            <a:r>
              <a:rPr b="0" i="0" lang="en-US" sz="1500" u="none" cap="none" strike="noStrike">
                <a:solidFill>
                  <a:schemeClr val="lt1"/>
                </a:solidFill>
                <a:latin typeface="Arial"/>
                <a:ea typeface="Arial"/>
                <a:cs typeface="Arial"/>
                <a:sym typeface="Arial"/>
              </a:rPr>
              <a:t> Un conocimiento profundo del kernel y las system calls es vital para entender cómo se explotan las vulnerabilidades y cómo proteger los sistemas.</a:t>
            </a:r>
            <a:endParaRPr b="0" i="0" sz="1500" u="none" cap="none" strike="noStrike">
              <a:solidFill>
                <a:schemeClr val="lt1"/>
              </a:solidFill>
              <a:latin typeface="Arial"/>
              <a:ea typeface="Arial"/>
              <a:cs typeface="Arial"/>
              <a:sym typeface="Arial"/>
            </a:endParaRPr>
          </a:p>
          <a:p>
            <a:pPr indent="-323850" lvl="0" marL="457200" marR="0" rtl="0" algn="l">
              <a:lnSpc>
                <a:spcPct val="115000"/>
              </a:lnSpc>
              <a:spcBef>
                <a:spcPts val="0"/>
              </a:spcBef>
              <a:spcAft>
                <a:spcPts val="0"/>
              </a:spcAft>
              <a:buClr>
                <a:schemeClr val="lt1"/>
              </a:buClr>
              <a:buSzPts val="1500"/>
              <a:buFont typeface="Arial"/>
              <a:buChar char="●"/>
            </a:pPr>
            <a:r>
              <a:rPr b="1" i="0" lang="en-US" sz="1500" u="none" cap="none" strike="noStrike">
                <a:solidFill>
                  <a:schemeClr val="lt1"/>
                </a:solidFill>
                <a:latin typeface="Arial"/>
                <a:ea typeface="Arial"/>
                <a:cs typeface="Arial"/>
                <a:sym typeface="Arial"/>
              </a:rPr>
              <a:t>Ventaja Competitiva con Rust:</a:t>
            </a:r>
            <a:r>
              <a:rPr b="0" i="0" lang="en-US" sz="1500" u="none" cap="none" strike="noStrike">
                <a:solidFill>
                  <a:schemeClr val="lt1"/>
                </a:solidFill>
                <a:latin typeface="Arial"/>
                <a:ea typeface="Arial"/>
                <a:cs typeface="Arial"/>
                <a:sym typeface="Arial"/>
              </a:rPr>
              <a:t> La inclusión de </a:t>
            </a:r>
            <a:r>
              <a:rPr b="1" i="0" lang="en-US" sz="1500" u="none" cap="none" strike="noStrike">
                <a:solidFill>
                  <a:schemeClr val="lt1"/>
                </a:solidFill>
                <a:latin typeface="Arial"/>
                <a:ea typeface="Arial"/>
                <a:cs typeface="Arial"/>
                <a:sym typeface="Arial"/>
              </a:rPr>
              <a:t>Rust</a:t>
            </a:r>
            <a:r>
              <a:rPr b="0" i="0" lang="en-US" sz="1500" u="none" cap="none" strike="noStrike">
                <a:solidFill>
                  <a:schemeClr val="lt1"/>
                </a:solidFill>
                <a:latin typeface="Arial"/>
                <a:ea typeface="Arial"/>
                <a:cs typeface="Arial"/>
                <a:sym typeface="Arial"/>
              </a:rPr>
              <a:t> en este temario es una gran ventaja. Rust es un lenguaje de programación moderno que ofrece seguridad de memoria sin </a:t>
            </a:r>
            <a:r>
              <a:rPr b="0" i="1" lang="en-US" sz="1500" u="none" cap="none" strike="noStrike">
                <a:solidFill>
                  <a:schemeClr val="lt1"/>
                </a:solidFill>
                <a:latin typeface="Arial"/>
                <a:ea typeface="Arial"/>
                <a:cs typeface="Arial"/>
                <a:sym typeface="Arial"/>
              </a:rPr>
              <a:t>garbage collector</a:t>
            </a:r>
            <a:r>
              <a:rPr b="0" i="0" lang="en-US" sz="1500" u="none" cap="none" strike="noStrike">
                <a:solidFill>
                  <a:schemeClr val="lt1"/>
                </a:solidFill>
                <a:latin typeface="Arial"/>
                <a:ea typeface="Arial"/>
                <a:cs typeface="Arial"/>
                <a:sym typeface="Arial"/>
              </a:rPr>
              <a:t>, lo que lo hace ideal para la programación de sistemas, incluyendo módulos del kernel. Aprender Rust te posiciona a la vanguardia en el desarrollo de software seguro y robusto.</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500"/>
              <a:buFont typeface="Arial"/>
              <a:buNone/>
            </a:pPr>
            <a:r>
              <a:t/>
            </a:r>
            <a:endParaRPr b="0" i="0" sz="1500" u="none" cap="none" strike="noStrike">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6097552df7_0_709"/>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Conclusiones </a:t>
            </a:r>
            <a:endParaRPr/>
          </a:p>
        </p:txBody>
      </p:sp>
      <p:sp>
        <p:nvSpPr>
          <p:cNvPr id="753" name="Google Shape;753;g36097552df7_0_709"/>
          <p:cNvSpPr txBox="1"/>
          <p:nvPr>
            <p:ph idx="1" type="body"/>
          </p:nvPr>
        </p:nvSpPr>
        <p:spPr>
          <a:xfrm>
            <a:off x="2076000" y="1649360"/>
            <a:ext cx="11262300" cy="5516700"/>
          </a:xfrm>
          <a:prstGeom prst="rect">
            <a:avLst/>
          </a:prstGeom>
          <a:noFill/>
          <a:ln>
            <a:noFill/>
          </a:ln>
        </p:spPr>
        <p:txBody>
          <a:bodyPr anchorCtr="0" anchor="t" bIns="146275" lIns="146275" spcFirstLastPara="1" rIns="146275" wrap="square" tIns="146275">
            <a:normAutofit fontScale="70000" lnSpcReduction="10000"/>
          </a:bodyPr>
          <a:lstStyle/>
          <a:p>
            <a:pPr indent="-470535" lvl="0" marL="736600" rtl="0" algn="just">
              <a:lnSpc>
                <a:spcPct val="115000"/>
              </a:lnSpc>
              <a:spcBef>
                <a:spcPts val="0"/>
              </a:spcBef>
              <a:spcAft>
                <a:spcPts val="0"/>
              </a:spcAft>
              <a:buSzPct val="100000"/>
              <a:buFont typeface="Arial"/>
              <a:buChar char="●"/>
            </a:pPr>
            <a:r>
              <a:rPr b="1" lang="en-US" sz="2300">
                <a:latin typeface="Arial"/>
                <a:ea typeface="Arial"/>
                <a:cs typeface="Arial"/>
                <a:sym typeface="Arial"/>
              </a:rPr>
              <a:t>Alto rendimiento con seguridad en memoria:</a:t>
            </a:r>
            <a:br>
              <a:rPr b="1" lang="en-US" sz="2300">
                <a:latin typeface="Arial"/>
                <a:ea typeface="Arial"/>
                <a:cs typeface="Arial"/>
                <a:sym typeface="Arial"/>
              </a:rPr>
            </a:br>
            <a:r>
              <a:rPr lang="en-US" sz="2300">
                <a:latin typeface="Arial"/>
                <a:ea typeface="Arial"/>
                <a:cs typeface="Arial"/>
                <a:sym typeface="Arial"/>
              </a:rPr>
              <a:t> Rust permite desarrollar servicios y herramientas de bajo nivel, como runtimes de contenedores o sistemas embebidos, sin sacrificar velocidad ni seguridad, gracias a su sistema de ownership y tipado fuerte.</a:t>
            </a:r>
            <a:br>
              <a:rPr lang="en-US" sz="2300">
                <a:latin typeface="Arial"/>
                <a:ea typeface="Arial"/>
                <a:cs typeface="Arial"/>
                <a:sym typeface="Arial"/>
              </a:rPr>
            </a:br>
            <a:endParaRPr sz="2300">
              <a:latin typeface="Arial"/>
              <a:ea typeface="Arial"/>
              <a:cs typeface="Arial"/>
              <a:sym typeface="Arial"/>
            </a:endParaRPr>
          </a:p>
          <a:p>
            <a:pPr indent="-470535" lvl="0" marL="736600" rtl="0" algn="just">
              <a:lnSpc>
                <a:spcPct val="115000"/>
              </a:lnSpc>
              <a:spcBef>
                <a:spcPts val="0"/>
              </a:spcBef>
              <a:spcAft>
                <a:spcPts val="0"/>
              </a:spcAft>
              <a:buSzPct val="100000"/>
              <a:buChar char="●"/>
            </a:pPr>
            <a:r>
              <a:rPr b="1" lang="en-US" sz="2300">
                <a:latin typeface="Arial"/>
                <a:ea typeface="Arial"/>
                <a:cs typeface="Arial"/>
                <a:sym typeface="Arial"/>
              </a:rPr>
              <a:t>Ideal para herramientas de infraestructura moderna:</a:t>
            </a:r>
            <a:br>
              <a:rPr b="1" lang="en-US" sz="2300">
                <a:latin typeface="Arial"/>
                <a:ea typeface="Arial"/>
                <a:cs typeface="Arial"/>
                <a:sym typeface="Arial"/>
              </a:rPr>
            </a:br>
            <a:r>
              <a:rPr lang="en-US" sz="2300">
                <a:latin typeface="Arial"/>
                <a:ea typeface="Arial"/>
                <a:cs typeface="Arial"/>
                <a:sym typeface="Arial"/>
              </a:rPr>
              <a:t> Muchas soluciones del ecosistema cloud-native están migrando o construyéndose en Rust (como </a:t>
            </a:r>
            <a:r>
              <a:rPr lang="en-US" sz="2300">
                <a:latin typeface="Roboto Mono"/>
                <a:ea typeface="Roboto Mono"/>
                <a:cs typeface="Roboto Mono"/>
                <a:sym typeface="Roboto Mono"/>
              </a:rPr>
              <a:t>krustlet</a:t>
            </a:r>
            <a:r>
              <a:rPr lang="en-US" sz="2300">
                <a:latin typeface="Arial"/>
                <a:ea typeface="Arial"/>
                <a:cs typeface="Arial"/>
                <a:sym typeface="Arial"/>
              </a:rPr>
              <a:t>, </a:t>
            </a:r>
            <a:r>
              <a:rPr lang="en-US" sz="2300">
                <a:latin typeface="Roboto Mono"/>
                <a:ea typeface="Roboto Mono"/>
                <a:cs typeface="Roboto Mono"/>
                <a:sym typeface="Roboto Mono"/>
              </a:rPr>
              <a:t>wasmtime</a:t>
            </a:r>
            <a:r>
              <a:rPr lang="en-US" sz="2300">
                <a:latin typeface="Arial"/>
                <a:ea typeface="Arial"/>
                <a:cs typeface="Arial"/>
                <a:sym typeface="Arial"/>
              </a:rPr>
              <a:t>, y </a:t>
            </a:r>
            <a:r>
              <a:rPr lang="en-US" sz="2300">
                <a:latin typeface="Roboto Mono"/>
                <a:ea typeface="Roboto Mono"/>
                <a:cs typeface="Roboto Mono"/>
                <a:sym typeface="Roboto Mono"/>
              </a:rPr>
              <a:t>bollard</a:t>
            </a:r>
            <a:r>
              <a:rPr lang="en-US" sz="2300">
                <a:latin typeface="Arial"/>
                <a:ea typeface="Arial"/>
                <a:cs typeface="Arial"/>
                <a:sym typeface="Arial"/>
              </a:rPr>
              <a:t>), demostrando su solidez para el desarrollo de sistemas críticos.</a:t>
            </a:r>
            <a:br>
              <a:rPr lang="en-US" sz="2300">
                <a:latin typeface="Arial"/>
                <a:ea typeface="Arial"/>
                <a:cs typeface="Arial"/>
                <a:sym typeface="Arial"/>
              </a:rPr>
            </a:br>
            <a:endParaRPr sz="2300">
              <a:latin typeface="Arial"/>
              <a:ea typeface="Arial"/>
              <a:cs typeface="Arial"/>
              <a:sym typeface="Arial"/>
            </a:endParaRPr>
          </a:p>
          <a:p>
            <a:pPr indent="-470535" lvl="0" marL="736600" rtl="0" algn="just">
              <a:lnSpc>
                <a:spcPct val="115000"/>
              </a:lnSpc>
              <a:spcBef>
                <a:spcPts val="0"/>
              </a:spcBef>
              <a:spcAft>
                <a:spcPts val="0"/>
              </a:spcAft>
              <a:buSzPct val="100000"/>
              <a:buFont typeface="Arial"/>
              <a:buChar char="●"/>
            </a:pPr>
            <a:r>
              <a:rPr b="1" lang="en-US" sz="2300">
                <a:latin typeface="Arial"/>
                <a:ea typeface="Arial"/>
                <a:cs typeface="Arial"/>
                <a:sym typeface="Arial"/>
              </a:rPr>
              <a:t>Eficiencia en recursos:</a:t>
            </a:r>
            <a:br>
              <a:rPr b="1" lang="en-US" sz="2300">
                <a:latin typeface="Arial"/>
                <a:ea typeface="Arial"/>
                <a:cs typeface="Arial"/>
                <a:sym typeface="Arial"/>
              </a:rPr>
            </a:br>
            <a:r>
              <a:rPr lang="en-US" sz="2300">
                <a:latin typeface="Arial"/>
                <a:ea typeface="Arial"/>
                <a:cs typeface="Arial"/>
                <a:sym typeface="Arial"/>
              </a:rPr>
              <a:t> Rust produce binarios livianos y sin garbage collector, lo que lo hace ideal para contenedores donde el consumo de recursos debe ser mínimo.</a:t>
            </a:r>
            <a:br>
              <a:rPr lang="en-US" sz="2300">
                <a:latin typeface="Arial"/>
                <a:ea typeface="Arial"/>
                <a:cs typeface="Arial"/>
                <a:sym typeface="Arial"/>
              </a:rPr>
            </a:br>
            <a:endParaRPr sz="2300">
              <a:latin typeface="Arial"/>
              <a:ea typeface="Arial"/>
              <a:cs typeface="Arial"/>
              <a:sym typeface="Arial"/>
            </a:endParaRPr>
          </a:p>
          <a:p>
            <a:pPr indent="-470535" lvl="0" marL="736600" rtl="0" algn="just">
              <a:lnSpc>
                <a:spcPct val="115000"/>
              </a:lnSpc>
              <a:spcBef>
                <a:spcPts val="0"/>
              </a:spcBef>
              <a:spcAft>
                <a:spcPts val="0"/>
              </a:spcAft>
              <a:buSzPct val="100000"/>
              <a:buFont typeface="Arial"/>
              <a:buChar char="●"/>
            </a:pPr>
            <a:r>
              <a:rPr b="1" lang="en-US" sz="2300">
                <a:latin typeface="Arial"/>
                <a:ea typeface="Arial"/>
                <a:cs typeface="Arial"/>
                <a:sym typeface="Arial"/>
              </a:rPr>
              <a:t>Curva de aprendizaje pronunciada, pero gratificante:</a:t>
            </a:r>
            <a:br>
              <a:rPr b="1" lang="en-US" sz="2300">
                <a:latin typeface="Arial"/>
                <a:ea typeface="Arial"/>
                <a:cs typeface="Arial"/>
                <a:sym typeface="Arial"/>
              </a:rPr>
            </a:br>
            <a:r>
              <a:rPr lang="en-US" sz="2300">
                <a:latin typeface="Arial"/>
                <a:ea typeface="Arial"/>
                <a:cs typeface="Arial"/>
                <a:sym typeface="Arial"/>
              </a:rPr>
              <a:t> Aunque tiene una sintaxis rigurosa, dominar Rust fortalece las competencias de desarrollo seguro, lo cual es fundamental para sistemas distribuidos, redes y motores de contenedores.</a:t>
            </a:r>
            <a:br>
              <a:rPr lang="en-US" sz="2300">
                <a:latin typeface="Arial"/>
                <a:ea typeface="Arial"/>
                <a:cs typeface="Arial"/>
                <a:sym typeface="Arial"/>
              </a:rPr>
            </a:br>
            <a:endParaRPr sz="2300">
              <a:latin typeface="Arial"/>
              <a:ea typeface="Arial"/>
              <a:cs typeface="Arial"/>
              <a:sym typeface="Arial"/>
            </a:endParaRPr>
          </a:p>
          <a:p>
            <a:pPr indent="-470535" lvl="0" marL="736600" rtl="0" algn="just">
              <a:lnSpc>
                <a:spcPct val="115000"/>
              </a:lnSpc>
              <a:spcBef>
                <a:spcPts val="0"/>
              </a:spcBef>
              <a:spcAft>
                <a:spcPts val="0"/>
              </a:spcAft>
              <a:buSzPct val="100000"/>
              <a:buFont typeface="Arial"/>
              <a:buChar char="●"/>
            </a:pPr>
            <a:r>
              <a:rPr b="1" lang="en-US" sz="2300">
                <a:latin typeface="Arial"/>
                <a:ea typeface="Arial"/>
                <a:cs typeface="Arial"/>
                <a:sym typeface="Arial"/>
              </a:rPr>
              <a:t>Alta compatibilidad para el desarrollo cloud-native:</a:t>
            </a:r>
            <a:br>
              <a:rPr b="1" lang="en-US" sz="2300">
                <a:latin typeface="Arial"/>
                <a:ea typeface="Arial"/>
                <a:cs typeface="Arial"/>
                <a:sym typeface="Arial"/>
              </a:rPr>
            </a:br>
            <a:r>
              <a:rPr lang="en-US" sz="2300">
                <a:latin typeface="Arial"/>
                <a:ea typeface="Arial"/>
                <a:cs typeface="Arial"/>
                <a:sym typeface="Arial"/>
              </a:rPr>
              <a:t> Puede integrarse con Docker (vía imágenes multi-stage), Kubernetes (a través de CRDs personalizados), y sistemas de mensajería o bases de datos con bindings y librerías oficiales.</a:t>
            </a:r>
            <a:endParaRPr sz="2300">
              <a:latin typeface="Arial"/>
              <a:ea typeface="Arial"/>
              <a:cs typeface="Arial"/>
              <a:sym typeface="Arial"/>
            </a:endParaRPr>
          </a:p>
          <a:p>
            <a:pPr indent="0" lvl="0" marL="0" rtl="0" algn="l">
              <a:lnSpc>
                <a:spcPct val="115000"/>
              </a:lnSpc>
              <a:spcBef>
                <a:spcPts val="0"/>
              </a:spcBef>
              <a:spcAft>
                <a:spcPts val="0"/>
              </a:spcAft>
              <a:buSzPct val="142857"/>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6097552df7_0_714"/>
          <p:cNvSpPr txBox="1"/>
          <p:nvPr>
            <p:ph type="title"/>
          </p:nvPr>
        </p:nvSpPr>
        <p:spPr>
          <a:xfrm>
            <a:off x="2076000" y="630000"/>
            <a:ext cx="11262300" cy="14625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3800"/>
              <a:buNone/>
            </a:pPr>
            <a:r>
              <a:rPr lang="en-US"/>
              <a:t>REFERENCIAS</a:t>
            </a:r>
            <a:endParaRPr/>
          </a:p>
        </p:txBody>
      </p:sp>
      <p:sp>
        <p:nvSpPr>
          <p:cNvPr id="759" name="Google Shape;759;g36097552df7_0_714"/>
          <p:cNvSpPr txBox="1"/>
          <p:nvPr>
            <p:ph idx="1" type="body"/>
          </p:nvPr>
        </p:nvSpPr>
        <p:spPr>
          <a:xfrm>
            <a:off x="2076000" y="2011520"/>
            <a:ext cx="11262300" cy="5607300"/>
          </a:xfrm>
          <a:prstGeom prst="rect">
            <a:avLst/>
          </a:prstGeom>
          <a:noFill/>
          <a:ln>
            <a:noFill/>
          </a:ln>
        </p:spPr>
        <p:txBody>
          <a:bodyPr anchorCtr="0" anchor="t" bIns="146275" lIns="146275" spcFirstLastPara="1" rIns="146275" wrap="square" tIns="146275">
            <a:normAutofit/>
          </a:bodyPr>
          <a:lstStyle/>
          <a:p>
            <a:pPr indent="0" lvl="0" marL="0" rtl="0" algn="l">
              <a:lnSpc>
                <a:spcPct val="115000"/>
              </a:lnSpc>
              <a:spcBef>
                <a:spcPts val="0"/>
              </a:spcBef>
              <a:spcAft>
                <a:spcPts val="0"/>
              </a:spcAft>
              <a:buSzPts val="2100"/>
              <a:buNone/>
            </a:pPr>
            <a:r>
              <a:rPr b="1" lang="en-US" sz="1500">
                <a:latin typeface="Arial"/>
                <a:ea typeface="Arial"/>
                <a:cs typeface="Arial"/>
                <a:sym typeface="Arial"/>
              </a:rPr>
              <a:t>La documentación oficial del Kernel de Linux:</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lang="en-US" sz="1500">
                <a:latin typeface="Roboto Mono"/>
                <a:ea typeface="Roboto Mono"/>
                <a:cs typeface="Roboto Mono"/>
                <a:sym typeface="Roboto Mono"/>
              </a:rPr>
              <a:t>https://www.kernel.org/doc/</a:t>
            </a:r>
            <a:endParaRPr sz="1500">
              <a:latin typeface="Arial"/>
              <a:ea typeface="Arial"/>
              <a:cs typeface="Arial"/>
              <a:sym typeface="Arial"/>
            </a:endParaRPr>
          </a:p>
          <a:p>
            <a:pPr indent="0" lvl="0" marL="0" rtl="0" algn="l">
              <a:lnSpc>
                <a:spcPct val="115000"/>
              </a:lnSpc>
              <a:spcBef>
                <a:spcPts val="1200"/>
              </a:spcBef>
              <a:spcAft>
                <a:spcPts val="0"/>
              </a:spcAft>
              <a:buSzPts val="2100"/>
              <a:buNone/>
            </a:pPr>
            <a:r>
              <a:rPr b="1" lang="en-US" sz="1500">
                <a:latin typeface="Arial"/>
                <a:ea typeface="Arial"/>
                <a:cs typeface="Arial"/>
                <a:sym typeface="Arial"/>
              </a:rPr>
              <a:t>El libro de Rust (online):</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lang="en-US" sz="1500">
                <a:latin typeface="Roboto Mono"/>
                <a:ea typeface="Roboto Mono"/>
                <a:cs typeface="Roboto Mono"/>
                <a:sym typeface="Roboto Mono"/>
              </a:rPr>
              <a:t>https://doc.rust-lang.org/book/</a:t>
            </a:r>
            <a:endParaRPr sz="1500">
              <a:latin typeface="Arial"/>
              <a:ea typeface="Arial"/>
              <a:cs typeface="Arial"/>
              <a:sym typeface="Arial"/>
            </a:endParaRPr>
          </a:p>
          <a:p>
            <a:pPr indent="0" lvl="0" marL="0" rtl="0" algn="l">
              <a:lnSpc>
                <a:spcPct val="115000"/>
              </a:lnSpc>
              <a:spcBef>
                <a:spcPts val="1200"/>
              </a:spcBef>
              <a:spcAft>
                <a:spcPts val="0"/>
              </a:spcAft>
              <a:buSzPts val="2100"/>
              <a:buNone/>
            </a:pPr>
            <a:r>
              <a:rPr b="1" lang="en-US" sz="1500">
                <a:latin typeface="Arial"/>
                <a:ea typeface="Arial"/>
                <a:cs typeface="Arial"/>
                <a:sym typeface="Arial"/>
              </a:rPr>
              <a:t>LWN.net (Linux Weekly News):</a:t>
            </a:r>
            <a:endParaRPr b="1" sz="1500">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Font typeface="Arial"/>
              <a:buChar char="●"/>
            </a:pPr>
            <a:r>
              <a:rPr lang="en-US" sz="1500">
                <a:latin typeface="Roboto Mono"/>
                <a:ea typeface="Roboto Mono"/>
                <a:cs typeface="Roboto Mono"/>
                <a:sym typeface="Roboto Mono"/>
              </a:rPr>
              <a:t>https://lwn.net/</a:t>
            </a:r>
            <a:endParaRPr sz="1500">
              <a:latin typeface="Roboto Mono"/>
              <a:ea typeface="Roboto Mono"/>
              <a:cs typeface="Roboto Mono"/>
              <a:sym typeface="Roboto Mono"/>
            </a:endParaRPr>
          </a:p>
          <a:p>
            <a:pPr indent="0" lvl="0" marL="0" rtl="0" algn="l">
              <a:lnSpc>
                <a:spcPct val="115000"/>
              </a:lnSpc>
              <a:spcBef>
                <a:spcPts val="1200"/>
              </a:spcBef>
              <a:spcAft>
                <a:spcPts val="0"/>
              </a:spcAft>
              <a:buSzPts val="2100"/>
              <a:buNone/>
            </a:pPr>
            <a:r>
              <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6097552df7_0_979"/>
          <p:cNvSpPr txBox="1"/>
          <p:nvPr>
            <p:ph type="ctrTitle"/>
          </p:nvPr>
        </p:nvSpPr>
        <p:spPr>
          <a:xfrm>
            <a:off x="5659440" y="2525440"/>
            <a:ext cx="8028000" cy="25263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6400"/>
              <a:buNone/>
            </a:pPr>
            <a:r>
              <a:t/>
            </a:r>
            <a:endParaRPr/>
          </a:p>
        </p:txBody>
      </p:sp>
      <p:sp>
        <p:nvSpPr>
          <p:cNvPr id="765" name="Google Shape;765;g36097552df7_0_979"/>
          <p:cNvSpPr txBox="1"/>
          <p:nvPr>
            <p:ph idx="1" type="subTitle"/>
          </p:nvPr>
        </p:nvSpPr>
        <p:spPr>
          <a:xfrm>
            <a:off x="8134320" y="6279880"/>
            <a:ext cx="5553000" cy="809700"/>
          </a:xfrm>
          <a:prstGeom prst="rect">
            <a:avLst/>
          </a:prstGeom>
          <a:noFill/>
          <a:ln>
            <a:noFill/>
          </a:ln>
        </p:spPr>
        <p:txBody>
          <a:bodyPr anchorCtr="0" anchor="t" bIns="146275" lIns="146275" spcFirstLastPara="1" rIns="146275" wrap="square" tIns="146275">
            <a:normAutofit/>
          </a:bodyPr>
          <a:lstStyle/>
          <a:p>
            <a:pPr indent="0" lvl="0" marL="0" rtl="0" algn="l">
              <a:lnSpc>
                <a:spcPct val="100000"/>
              </a:lnSpc>
              <a:spcBef>
                <a:spcPts val="0"/>
              </a:spcBef>
              <a:spcAft>
                <a:spcPts val="0"/>
              </a:spcAft>
              <a:buSzPts val="2100"/>
              <a:buNone/>
            </a:pPr>
            <a:r>
              <a:t/>
            </a:r>
            <a:endParaRPr/>
          </a:p>
        </p:txBody>
      </p:sp>
      <p:pic>
        <p:nvPicPr>
          <p:cNvPr id="766" name="Google Shape;766;g36097552df7_0_979"/>
          <p:cNvPicPr preferRelativeResize="0"/>
          <p:nvPr/>
        </p:nvPicPr>
        <p:blipFill rotWithShape="1">
          <a:blip r:embed="rId3">
            <a:alphaModFix/>
          </a:blip>
          <a:srcRect b="0" l="0" r="0" t="0"/>
          <a:stretch/>
        </p:blipFill>
        <p:spPr>
          <a:xfrm>
            <a:off x="19000" y="0"/>
            <a:ext cx="14592399" cy="8229600"/>
          </a:xfrm>
          <a:prstGeom prst="rect">
            <a:avLst/>
          </a:prstGeom>
          <a:noFill/>
          <a:ln>
            <a:noFill/>
          </a:ln>
        </p:spPr>
      </p:pic>
      <p:sp>
        <p:nvSpPr>
          <p:cNvPr id="767" name="Google Shape;767;g36097552df7_0_979"/>
          <p:cNvSpPr txBox="1"/>
          <p:nvPr/>
        </p:nvSpPr>
        <p:spPr>
          <a:xfrm>
            <a:off x="6516800" y="3363800"/>
            <a:ext cx="90318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2900"/>
              <a:buFont typeface="Arial"/>
              <a:buNone/>
            </a:pPr>
            <a:r>
              <a:rPr b="0" i="0" lang="en-US" sz="4000" u="none" cap="none" strike="noStrike">
                <a:solidFill>
                  <a:schemeClr val="dk1"/>
                </a:solidFill>
                <a:latin typeface="Impact"/>
                <a:ea typeface="Impact"/>
                <a:cs typeface="Impact"/>
                <a:sym typeface="Impact"/>
              </a:rPr>
              <a:t>GRACIAS</a:t>
            </a:r>
            <a:endParaRPr b="0" i="0" sz="4000" u="none" cap="none" strike="noStrike">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2024-11-04T04:09:44Z</dcterms:created>
  <dc:creator>PptxGenJS</dc:creator>
</cp:coreProperties>
</file>