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8229600" cx="14630400"/>
  <p:notesSz cx="8229600" cy="14630400"/>
  <p:embeddedFontLst>
    <p:embeddedFont>
      <p:font typeface="Spline Sans"/>
      <p:regular r:id="rId29"/>
      <p:bold r:id="rId30"/>
    </p:embeddedFont>
    <p:embeddedFont>
      <p:font typeface="Lato"/>
      <p:regular r:id="rId31"/>
      <p:bold r:id="rId32"/>
      <p:italic r:id="rId33"/>
      <p:boldItalic r:id="rId34"/>
    </p:embeddedFont>
    <p:embeddedFont>
      <p:font typeface="Montserrat"/>
      <p:regular r:id="rId35"/>
      <p:bold r:id="rId36"/>
      <p:italic r:id="rId37"/>
      <p:boldItalic r:id="rId38"/>
    </p:embeddedFont>
    <p:embeddedFont>
      <p:font typeface="Roboto Mono"/>
      <p:regular r:id="rId39"/>
      <p:bold r:id="rId40"/>
      <p:italic r:id="rId41"/>
      <p:boldItalic r:id="rId42"/>
    </p:embeddedFont>
    <p:embeddedFont>
      <p:font typeface="Barlow"/>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hhgYL1LqkH5Iil109R9PzHdq9Y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49FC008-FC86-4F7B-A793-80924587F76E}">
  <a:tblStyle styleId="{749FC008-FC86-4F7B-A793-80924587F76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Mono-bold.fntdata"/><Relationship Id="rId20" Type="http://schemas.openxmlformats.org/officeDocument/2006/relationships/slide" Target="slides/slide13.xml"/><Relationship Id="rId42" Type="http://schemas.openxmlformats.org/officeDocument/2006/relationships/font" Target="fonts/RobotoMono-boldItalic.fntdata"/><Relationship Id="rId41" Type="http://schemas.openxmlformats.org/officeDocument/2006/relationships/font" Target="fonts/RobotoMono-italic.fntdata"/><Relationship Id="rId22" Type="http://schemas.openxmlformats.org/officeDocument/2006/relationships/slide" Target="slides/slide15.xml"/><Relationship Id="rId44" Type="http://schemas.openxmlformats.org/officeDocument/2006/relationships/font" Target="fonts/Barlow-bold.fntdata"/><Relationship Id="rId21" Type="http://schemas.openxmlformats.org/officeDocument/2006/relationships/slide" Target="slides/slide14.xml"/><Relationship Id="rId43" Type="http://schemas.openxmlformats.org/officeDocument/2006/relationships/font" Target="fonts/Barlow-regular.fntdata"/><Relationship Id="rId24" Type="http://schemas.openxmlformats.org/officeDocument/2006/relationships/slide" Target="slides/slide17.xml"/><Relationship Id="rId46" Type="http://schemas.openxmlformats.org/officeDocument/2006/relationships/font" Target="fonts/Barlow-boldItalic.fntdata"/><Relationship Id="rId23" Type="http://schemas.openxmlformats.org/officeDocument/2006/relationships/slide" Target="slides/slide16.xml"/><Relationship Id="rId45" Type="http://schemas.openxmlformats.org/officeDocument/2006/relationships/font" Target="fonts/Barlow-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47" Type="http://customschemas.google.com/relationships/presentationmetadata" Target="meta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SplineSans-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regular.fntdata"/><Relationship Id="rId30" Type="http://schemas.openxmlformats.org/officeDocument/2006/relationships/font" Target="fonts/SplineSans-bold.fntdata"/><Relationship Id="rId11" Type="http://schemas.openxmlformats.org/officeDocument/2006/relationships/slide" Target="slides/slide4.xml"/><Relationship Id="rId33" Type="http://schemas.openxmlformats.org/officeDocument/2006/relationships/font" Target="fonts/Lato-italic.fntdata"/><Relationship Id="rId10" Type="http://schemas.openxmlformats.org/officeDocument/2006/relationships/slide" Target="slides/slide3.xml"/><Relationship Id="rId32" Type="http://schemas.openxmlformats.org/officeDocument/2006/relationships/font" Target="fonts/Lato-bold.fntdata"/><Relationship Id="rId13" Type="http://schemas.openxmlformats.org/officeDocument/2006/relationships/slide" Target="slides/slide6.xml"/><Relationship Id="rId35" Type="http://schemas.openxmlformats.org/officeDocument/2006/relationships/font" Target="fonts/Montserrat-regular.fntdata"/><Relationship Id="rId12" Type="http://schemas.openxmlformats.org/officeDocument/2006/relationships/slide" Target="slides/slide5.xml"/><Relationship Id="rId34" Type="http://schemas.openxmlformats.org/officeDocument/2006/relationships/font" Target="fonts/Lato-boldItalic.fntdata"/><Relationship Id="rId15" Type="http://schemas.openxmlformats.org/officeDocument/2006/relationships/slide" Target="slides/slide8.xml"/><Relationship Id="rId37" Type="http://schemas.openxmlformats.org/officeDocument/2006/relationships/font" Target="fonts/Montserrat-italic.fntdata"/><Relationship Id="rId14" Type="http://schemas.openxmlformats.org/officeDocument/2006/relationships/slide" Target="slides/slide7.xml"/><Relationship Id="rId36" Type="http://schemas.openxmlformats.org/officeDocument/2006/relationships/font" Target="fonts/Montserrat-bold.fntdata"/><Relationship Id="rId17" Type="http://schemas.openxmlformats.org/officeDocument/2006/relationships/slide" Target="slides/slide10.xml"/><Relationship Id="rId39" Type="http://schemas.openxmlformats.org/officeDocument/2006/relationships/font" Target="fonts/RobotoMono-regular.fntdata"/><Relationship Id="rId16" Type="http://schemas.openxmlformats.org/officeDocument/2006/relationships/slide" Target="slides/slide9.xml"/><Relationship Id="rId38" Type="http://schemas.openxmlformats.org/officeDocument/2006/relationships/font" Target="fonts/Montserrat-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7970cbc09a_0_0: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37970cbc09a_0_0: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60973c0f73_0_0: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g360973c0f73_0_0: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60973c0f73_0_583: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360973c0f73_0_583: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60973c0f73_0_588: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g360973c0f73_0_588: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60973c0f73_0_593: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360973c0f73_0_593: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60973c0f73_0_605: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g360973c0f73_0_605:notes"/>
          <p:cNvSpPr txBox="1"/>
          <p:nvPr>
            <p:ph idx="1" type="body"/>
          </p:nvPr>
        </p:nvSpPr>
        <p:spPr>
          <a:xfrm>
            <a:off x="822960" y="6949440"/>
            <a:ext cx="6583800" cy="65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3" name="Google Shape;38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2" name="Google Shape;4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7" name="Google Shape;45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6c7297b23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g36c7297b23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g36c7297b23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2" name="Google Shape;49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60973c0f73_0_1008: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g360973c0f73_0_1008:notes"/>
          <p:cNvSpPr txBox="1"/>
          <p:nvPr>
            <p:ph idx="1" type="body"/>
          </p:nvPr>
        </p:nvSpPr>
        <p:spPr>
          <a:xfrm>
            <a:off x="822960" y="6949440"/>
            <a:ext cx="6583800" cy="65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7970cbc09a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g37970cbc09a_0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7" name="Google Shape;507;g37970cbc09a_0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60973c0f73_0_1013: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g360973c0f73_0_1013:notes"/>
          <p:cNvSpPr txBox="1"/>
          <p:nvPr>
            <p:ph idx="1" type="body"/>
          </p:nvPr>
        </p:nvSpPr>
        <p:spPr>
          <a:xfrm>
            <a:off x="822960" y="6949440"/>
            <a:ext cx="6583800" cy="65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7970cbc09a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g37970cbc09a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g37970cbc09a_0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60973c0f73_0_1018: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g360973c0f73_0_1018:notes"/>
          <p:cNvSpPr txBox="1"/>
          <p:nvPr>
            <p:ph idx="1" type="body"/>
          </p:nvPr>
        </p:nvSpPr>
        <p:spPr>
          <a:xfrm>
            <a:off x="822960" y="6949440"/>
            <a:ext cx="6583800" cy="65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60973c0f73_0_1023: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g360973c0f73_0_1023: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 name="Shape 10"/>
        <p:cNvGrpSpPr/>
        <p:nvPr/>
      </p:nvGrpSpPr>
      <p:grpSpPr>
        <a:xfrm>
          <a:off x="0" y="0"/>
          <a:ext cx="0" cy="0"/>
          <a:chOff x="0" y="0"/>
          <a:chExt cx="0" cy="0"/>
        </a:xfrm>
      </p:grpSpPr>
      <p:grpSp>
        <p:nvGrpSpPr>
          <p:cNvPr id="11" name="Google Shape;11;g360973c0f73_0_293"/>
          <p:cNvGrpSpPr/>
          <p:nvPr/>
        </p:nvGrpSpPr>
        <p:grpSpPr>
          <a:xfrm>
            <a:off x="0" y="609602"/>
            <a:ext cx="1660560" cy="1626061"/>
            <a:chOff x="0" y="381001"/>
            <a:chExt cx="1037850" cy="1016288"/>
          </a:xfrm>
        </p:grpSpPr>
        <p:sp>
          <p:nvSpPr>
            <p:cNvPr id="12" name="Google Shape;12;g360973c0f73_0_293"/>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 name="Google Shape;13;g360973c0f73_0_293"/>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4" name="Google Shape;14;g360973c0f73_0_293"/>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9pPr>
          </a:lstStyle>
          <a:p/>
        </p:txBody>
      </p:sp>
      <p:sp>
        <p:nvSpPr>
          <p:cNvPr id="15" name="Google Shape;15;g360973c0f73_0_293"/>
          <p:cNvSpPr txBox="1"/>
          <p:nvPr>
            <p:ph idx="1" type="body"/>
          </p:nvPr>
        </p:nvSpPr>
        <p:spPr>
          <a:xfrm>
            <a:off x="2076000" y="2508080"/>
            <a:ext cx="11262300" cy="4657800"/>
          </a:xfrm>
          <a:prstGeom prst="rect">
            <a:avLst/>
          </a:prstGeom>
          <a:noFill/>
          <a:ln>
            <a:noFill/>
          </a:ln>
        </p:spPr>
        <p:txBody>
          <a:bodyPr anchorCtr="0" anchor="t" bIns="146275" lIns="146275" spcFirstLastPara="1" rIns="146275" wrap="square" tIns="146275">
            <a:normAutofit/>
          </a:bodyPr>
          <a:lstStyle>
            <a:lvl1pPr indent="-361950" lvl="0" marL="457200" marR="0" rtl="0" algn="l">
              <a:lnSpc>
                <a:spcPct val="115000"/>
              </a:lnSpc>
              <a:spcBef>
                <a:spcPts val="0"/>
              </a:spcBef>
              <a:spcAft>
                <a:spcPts val="0"/>
              </a:spcAft>
              <a:buClr>
                <a:srgbClr val="000000"/>
              </a:buClr>
              <a:buSzPts val="21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16" name="Google Shape;16;g360973c0f73_0_293"/>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g360973c0f73_0_283"/>
          <p:cNvSpPr/>
          <p:nvPr/>
        </p:nvSpPr>
        <p:spPr>
          <a:xfrm rot="5400000">
            <a:off x="12000600" y="808"/>
            <a:ext cx="2629800" cy="2629800"/>
          </a:xfrm>
          <a:prstGeom prst="diagStripe">
            <a:avLst>
              <a:gd fmla="val 0"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9" name="Google Shape;19;g360973c0f73_0_283"/>
          <p:cNvGrpSpPr/>
          <p:nvPr/>
        </p:nvGrpSpPr>
        <p:grpSpPr>
          <a:xfrm>
            <a:off x="0" y="784"/>
            <a:ext cx="8245928" cy="8214833"/>
            <a:chOff x="0" y="75"/>
            <a:chExt cx="5153705" cy="5152950"/>
          </a:xfrm>
        </p:grpSpPr>
        <p:sp>
          <p:nvSpPr>
            <p:cNvPr id="20" name="Google Shape;20;g360973c0f73_0_283"/>
            <p:cNvSpPr/>
            <p:nvPr/>
          </p:nvSpPr>
          <p:spPr>
            <a:xfrm rot="-5400000">
              <a:off x="455" y="-225"/>
              <a:ext cx="5152800" cy="5153700"/>
            </a:xfrm>
            <a:prstGeom prst="diagStripe">
              <a:avLst>
                <a:gd fmla="val 50000"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 name="Google Shape;21;g360973c0f73_0_283"/>
            <p:cNvSpPr/>
            <p:nvPr/>
          </p:nvSpPr>
          <p:spPr>
            <a:xfrm rot="-5400000">
              <a:off x="150" y="1145825"/>
              <a:ext cx="3996600" cy="3996900"/>
            </a:xfrm>
            <a:prstGeom prst="diagStripe">
              <a:avLst>
                <a:gd fmla="val 58774"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 name="Google Shape;22;g360973c0f73_0_283"/>
            <p:cNvSpPr/>
            <p:nvPr/>
          </p:nvSpPr>
          <p:spPr>
            <a:xfrm rot="-5400000">
              <a:off x="1646" y="-75"/>
              <a:ext cx="2299800" cy="23001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 name="Google Shape;23;g360973c0f73_0_283"/>
            <p:cNvSpPr/>
            <p:nvPr/>
          </p:nvSpPr>
          <p:spPr>
            <a:xfrm flipH="1">
              <a:off x="652821" y="590035"/>
              <a:ext cx="2300100" cy="2299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4" name="Google Shape;24;g360973c0f73_0_283"/>
          <p:cNvSpPr txBox="1"/>
          <p:nvPr>
            <p:ph type="ctrTitle"/>
          </p:nvPr>
        </p:nvSpPr>
        <p:spPr>
          <a:xfrm>
            <a:off x="5659440" y="2525440"/>
            <a:ext cx="8028000" cy="25263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rgbClr val="000000"/>
              </a:buClr>
              <a:buSzPts val="6400"/>
              <a:buFont typeface="Arial"/>
              <a:buNone/>
              <a:defRPr b="0" i="0" sz="6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6400"/>
              <a:buFont typeface="Arial"/>
              <a:buNone/>
              <a:defRPr b="0" i="0" sz="6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6400"/>
              <a:buFont typeface="Arial"/>
              <a:buNone/>
              <a:defRPr b="0" i="0" sz="6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6400"/>
              <a:buFont typeface="Arial"/>
              <a:buNone/>
              <a:defRPr b="0" i="0" sz="6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6400"/>
              <a:buFont typeface="Arial"/>
              <a:buNone/>
              <a:defRPr b="0" i="0" sz="6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6400"/>
              <a:buFont typeface="Arial"/>
              <a:buNone/>
              <a:defRPr b="0" i="0" sz="6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6400"/>
              <a:buFont typeface="Arial"/>
              <a:buNone/>
              <a:defRPr b="0" i="0" sz="6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6400"/>
              <a:buFont typeface="Arial"/>
              <a:buNone/>
              <a:defRPr b="0" i="0" sz="6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6400"/>
              <a:buFont typeface="Arial"/>
              <a:buNone/>
              <a:defRPr b="0" i="0" sz="6400" u="none" cap="none" strike="noStrike">
                <a:solidFill>
                  <a:srgbClr val="000000"/>
                </a:solidFill>
                <a:latin typeface="Arial"/>
                <a:ea typeface="Arial"/>
                <a:cs typeface="Arial"/>
                <a:sym typeface="Arial"/>
              </a:defRPr>
            </a:lvl9pPr>
          </a:lstStyle>
          <a:p/>
        </p:txBody>
      </p:sp>
      <p:sp>
        <p:nvSpPr>
          <p:cNvPr id="25" name="Google Shape;25;g360973c0f73_0_283"/>
          <p:cNvSpPr txBox="1"/>
          <p:nvPr>
            <p:ph idx="1" type="subTitle"/>
          </p:nvPr>
        </p:nvSpPr>
        <p:spPr>
          <a:xfrm>
            <a:off x="8134320" y="6279880"/>
            <a:ext cx="5553000" cy="8097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rgbClr val="000000"/>
              </a:buClr>
              <a:buSzPts val="21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9pPr>
          </a:lstStyle>
          <a:p/>
        </p:txBody>
      </p:sp>
      <p:sp>
        <p:nvSpPr>
          <p:cNvPr id="26" name="Google Shape;26;g360973c0f73_0_283"/>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27" name="Shape 27"/>
        <p:cNvGrpSpPr/>
        <p:nvPr/>
      </p:nvGrpSpPr>
      <p:grpSpPr>
        <a:xfrm>
          <a:off x="0" y="0"/>
          <a:ext cx="0" cy="0"/>
          <a:chOff x="0" y="0"/>
          <a:chExt cx="0" cy="0"/>
        </a:xfrm>
      </p:grpSpPr>
      <p:pic>
        <p:nvPicPr>
          <p:cNvPr descr="preencoded.png" id="28" name="Google Shape;28;p1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9" name="Google Shape;29;p11"/>
          <p:cNvSpPr/>
          <p:nvPr/>
        </p:nvSpPr>
        <p:spPr>
          <a:xfrm>
            <a:off x="0" y="0"/>
            <a:ext cx="14630400" cy="8229600"/>
          </a:xfrm>
          <a:prstGeom prst="rect">
            <a:avLst/>
          </a:prstGeom>
          <a:solidFill>
            <a:srgbClr val="0A081B">
              <a:alpha val="7411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0" name="Google Shape;30;p11">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31" name="Shape 31"/>
        <p:cNvGrpSpPr/>
        <p:nvPr/>
      </p:nvGrpSpPr>
      <p:grpSpPr>
        <a:xfrm>
          <a:off x="0" y="0"/>
          <a:ext cx="0" cy="0"/>
          <a:chOff x="0" y="0"/>
          <a:chExt cx="0" cy="0"/>
        </a:xfrm>
      </p:grpSpPr>
      <p:pic>
        <p:nvPicPr>
          <p:cNvPr descr="preencoded.png" id="32" name="Google Shape;32;p1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3" name="Google Shape;33;p10"/>
          <p:cNvSpPr/>
          <p:nvPr/>
        </p:nvSpPr>
        <p:spPr>
          <a:xfrm>
            <a:off x="0" y="0"/>
            <a:ext cx="14630400" cy="8229600"/>
          </a:xfrm>
          <a:prstGeom prst="rect">
            <a:avLst/>
          </a:prstGeom>
          <a:solidFill>
            <a:srgbClr val="0A081B">
              <a:alpha val="7411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4" name="Google Shape;34;p10">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35" name="Shape 35"/>
        <p:cNvGrpSpPr/>
        <p:nvPr/>
      </p:nvGrpSpPr>
      <p:grpSpPr>
        <a:xfrm>
          <a:off x="0" y="0"/>
          <a:ext cx="0" cy="0"/>
          <a:chOff x="0" y="0"/>
          <a:chExt cx="0" cy="0"/>
        </a:xfrm>
      </p:grpSpPr>
      <p:pic>
        <p:nvPicPr>
          <p:cNvPr descr="preencoded.png" id="36" name="Google Shape;36;p1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7" name="Google Shape;37;p12"/>
          <p:cNvSpPr/>
          <p:nvPr/>
        </p:nvSpPr>
        <p:spPr>
          <a:xfrm>
            <a:off x="0" y="0"/>
            <a:ext cx="14630400" cy="8229600"/>
          </a:xfrm>
          <a:prstGeom prst="rect">
            <a:avLst/>
          </a:prstGeom>
          <a:solidFill>
            <a:srgbClr val="0A081B">
              <a:alpha val="7411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 name="Google Shape;38;p1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39" name="Shape 39"/>
        <p:cNvGrpSpPr/>
        <p:nvPr/>
      </p:nvGrpSpPr>
      <p:grpSpPr>
        <a:xfrm>
          <a:off x="0" y="0"/>
          <a:ext cx="0" cy="0"/>
          <a:chOff x="0" y="0"/>
          <a:chExt cx="0" cy="0"/>
        </a:xfrm>
      </p:grpSpPr>
      <p:pic>
        <p:nvPicPr>
          <p:cNvPr descr="preencoded.png" id="40" name="Google Shape;40;p1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1" name="Google Shape;41;p13"/>
          <p:cNvSpPr/>
          <p:nvPr/>
        </p:nvSpPr>
        <p:spPr>
          <a:xfrm>
            <a:off x="0" y="0"/>
            <a:ext cx="14630400" cy="8229600"/>
          </a:xfrm>
          <a:prstGeom prst="rect">
            <a:avLst/>
          </a:prstGeom>
          <a:solidFill>
            <a:srgbClr val="0A081B">
              <a:alpha val="7411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2" name="Google Shape;42;p1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43" name="Shape 43"/>
        <p:cNvGrpSpPr/>
        <p:nvPr/>
      </p:nvGrpSpPr>
      <p:grpSpPr>
        <a:xfrm>
          <a:off x="0" y="0"/>
          <a:ext cx="0" cy="0"/>
          <a:chOff x="0" y="0"/>
          <a:chExt cx="0" cy="0"/>
        </a:xfrm>
      </p:grpSpPr>
      <p:pic>
        <p:nvPicPr>
          <p:cNvPr descr="preencoded.png" id="44" name="Google Shape;44;p1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5" name="Google Shape;45;p14"/>
          <p:cNvSpPr/>
          <p:nvPr/>
        </p:nvSpPr>
        <p:spPr>
          <a:xfrm>
            <a:off x="0" y="0"/>
            <a:ext cx="14630400" cy="8229600"/>
          </a:xfrm>
          <a:prstGeom prst="rect">
            <a:avLst/>
          </a:prstGeom>
          <a:solidFill>
            <a:srgbClr val="0A081B">
              <a:alpha val="7411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6" name="Google Shape;46;p1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47" name="Shape 47"/>
        <p:cNvGrpSpPr/>
        <p:nvPr/>
      </p:nvGrpSpPr>
      <p:grpSpPr>
        <a:xfrm>
          <a:off x="0" y="0"/>
          <a:ext cx="0" cy="0"/>
          <a:chOff x="0" y="0"/>
          <a:chExt cx="0" cy="0"/>
        </a:xfrm>
      </p:grpSpPr>
      <p:pic>
        <p:nvPicPr>
          <p:cNvPr descr="preencoded.png" id="48" name="Google Shape;48;p1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9" name="Google Shape;49;p15"/>
          <p:cNvSpPr/>
          <p:nvPr/>
        </p:nvSpPr>
        <p:spPr>
          <a:xfrm>
            <a:off x="0" y="0"/>
            <a:ext cx="14630400" cy="8229600"/>
          </a:xfrm>
          <a:prstGeom prst="rect">
            <a:avLst/>
          </a:prstGeom>
          <a:solidFill>
            <a:srgbClr val="0A081B">
              <a:alpha val="7411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0" name="Google Shape;50;p1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51" name="Shape 51"/>
        <p:cNvGrpSpPr/>
        <p:nvPr/>
      </p:nvGrpSpPr>
      <p:grpSpPr>
        <a:xfrm>
          <a:off x="0" y="0"/>
          <a:ext cx="0" cy="0"/>
          <a:chOff x="0" y="0"/>
          <a:chExt cx="0" cy="0"/>
        </a:xfrm>
      </p:grpSpPr>
      <p:pic>
        <p:nvPicPr>
          <p:cNvPr descr="preencoded.png" id="52" name="Google Shape;52;p1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53" name="Google Shape;53;p16"/>
          <p:cNvSpPr/>
          <p:nvPr/>
        </p:nvSpPr>
        <p:spPr>
          <a:xfrm>
            <a:off x="0" y="0"/>
            <a:ext cx="14630400" cy="8229600"/>
          </a:xfrm>
          <a:prstGeom prst="rect">
            <a:avLst/>
          </a:prstGeom>
          <a:solidFill>
            <a:srgbClr val="0A081B">
              <a:alpha val="7411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4" name="Google Shape;54;p1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55" name="Shape 55"/>
        <p:cNvGrpSpPr/>
        <p:nvPr/>
      </p:nvGrpSpPr>
      <p:grpSpPr>
        <a:xfrm>
          <a:off x="0" y="0"/>
          <a:ext cx="0" cy="0"/>
          <a:chOff x="0" y="0"/>
          <a:chExt cx="0" cy="0"/>
        </a:xfrm>
      </p:grpSpPr>
      <p:pic>
        <p:nvPicPr>
          <p:cNvPr descr="preencoded.png" id="56" name="Google Shape;56;p1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57" name="Google Shape;57;p17"/>
          <p:cNvSpPr/>
          <p:nvPr/>
        </p:nvSpPr>
        <p:spPr>
          <a:xfrm>
            <a:off x="0" y="0"/>
            <a:ext cx="14630400" cy="8229600"/>
          </a:xfrm>
          <a:prstGeom prst="rect">
            <a:avLst/>
          </a:prstGeom>
          <a:solidFill>
            <a:srgbClr val="0A081B">
              <a:alpha val="7411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8" name="Google Shape;58;p1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9" name="Shape 5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grpSp>
        <p:nvGrpSpPr>
          <p:cNvPr id="61" name="Google Shape;61;g360973c0f73_0_300"/>
          <p:cNvGrpSpPr/>
          <p:nvPr/>
        </p:nvGrpSpPr>
        <p:grpSpPr>
          <a:xfrm>
            <a:off x="0" y="609602"/>
            <a:ext cx="1660560" cy="1626061"/>
            <a:chOff x="0" y="381001"/>
            <a:chExt cx="1037850" cy="1016288"/>
          </a:xfrm>
        </p:grpSpPr>
        <p:sp>
          <p:nvSpPr>
            <p:cNvPr id="62" name="Google Shape;62;g360973c0f73_0_300"/>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 name="Google Shape;63;g360973c0f73_0_300"/>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64" name="Google Shape;64;g360973c0f73_0_300"/>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3800"/>
              <a:buFont typeface="Arial"/>
              <a:buNone/>
              <a:defRPr b="0" i="0" sz="3800" u="none" cap="none" strike="noStrike">
                <a:solidFill>
                  <a:srgbClr val="000000"/>
                </a:solidFill>
                <a:latin typeface="Arial"/>
                <a:ea typeface="Arial"/>
                <a:cs typeface="Arial"/>
                <a:sym typeface="Arial"/>
              </a:defRPr>
            </a:lvl9pPr>
          </a:lstStyle>
          <a:p/>
        </p:txBody>
      </p:sp>
      <p:sp>
        <p:nvSpPr>
          <p:cNvPr id="65" name="Google Shape;65;g360973c0f73_0_300"/>
          <p:cNvSpPr txBox="1"/>
          <p:nvPr>
            <p:ph idx="1" type="body"/>
          </p:nvPr>
        </p:nvSpPr>
        <p:spPr>
          <a:xfrm>
            <a:off x="2076000" y="2508080"/>
            <a:ext cx="11262300" cy="4657800"/>
          </a:xfrm>
          <a:prstGeom prst="rect">
            <a:avLst/>
          </a:prstGeom>
          <a:noFill/>
          <a:ln>
            <a:noFill/>
          </a:ln>
        </p:spPr>
        <p:txBody>
          <a:bodyPr anchorCtr="0" anchor="t" bIns="146275" lIns="146275" spcFirstLastPara="1" rIns="146275" wrap="square" tIns="146275">
            <a:normAutofit/>
          </a:bodyPr>
          <a:lstStyle>
            <a:lvl1pPr indent="-361950" lvl="0" marL="457200" marR="0" rtl="0" algn="l">
              <a:lnSpc>
                <a:spcPct val="115000"/>
              </a:lnSpc>
              <a:spcBef>
                <a:spcPts val="0"/>
              </a:spcBef>
              <a:spcAft>
                <a:spcPts val="0"/>
              </a:spcAft>
              <a:buClr>
                <a:srgbClr val="000000"/>
              </a:buClr>
              <a:buSzPts val="21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66" name="Google Shape;66;g360973c0f73_0_30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1" name="Shape 71"/>
        <p:cNvGrpSpPr/>
        <p:nvPr/>
      </p:nvGrpSpPr>
      <p:grpSpPr>
        <a:xfrm>
          <a:off x="0" y="0"/>
          <a:ext cx="0" cy="0"/>
          <a:chOff x="0" y="0"/>
          <a:chExt cx="0" cy="0"/>
        </a:xfrm>
      </p:grpSpPr>
      <p:grpSp>
        <p:nvGrpSpPr>
          <p:cNvPr id="72" name="Google Shape;72;g360973c0f73_0_1044"/>
          <p:cNvGrpSpPr/>
          <p:nvPr/>
        </p:nvGrpSpPr>
        <p:grpSpPr>
          <a:xfrm>
            <a:off x="0" y="609602"/>
            <a:ext cx="1660560" cy="1626061"/>
            <a:chOff x="0" y="381001"/>
            <a:chExt cx="1037850" cy="1016288"/>
          </a:xfrm>
        </p:grpSpPr>
        <p:sp>
          <p:nvSpPr>
            <p:cNvPr id="73" name="Google Shape;73;g360973c0f73_0_1044"/>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 name="Google Shape;74;g360973c0f73_0_1044"/>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75" name="Google Shape;75;g360973c0f73_0_1044"/>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76" name="Google Shape;76;g360973c0f73_0_1044"/>
          <p:cNvSpPr txBox="1"/>
          <p:nvPr>
            <p:ph idx="1" type="body"/>
          </p:nvPr>
        </p:nvSpPr>
        <p:spPr>
          <a:xfrm>
            <a:off x="2076000" y="2508080"/>
            <a:ext cx="11262300" cy="4657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77" name="Google Shape;77;g360973c0f73_0_104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8" name="Shape 78"/>
        <p:cNvGrpSpPr/>
        <p:nvPr/>
      </p:nvGrpSpPr>
      <p:grpSpPr>
        <a:xfrm>
          <a:off x="0" y="0"/>
          <a:ext cx="0" cy="0"/>
          <a:chOff x="0" y="0"/>
          <a:chExt cx="0" cy="0"/>
        </a:xfrm>
      </p:grpSpPr>
      <p:sp>
        <p:nvSpPr>
          <p:cNvPr id="79" name="Google Shape;79;g360973c0f73_0_1034"/>
          <p:cNvSpPr/>
          <p:nvPr/>
        </p:nvSpPr>
        <p:spPr>
          <a:xfrm rot="5400000">
            <a:off x="12000600" y="808"/>
            <a:ext cx="2629800" cy="2629800"/>
          </a:xfrm>
          <a:prstGeom prst="diagStripe">
            <a:avLst>
              <a:gd fmla="val 0"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80" name="Google Shape;80;g360973c0f73_0_1034"/>
          <p:cNvGrpSpPr/>
          <p:nvPr/>
        </p:nvGrpSpPr>
        <p:grpSpPr>
          <a:xfrm>
            <a:off x="0" y="784"/>
            <a:ext cx="8245928" cy="8214833"/>
            <a:chOff x="0" y="75"/>
            <a:chExt cx="5153705" cy="5152950"/>
          </a:xfrm>
        </p:grpSpPr>
        <p:sp>
          <p:nvSpPr>
            <p:cNvPr id="81" name="Google Shape;81;g360973c0f73_0_1034"/>
            <p:cNvSpPr/>
            <p:nvPr/>
          </p:nvSpPr>
          <p:spPr>
            <a:xfrm rot="-5400000">
              <a:off x="455" y="-225"/>
              <a:ext cx="5152800" cy="5153700"/>
            </a:xfrm>
            <a:prstGeom prst="diagStripe">
              <a:avLst>
                <a:gd fmla="val 50000"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 name="Google Shape;82;g360973c0f73_0_1034"/>
            <p:cNvSpPr/>
            <p:nvPr/>
          </p:nvSpPr>
          <p:spPr>
            <a:xfrm rot="-5400000">
              <a:off x="150" y="1145825"/>
              <a:ext cx="3996600" cy="3996900"/>
            </a:xfrm>
            <a:prstGeom prst="diagStripe">
              <a:avLst>
                <a:gd fmla="val 58774"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 name="Google Shape;83;g360973c0f73_0_1034"/>
            <p:cNvSpPr/>
            <p:nvPr/>
          </p:nvSpPr>
          <p:spPr>
            <a:xfrm rot="-5400000">
              <a:off x="1646" y="-75"/>
              <a:ext cx="2299800" cy="23001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 name="Google Shape;84;g360973c0f73_0_1034"/>
            <p:cNvSpPr/>
            <p:nvPr/>
          </p:nvSpPr>
          <p:spPr>
            <a:xfrm flipH="1">
              <a:off x="652821" y="590035"/>
              <a:ext cx="2300100" cy="2299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85" name="Google Shape;85;g360973c0f73_0_1034"/>
          <p:cNvSpPr txBox="1"/>
          <p:nvPr>
            <p:ph type="ctrTitle"/>
          </p:nvPr>
        </p:nvSpPr>
        <p:spPr>
          <a:xfrm>
            <a:off x="5659440" y="2525440"/>
            <a:ext cx="8028000" cy="25263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86" name="Google Shape;86;g360973c0f73_0_1034"/>
          <p:cNvSpPr txBox="1"/>
          <p:nvPr>
            <p:ph idx="1" type="subTitle"/>
          </p:nvPr>
        </p:nvSpPr>
        <p:spPr>
          <a:xfrm>
            <a:off x="8134320" y="6279880"/>
            <a:ext cx="5553000" cy="809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87" name="Google Shape;87;g360973c0f73_0_103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8" name="Shape 88"/>
        <p:cNvGrpSpPr/>
        <p:nvPr/>
      </p:nvGrpSpPr>
      <p:grpSpPr>
        <a:xfrm>
          <a:off x="0" y="0"/>
          <a:ext cx="0" cy="0"/>
          <a:chOff x="0" y="0"/>
          <a:chExt cx="0" cy="0"/>
        </a:xfrm>
      </p:grpSpPr>
      <p:grpSp>
        <p:nvGrpSpPr>
          <p:cNvPr id="89" name="Google Shape;89;g360973c0f73_0_1051"/>
          <p:cNvGrpSpPr/>
          <p:nvPr/>
        </p:nvGrpSpPr>
        <p:grpSpPr>
          <a:xfrm>
            <a:off x="7050240" y="0"/>
            <a:ext cx="7580160" cy="8228904"/>
            <a:chOff x="4406400" y="0"/>
            <a:chExt cx="4737600" cy="5143065"/>
          </a:xfrm>
        </p:grpSpPr>
        <p:sp>
          <p:nvSpPr>
            <p:cNvPr id="90" name="Google Shape;90;g360973c0f73_0_1051"/>
            <p:cNvSpPr/>
            <p:nvPr/>
          </p:nvSpPr>
          <p:spPr>
            <a:xfrm rot="5400000">
              <a:off x="4408200" y="-1800"/>
              <a:ext cx="4734000" cy="4737600"/>
            </a:xfrm>
            <a:prstGeom prst="diagStripe">
              <a:avLst>
                <a:gd fmla="val 49469" name="adj"/>
              </a:avLst>
            </a:prstGeom>
            <a:solidFill>
              <a:schemeClr val="lt1">
                <a:alpha val="196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 name="Google Shape;91;g360973c0f73_0_1051"/>
            <p:cNvSpPr/>
            <p:nvPr/>
          </p:nvSpPr>
          <p:spPr>
            <a:xfrm rot="5400000">
              <a:off x="4841125" y="5700"/>
              <a:ext cx="4298100" cy="4286700"/>
            </a:xfrm>
            <a:prstGeom prst="diagStripe">
              <a:avLst>
                <a:gd fmla="val 0" name="adj"/>
              </a:avLst>
            </a:prstGeom>
            <a:solidFill>
              <a:schemeClr val="lt1">
                <a:alpha val="196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 name="Google Shape;92;g360973c0f73_0_1051"/>
            <p:cNvSpPr/>
            <p:nvPr/>
          </p:nvSpPr>
          <p:spPr>
            <a:xfrm rot="-5400000">
              <a:off x="5618399" y="1236468"/>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 name="Google Shape;93;g360973c0f73_0_1051"/>
            <p:cNvSpPr/>
            <p:nvPr/>
          </p:nvSpPr>
          <p:spPr>
            <a:xfrm flipH="1">
              <a:off x="5849857" y="1443956"/>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 name="Google Shape;94;g360973c0f73_0_1051"/>
            <p:cNvSpPr/>
            <p:nvPr/>
          </p:nvSpPr>
          <p:spPr>
            <a:xfrm rot="-5400000">
              <a:off x="5987081" y="246946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 name="Google Shape;95;g360973c0f73_0_1051"/>
            <p:cNvSpPr/>
            <p:nvPr/>
          </p:nvSpPr>
          <p:spPr>
            <a:xfrm flipH="1">
              <a:off x="6222115" y="267695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6" name="Google Shape;96;g360973c0f73_0_1051"/>
            <p:cNvSpPr/>
            <p:nvPr/>
          </p:nvSpPr>
          <p:spPr>
            <a:xfrm rot="-5400000">
              <a:off x="6675341" y="1862018"/>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7" name="Google Shape;97;g360973c0f73_0_1051"/>
            <p:cNvSpPr/>
            <p:nvPr/>
          </p:nvSpPr>
          <p:spPr>
            <a:xfrm flipH="1">
              <a:off x="6908099" y="2069505"/>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 name="Google Shape;98;g360973c0f73_0_1051"/>
            <p:cNvSpPr/>
            <p:nvPr/>
          </p:nvSpPr>
          <p:spPr>
            <a:xfrm rot="-5400000">
              <a:off x="6861141" y="2477810"/>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 name="Google Shape;99;g360973c0f73_0_1051"/>
            <p:cNvSpPr/>
            <p:nvPr/>
          </p:nvSpPr>
          <p:spPr>
            <a:xfrm flipH="1">
              <a:off x="7965266" y="269296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 name="Google Shape;100;g360973c0f73_0_1051"/>
            <p:cNvSpPr/>
            <p:nvPr/>
          </p:nvSpPr>
          <p:spPr>
            <a:xfrm flipH="1">
              <a:off x="8145082" y="330875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 name="Google Shape;101;g360973c0f73_0_1051"/>
            <p:cNvSpPr/>
            <p:nvPr/>
          </p:nvSpPr>
          <p:spPr>
            <a:xfrm rot="-5400000">
              <a:off x="7047599" y="309501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 name="Google Shape;102;g360973c0f73_0_1051"/>
            <p:cNvSpPr/>
            <p:nvPr/>
          </p:nvSpPr>
          <p:spPr>
            <a:xfrm flipH="1">
              <a:off x="7276649" y="3302502"/>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 name="Google Shape;103;g360973c0f73_0_105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 name="Google Shape;104;g360973c0f73_0_1051"/>
            <p:cNvSpPr/>
            <p:nvPr/>
          </p:nvSpPr>
          <p:spPr>
            <a:xfrm flipH="1">
              <a:off x="7462448" y="3918294"/>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 name="Google Shape;105;g360973c0f73_0_1051"/>
            <p:cNvSpPr/>
            <p:nvPr/>
          </p:nvSpPr>
          <p:spPr>
            <a:xfrm rot="-5400000">
              <a:off x="8102491" y="371847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6" name="Google Shape;106;g360973c0f73_0_1051"/>
            <p:cNvSpPr/>
            <p:nvPr/>
          </p:nvSpPr>
          <p:spPr>
            <a:xfrm flipH="1">
              <a:off x="8334533" y="3925960"/>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 name="Google Shape;107;g360973c0f73_0_1051"/>
            <p:cNvSpPr/>
            <p:nvPr/>
          </p:nvSpPr>
          <p:spPr>
            <a:xfrm rot="-5400000">
              <a:off x="8288290" y="433426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08" name="Google Shape;108;g360973c0f73_0_1051"/>
          <p:cNvSpPr txBox="1"/>
          <p:nvPr>
            <p:ph type="title"/>
          </p:nvPr>
        </p:nvSpPr>
        <p:spPr>
          <a:xfrm>
            <a:off x="1318160" y="3284800"/>
            <a:ext cx="7339200" cy="18378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09" name="Google Shape;109;g360973c0f73_0_1051"/>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0" name="Shape 110"/>
        <p:cNvGrpSpPr/>
        <p:nvPr/>
      </p:nvGrpSpPr>
      <p:grpSpPr>
        <a:xfrm>
          <a:off x="0" y="0"/>
          <a:ext cx="0" cy="0"/>
          <a:chOff x="0" y="0"/>
          <a:chExt cx="0" cy="0"/>
        </a:xfrm>
      </p:grpSpPr>
      <p:grpSp>
        <p:nvGrpSpPr>
          <p:cNvPr id="111" name="Google Shape;111;g360973c0f73_0_1073"/>
          <p:cNvGrpSpPr/>
          <p:nvPr/>
        </p:nvGrpSpPr>
        <p:grpSpPr>
          <a:xfrm>
            <a:off x="0" y="609602"/>
            <a:ext cx="1660560" cy="1626061"/>
            <a:chOff x="0" y="381001"/>
            <a:chExt cx="1037850" cy="1016288"/>
          </a:xfrm>
        </p:grpSpPr>
        <p:sp>
          <p:nvSpPr>
            <p:cNvPr id="112" name="Google Shape;112;g360973c0f73_0_1073"/>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 name="Google Shape;113;g360973c0f73_0_1073"/>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14" name="Google Shape;114;g360973c0f73_0_1073"/>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115" name="Google Shape;115;g360973c0f73_0_1073"/>
          <p:cNvSpPr txBox="1"/>
          <p:nvPr>
            <p:ph idx="1" type="body"/>
          </p:nvPr>
        </p:nvSpPr>
        <p:spPr>
          <a:xfrm>
            <a:off x="2076000" y="2508080"/>
            <a:ext cx="5445000" cy="4657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16" name="Google Shape;116;g360973c0f73_0_1073"/>
          <p:cNvSpPr txBox="1"/>
          <p:nvPr>
            <p:ph idx="2" type="body"/>
          </p:nvPr>
        </p:nvSpPr>
        <p:spPr>
          <a:xfrm>
            <a:off x="7893154" y="2508080"/>
            <a:ext cx="5445000" cy="4657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17" name="Google Shape;117;g360973c0f73_0_1073"/>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8" name="Shape 118"/>
        <p:cNvGrpSpPr/>
        <p:nvPr/>
      </p:nvGrpSpPr>
      <p:grpSpPr>
        <a:xfrm>
          <a:off x="0" y="0"/>
          <a:ext cx="0" cy="0"/>
          <a:chOff x="0" y="0"/>
          <a:chExt cx="0" cy="0"/>
        </a:xfrm>
      </p:grpSpPr>
      <p:grpSp>
        <p:nvGrpSpPr>
          <p:cNvPr id="119" name="Google Shape;119;g360973c0f73_0_1081"/>
          <p:cNvGrpSpPr/>
          <p:nvPr/>
        </p:nvGrpSpPr>
        <p:grpSpPr>
          <a:xfrm>
            <a:off x="0" y="609602"/>
            <a:ext cx="1660560" cy="1626061"/>
            <a:chOff x="0" y="381001"/>
            <a:chExt cx="1037850" cy="1016288"/>
          </a:xfrm>
        </p:grpSpPr>
        <p:sp>
          <p:nvSpPr>
            <p:cNvPr id="120" name="Google Shape;120;g360973c0f73_0_1081"/>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 name="Google Shape;121;g360973c0f73_0_1081"/>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22" name="Google Shape;122;g360973c0f73_0_1081"/>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123" name="Google Shape;123;g360973c0f73_0_1081"/>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grpSp>
        <p:nvGrpSpPr>
          <p:cNvPr id="125" name="Google Shape;125;g360973c0f73_0_1087"/>
          <p:cNvGrpSpPr/>
          <p:nvPr/>
        </p:nvGrpSpPr>
        <p:grpSpPr>
          <a:xfrm>
            <a:off x="0" y="609602"/>
            <a:ext cx="1660560" cy="1626061"/>
            <a:chOff x="0" y="381001"/>
            <a:chExt cx="1037850" cy="1016288"/>
          </a:xfrm>
        </p:grpSpPr>
        <p:sp>
          <p:nvSpPr>
            <p:cNvPr id="126" name="Google Shape;126;g360973c0f73_0_1087"/>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7" name="Google Shape;127;g360973c0f73_0_1087"/>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28" name="Google Shape;128;g360973c0f73_0_1087"/>
          <p:cNvSpPr txBox="1"/>
          <p:nvPr>
            <p:ph type="title"/>
          </p:nvPr>
        </p:nvSpPr>
        <p:spPr>
          <a:xfrm>
            <a:off x="2076000" y="630000"/>
            <a:ext cx="6078300" cy="23889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129" name="Google Shape;129;g360973c0f73_0_1087"/>
          <p:cNvSpPr txBox="1"/>
          <p:nvPr>
            <p:ph idx="1" type="body"/>
          </p:nvPr>
        </p:nvSpPr>
        <p:spPr>
          <a:xfrm>
            <a:off x="2076000" y="3156080"/>
            <a:ext cx="6078300" cy="3865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30" name="Google Shape;130;g360973c0f73_0_108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1" name="Shape 131"/>
        <p:cNvGrpSpPr/>
        <p:nvPr/>
      </p:nvGrpSpPr>
      <p:grpSpPr>
        <a:xfrm>
          <a:off x="0" y="0"/>
          <a:ext cx="0" cy="0"/>
          <a:chOff x="0" y="0"/>
          <a:chExt cx="0" cy="0"/>
        </a:xfrm>
      </p:grpSpPr>
      <p:grpSp>
        <p:nvGrpSpPr>
          <p:cNvPr id="132" name="Google Shape;132;g360973c0f73_0_1094"/>
          <p:cNvGrpSpPr/>
          <p:nvPr/>
        </p:nvGrpSpPr>
        <p:grpSpPr>
          <a:xfrm>
            <a:off x="7050240" y="0"/>
            <a:ext cx="7580160" cy="8229600"/>
            <a:chOff x="4406400" y="0"/>
            <a:chExt cx="4737600" cy="5143500"/>
          </a:xfrm>
        </p:grpSpPr>
        <p:sp>
          <p:nvSpPr>
            <p:cNvPr id="133" name="Google Shape;133;g360973c0f73_0_1094"/>
            <p:cNvSpPr/>
            <p:nvPr/>
          </p:nvSpPr>
          <p:spPr>
            <a:xfrm rot="5400000">
              <a:off x="4407900" y="-1500"/>
              <a:ext cx="4734600" cy="4737600"/>
            </a:xfrm>
            <a:prstGeom prst="diagStripe">
              <a:avLst>
                <a:gd fmla="val 49469" name="adj"/>
              </a:avLst>
            </a:prstGeom>
            <a:solidFill>
              <a:schemeClr val="lt1">
                <a:alpha val="196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 name="Google Shape;134;g360973c0f73_0_1094"/>
            <p:cNvSpPr/>
            <p:nvPr/>
          </p:nvSpPr>
          <p:spPr>
            <a:xfrm rot="5400000">
              <a:off x="4840825" y="6000"/>
              <a:ext cx="4298700" cy="4286700"/>
            </a:xfrm>
            <a:prstGeom prst="diagStripe">
              <a:avLst>
                <a:gd fmla="val 0" name="adj"/>
              </a:avLst>
            </a:prstGeom>
            <a:solidFill>
              <a:schemeClr val="lt1">
                <a:alpha val="196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 name="Google Shape;135;g360973c0f73_0_1094"/>
            <p:cNvSpPr/>
            <p:nvPr/>
          </p:nvSpPr>
          <p:spPr>
            <a:xfrm rot="-5400000">
              <a:off x="5618399" y="1236641"/>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 name="Google Shape;136;g360973c0f73_0_1094"/>
            <p:cNvSpPr/>
            <p:nvPr/>
          </p:nvSpPr>
          <p:spPr>
            <a:xfrm flipH="1">
              <a:off x="5849857" y="1444078"/>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 name="Google Shape;137;g360973c0f73_0_1094"/>
            <p:cNvSpPr/>
            <p:nvPr/>
          </p:nvSpPr>
          <p:spPr>
            <a:xfrm rot="-5400000">
              <a:off x="5987081" y="246974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8" name="Google Shape;138;g360973c0f73_0_1094"/>
            <p:cNvSpPr/>
            <p:nvPr/>
          </p:nvSpPr>
          <p:spPr>
            <a:xfrm flipH="1">
              <a:off x="6222115" y="2677179"/>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 name="Google Shape;139;g360973c0f73_0_1094"/>
            <p:cNvSpPr/>
            <p:nvPr/>
          </p:nvSpPr>
          <p:spPr>
            <a:xfrm rot="-5400000">
              <a:off x="6675341" y="1862244"/>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 name="Google Shape;140;g360973c0f73_0_1094"/>
            <p:cNvSpPr/>
            <p:nvPr/>
          </p:nvSpPr>
          <p:spPr>
            <a:xfrm flipH="1">
              <a:off x="6908099" y="2069680"/>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 name="Google Shape;141;g360973c0f73_0_1094"/>
            <p:cNvSpPr/>
            <p:nvPr/>
          </p:nvSpPr>
          <p:spPr>
            <a:xfrm rot="-5400000">
              <a:off x="6861141" y="2478088"/>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 name="Google Shape;142;g360973c0f73_0_1094"/>
            <p:cNvSpPr/>
            <p:nvPr/>
          </p:nvSpPr>
          <p:spPr>
            <a:xfrm flipH="1">
              <a:off x="7965266" y="2693191"/>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 name="Google Shape;143;g360973c0f73_0_1094"/>
            <p:cNvSpPr/>
            <p:nvPr/>
          </p:nvSpPr>
          <p:spPr>
            <a:xfrm flipH="1">
              <a:off x="8145082" y="3309036"/>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 name="Google Shape;144;g360973c0f73_0_1094"/>
            <p:cNvSpPr/>
            <p:nvPr/>
          </p:nvSpPr>
          <p:spPr>
            <a:xfrm rot="-5400000">
              <a:off x="7047599" y="309534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5" name="Google Shape;145;g360973c0f73_0_1094"/>
            <p:cNvSpPr/>
            <p:nvPr/>
          </p:nvSpPr>
          <p:spPr>
            <a:xfrm flipH="1">
              <a:off x="7276649" y="3302781"/>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 name="Google Shape;146;g360973c0f73_0_1094"/>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 name="Google Shape;147;g360973c0f73_0_1094"/>
            <p:cNvSpPr/>
            <p:nvPr/>
          </p:nvSpPr>
          <p:spPr>
            <a:xfrm flipH="1">
              <a:off x="7462448" y="391862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 name="Google Shape;148;g360973c0f73_0_1094"/>
            <p:cNvSpPr/>
            <p:nvPr/>
          </p:nvSpPr>
          <p:spPr>
            <a:xfrm rot="-5400000">
              <a:off x="8102491" y="3718856"/>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 name="Google Shape;149;g360973c0f73_0_1094"/>
            <p:cNvSpPr/>
            <p:nvPr/>
          </p:nvSpPr>
          <p:spPr>
            <a:xfrm flipH="1">
              <a:off x="8334533" y="3926292"/>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 name="Google Shape;150;g360973c0f73_0_1094"/>
            <p:cNvSpPr/>
            <p:nvPr/>
          </p:nvSpPr>
          <p:spPr>
            <a:xfrm rot="-5400000">
              <a:off x="8288290" y="4334700"/>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51" name="Google Shape;151;g360973c0f73_0_1094"/>
          <p:cNvSpPr txBox="1"/>
          <p:nvPr>
            <p:ph type="title"/>
          </p:nvPr>
        </p:nvSpPr>
        <p:spPr>
          <a:xfrm>
            <a:off x="1318160" y="1386840"/>
            <a:ext cx="7339200" cy="5633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52" name="Google Shape;152;g360973c0f73_0_109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3" name="Shape 153"/>
        <p:cNvGrpSpPr/>
        <p:nvPr/>
      </p:nvGrpSpPr>
      <p:grpSpPr>
        <a:xfrm>
          <a:off x="0" y="0"/>
          <a:ext cx="0" cy="0"/>
          <a:chOff x="0" y="0"/>
          <a:chExt cx="0" cy="0"/>
        </a:xfrm>
      </p:grpSpPr>
      <p:grpSp>
        <p:nvGrpSpPr>
          <p:cNvPr id="154" name="Google Shape;154;g360973c0f73_0_1116"/>
          <p:cNvGrpSpPr/>
          <p:nvPr/>
        </p:nvGrpSpPr>
        <p:grpSpPr>
          <a:xfrm>
            <a:off x="0" y="609602"/>
            <a:ext cx="1660560" cy="1626061"/>
            <a:chOff x="0" y="381001"/>
            <a:chExt cx="1037850" cy="1016288"/>
          </a:xfrm>
        </p:grpSpPr>
        <p:sp>
          <p:nvSpPr>
            <p:cNvPr id="155" name="Google Shape;155;g360973c0f73_0_1116"/>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6" name="Google Shape;156;g360973c0f73_0_1116"/>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57" name="Google Shape;157;g360973c0f73_0_1116"/>
          <p:cNvSpPr txBox="1"/>
          <p:nvPr>
            <p:ph type="title"/>
          </p:nvPr>
        </p:nvSpPr>
        <p:spPr>
          <a:xfrm>
            <a:off x="2076000" y="2653320"/>
            <a:ext cx="4858200" cy="28026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158" name="Google Shape;158;g360973c0f73_0_1116"/>
          <p:cNvSpPr txBox="1"/>
          <p:nvPr>
            <p:ph idx="1" type="subTitle"/>
          </p:nvPr>
        </p:nvSpPr>
        <p:spPr>
          <a:xfrm>
            <a:off x="2076000" y="5660800"/>
            <a:ext cx="4858200" cy="809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159" name="Google Shape;159;g360973c0f73_0_1116"/>
          <p:cNvSpPr txBox="1"/>
          <p:nvPr>
            <p:ph idx="2" type="body"/>
          </p:nvPr>
        </p:nvSpPr>
        <p:spPr>
          <a:xfrm>
            <a:off x="7437120" y="2714560"/>
            <a:ext cx="5883000" cy="37560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60" name="Google Shape;160;g360973c0f73_0_111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1" name="Shape 161"/>
        <p:cNvGrpSpPr/>
        <p:nvPr/>
      </p:nvGrpSpPr>
      <p:grpSpPr>
        <a:xfrm>
          <a:off x="0" y="0"/>
          <a:ext cx="0" cy="0"/>
          <a:chOff x="0" y="0"/>
          <a:chExt cx="0" cy="0"/>
        </a:xfrm>
      </p:grpSpPr>
      <p:grpSp>
        <p:nvGrpSpPr>
          <p:cNvPr id="162" name="Google Shape;162;g360973c0f73_0_1124"/>
          <p:cNvGrpSpPr/>
          <p:nvPr/>
        </p:nvGrpSpPr>
        <p:grpSpPr>
          <a:xfrm>
            <a:off x="0" y="6605715"/>
            <a:ext cx="1118280" cy="1095451"/>
            <a:chOff x="0" y="3785672"/>
            <a:chExt cx="698925" cy="684657"/>
          </a:xfrm>
        </p:grpSpPr>
        <p:sp>
          <p:nvSpPr>
            <p:cNvPr id="163" name="Google Shape;163;g360973c0f73_0_1124"/>
            <p:cNvSpPr/>
            <p:nvPr/>
          </p:nvSpPr>
          <p:spPr>
            <a:xfrm rot="-5400000">
              <a:off x="0" y="3785672"/>
              <a:ext cx="544800" cy="544800"/>
            </a:xfrm>
            <a:prstGeom prst="diagStripe">
              <a:avLst>
                <a:gd fmla="val 50000" name="adj"/>
              </a:avLst>
            </a:prstGeom>
            <a:solidFill>
              <a:schemeClr val="lt1">
                <a:alpha val="8627"/>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 name="Google Shape;164;g360973c0f73_0_1124"/>
            <p:cNvSpPr/>
            <p:nvPr/>
          </p:nvSpPr>
          <p:spPr>
            <a:xfrm flipH="1">
              <a:off x="154125" y="3925529"/>
              <a:ext cx="544800" cy="544800"/>
            </a:xfrm>
            <a:prstGeom prst="diagStripe">
              <a:avLst>
                <a:gd fmla="val 50000" name="adj"/>
              </a:avLst>
            </a:prstGeom>
            <a:solidFill>
              <a:schemeClr val="lt1">
                <a:alpha val="8627"/>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65" name="Google Shape;165;g360973c0f73_0_1124"/>
          <p:cNvSpPr txBox="1"/>
          <p:nvPr>
            <p:ph idx="1" type="body"/>
          </p:nvPr>
        </p:nvSpPr>
        <p:spPr>
          <a:xfrm>
            <a:off x="1300360" y="6888600"/>
            <a:ext cx="11097600" cy="838200"/>
          </a:xfrm>
          <a:prstGeom prst="rect">
            <a:avLst/>
          </a:prstGeom>
          <a:noFill/>
          <a:ln>
            <a:noFill/>
          </a:ln>
        </p:spPr>
        <p:txBody>
          <a:bodyPr anchorCtr="0" anchor="ctr" bIns="146275" lIns="146275" spcFirstLastPara="1" rIns="146275" wrap="square" tIns="146275">
            <a:normAutofit/>
          </a:bodyPr>
          <a:lstStyle>
            <a:lvl1pPr indent="-228600" lvl="0" marL="457200" algn="l">
              <a:lnSpc>
                <a:spcPct val="100000"/>
              </a:lnSpc>
              <a:spcBef>
                <a:spcPts val="0"/>
              </a:spcBef>
              <a:spcAft>
                <a:spcPts val="0"/>
              </a:spcAft>
              <a:buSzPts val="2100"/>
              <a:buNone/>
              <a:defRPr/>
            </a:lvl1pPr>
          </a:lstStyle>
          <a:p/>
        </p:txBody>
      </p:sp>
      <p:sp>
        <p:nvSpPr>
          <p:cNvPr id="166" name="Google Shape;166;g360973c0f73_0_112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7" name="Shape 167"/>
        <p:cNvGrpSpPr/>
        <p:nvPr/>
      </p:nvGrpSpPr>
      <p:grpSpPr>
        <a:xfrm>
          <a:off x="0" y="0"/>
          <a:ext cx="0" cy="0"/>
          <a:chOff x="0" y="0"/>
          <a:chExt cx="0" cy="0"/>
        </a:xfrm>
      </p:grpSpPr>
      <p:grpSp>
        <p:nvGrpSpPr>
          <p:cNvPr id="168" name="Google Shape;168;g360973c0f73_0_1130"/>
          <p:cNvGrpSpPr/>
          <p:nvPr/>
        </p:nvGrpSpPr>
        <p:grpSpPr>
          <a:xfrm>
            <a:off x="7050240" y="0"/>
            <a:ext cx="7580160" cy="8228904"/>
            <a:chOff x="4406400" y="0"/>
            <a:chExt cx="4737600" cy="5143065"/>
          </a:xfrm>
        </p:grpSpPr>
        <p:sp>
          <p:nvSpPr>
            <p:cNvPr id="169" name="Google Shape;169;g360973c0f73_0_1130"/>
            <p:cNvSpPr/>
            <p:nvPr/>
          </p:nvSpPr>
          <p:spPr>
            <a:xfrm rot="5400000">
              <a:off x="4408200" y="-1800"/>
              <a:ext cx="4734000" cy="4737600"/>
            </a:xfrm>
            <a:prstGeom prst="diagStripe">
              <a:avLst>
                <a:gd fmla="val 49469" name="adj"/>
              </a:avLst>
            </a:prstGeom>
            <a:solidFill>
              <a:schemeClr val="lt1">
                <a:alpha val="196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 name="Google Shape;170;g360973c0f73_0_1130"/>
            <p:cNvSpPr/>
            <p:nvPr/>
          </p:nvSpPr>
          <p:spPr>
            <a:xfrm rot="5400000">
              <a:off x="4841125" y="5700"/>
              <a:ext cx="4298100" cy="4286700"/>
            </a:xfrm>
            <a:prstGeom prst="diagStripe">
              <a:avLst>
                <a:gd fmla="val 0" name="adj"/>
              </a:avLst>
            </a:prstGeom>
            <a:solidFill>
              <a:schemeClr val="lt1">
                <a:alpha val="196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 name="Google Shape;171;g360973c0f73_0_1130"/>
            <p:cNvSpPr/>
            <p:nvPr/>
          </p:nvSpPr>
          <p:spPr>
            <a:xfrm rot="-5400000">
              <a:off x="5618399" y="1236468"/>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 name="Google Shape;172;g360973c0f73_0_1130"/>
            <p:cNvSpPr/>
            <p:nvPr/>
          </p:nvSpPr>
          <p:spPr>
            <a:xfrm flipH="1">
              <a:off x="5849857" y="1443956"/>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 name="Google Shape;173;g360973c0f73_0_1130"/>
            <p:cNvSpPr/>
            <p:nvPr/>
          </p:nvSpPr>
          <p:spPr>
            <a:xfrm rot="-5400000">
              <a:off x="5987081" y="246946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 name="Google Shape;174;g360973c0f73_0_1130"/>
            <p:cNvSpPr/>
            <p:nvPr/>
          </p:nvSpPr>
          <p:spPr>
            <a:xfrm flipH="1">
              <a:off x="6222115" y="267695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 name="Google Shape;175;g360973c0f73_0_1130"/>
            <p:cNvSpPr/>
            <p:nvPr/>
          </p:nvSpPr>
          <p:spPr>
            <a:xfrm rot="-5400000">
              <a:off x="6675341" y="1862018"/>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 name="Google Shape;176;g360973c0f73_0_1130"/>
            <p:cNvSpPr/>
            <p:nvPr/>
          </p:nvSpPr>
          <p:spPr>
            <a:xfrm flipH="1">
              <a:off x="6908099" y="2069505"/>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7" name="Google Shape;177;g360973c0f73_0_1130"/>
            <p:cNvSpPr/>
            <p:nvPr/>
          </p:nvSpPr>
          <p:spPr>
            <a:xfrm rot="-5400000">
              <a:off x="6861141" y="2477810"/>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8" name="Google Shape;178;g360973c0f73_0_1130"/>
            <p:cNvSpPr/>
            <p:nvPr/>
          </p:nvSpPr>
          <p:spPr>
            <a:xfrm flipH="1">
              <a:off x="7965266" y="269296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 name="Google Shape;179;g360973c0f73_0_1130"/>
            <p:cNvSpPr/>
            <p:nvPr/>
          </p:nvSpPr>
          <p:spPr>
            <a:xfrm flipH="1">
              <a:off x="8145082" y="330875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0" name="Google Shape;180;g360973c0f73_0_1130"/>
            <p:cNvSpPr/>
            <p:nvPr/>
          </p:nvSpPr>
          <p:spPr>
            <a:xfrm rot="-5400000">
              <a:off x="7047599" y="309501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1" name="Google Shape;181;g360973c0f73_0_1130"/>
            <p:cNvSpPr/>
            <p:nvPr/>
          </p:nvSpPr>
          <p:spPr>
            <a:xfrm flipH="1">
              <a:off x="7276649" y="3302502"/>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 name="Google Shape;182;g360973c0f73_0_1130"/>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 name="Google Shape;183;g360973c0f73_0_1130"/>
            <p:cNvSpPr/>
            <p:nvPr/>
          </p:nvSpPr>
          <p:spPr>
            <a:xfrm flipH="1">
              <a:off x="7462448" y="3918294"/>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 name="Google Shape;184;g360973c0f73_0_1130"/>
            <p:cNvSpPr/>
            <p:nvPr/>
          </p:nvSpPr>
          <p:spPr>
            <a:xfrm rot="-5400000">
              <a:off x="8102491" y="371847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 name="Google Shape;185;g360973c0f73_0_1130"/>
            <p:cNvSpPr/>
            <p:nvPr/>
          </p:nvSpPr>
          <p:spPr>
            <a:xfrm flipH="1">
              <a:off x="8334533" y="3925960"/>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 name="Google Shape;186;g360973c0f73_0_1130"/>
            <p:cNvSpPr/>
            <p:nvPr/>
          </p:nvSpPr>
          <p:spPr>
            <a:xfrm rot="-5400000">
              <a:off x="8288290" y="433426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87" name="Google Shape;187;g360973c0f73_0_1130"/>
          <p:cNvSpPr txBox="1"/>
          <p:nvPr>
            <p:ph hasCustomPrompt="1" type="title"/>
          </p:nvPr>
        </p:nvSpPr>
        <p:spPr>
          <a:xfrm>
            <a:off x="1318160" y="2055480"/>
            <a:ext cx="7641600" cy="20814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12800"/>
              <a:buNone/>
              <a:defRPr sz="12800"/>
            </a:lvl1pPr>
            <a:lvl2pPr lvl="1" algn="l">
              <a:lnSpc>
                <a:spcPct val="100000"/>
              </a:lnSpc>
              <a:spcBef>
                <a:spcPts val="0"/>
              </a:spcBef>
              <a:spcAft>
                <a:spcPts val="0"/>
              </a:spcAft>
              <a:buSzPts val="12800"/>
              <a:buNone/>
              <a:defRPr sz="12800"/>
            </a:lvl2pPr>
            <a:lvl3pPr lvl="2" algn="l">
              <a:lnSpc>
                <a:spcPct val="100000"/>
              </a:lnSpc>
              <a:spcBef>
                <a:spcPts val="0"/>
              </a:spcBef>
              <a:spcAft>
                <a:spcPts val="0"/>
              </a:spcAft>
              <a:buSzPts val="12800"/>
              <a:buNone/>
              <a:defRPr sz="12800"/>
            </a:lvl3pPr>
            <a:lvl4pPr lvl="3" algn="l">
              <a:lnSpc>
                <a:spcPct val="100000"/>
              </a:lnSpc>
              <a:spcBef>
                <a:spcPts val="0"/>
              </a:spcBef>
              <a:spcAft>
                <a:spcPts val="0"/>
              </a:spcAft>
              <a:buSzPts val="12800"/>
              <a:buNone/>
              <a:defRPr sz="12800"/>
            </a:lvl4pPr>
            <a:lvl5pPr lvl="4" algn="l">
              <a:lnSpc>
                <a:spcPct val="100000"/>
              </a:lnSpc>
              <a:spcBef>
                <a:spcPts val="0"/>
              </a:spcBef>
              <a:spcAft>
                <a:spcPts val="0"/>
              </a:spcAft>
              <a:buSzPts val="12800"/>
              <a:buNone/>
              <a:defRPr sz="12800"/>
            </a:lvl5pPr>
            <a:lvl6pPr lvl="5" algn="l">
              <a:lnSpc>
                <a:spcPct val="100000"/>
              </a:lnSpc>
              <a:spcBef>
                <a:spcPts val="0"/>
              </a:spcBef>
              <a:spcAft>
                <a:spcPts val="0"/>
              </a:spcAft>
              <a:buSzPts val="12800"/>
              <a:buNone/>
              <a:defRPr sz="12800"/>
            </a:lvl6pPr>
            <a:lvl7pPr lvl="6" algn="l">
              <a:lnSpc>
                <a:spcPct val="100000"/>
              </a:lnSpc>
              <a:spcBef>
                <a:spcPts val="0"/>
              </a:spcBef>
              <a:spcAft>
                <a:spcPts val="0"/>
              </a:spcAft>
              <a:buSzPts val="12800"/>
              <a:buNone/>
              <a:defRPr sz="12800"/>
            </a:lvl7pPr>
            <a:lvl8pPr lvl="7" algn="l">
              <a:lnSpc>
                <a:spcPct val="100000"/>
              </a:lnSpc>
              <a:spcBef>
                <a:spcPts val="0"/>
              </a:spcBef>
              <a:spcAft>
                <a:spcPts val="0"/>
              </a:spcAft>
              <a:buSzPts val="12800"/>
              <a:buNone/>
              <a:defRPr sz="12800"/>
            </a:lvl8pPr>
            <a:lvl9pPr lvl="8" algn="l">
              <a:lnSpc>
                <a:spcPct val="100000"/>
              </a:lnSpc>
              <a:spcBef>
                <a:spcPts val="0"/>
              </a:spcBef>
              <a:spcAft>
                <a:spcPts val="0"/>
              </a:spcAft>
              <a:buSzPts val="12800"/>
              <a:buNone/>
              <a:defRPr sz="12800"/>
            </a:lvl9pPr>
          </a:lstStyle>
          <a:p>
            <a:r>
              <a:t>xx%</a:t>
            </a:r>
          </a:p>
        </p:txBody>
      </p:sp>
      <p:sp>
        <p:nvSpPr>
          <p:cNvPr id="188" name="Google Shape;188;g360973c0f73_0_1130"/>
          <p:cNvSpPr txBox="1"/>
          <p:nvPr>
            <p:ph idx="1" type="body"/>
          </p:nvPr>
        </p:nvSpPr>
        <p:spPr>
          <a:xfrm>
            <a:off x="1318160" y="4228998"/>
            <a:ext cx="7641600" cy="19503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89" name="Google Shape;189;g360973c0f73_0_113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0" name="Shape 190"/>
        <p:cNvGrpSpPr/>
        <p:nvPr/>
      </p:nvGrpSpPr>
      <p:grpSpPr>
        <a:xfrm>
          <a:off x="0" y="0"/>
          <a:ext cx="0" cy="0"/>
          <a:chOff x="0" y="0"/>
          <a:chExt cx="0" cy="0"/>
        </a:xfrm>
      </p:grpSpPr>
      <p:sp>
        <p:nvSpPr>
          <p:cNvPr id="191" name="Google Shape;191;g360973c0f73_0_1153"/>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6" name="Shape 196"/>
        <p:cNvGrpSpPr/>
        <p:nvPr/>
      </p:nvGrpSpPr>
      <p:grpSpPr>
        <a:xfrm>
          <a:off x="0" y="0"/>
          <a:ext cx="0" cy="0"/>
          <a:chOff x="0" y="0"/>
          <a:chExt cx="0" cy="0"/>
        </a:xfrm>
      </p:grpSpPr>
      <p:grpSp>
        <p:nvGrpSpPr>
          <p:cNvPr id="197" name="Google Shape;197;g360973c0f73_0_738"/>
          <p:cNvGrpSpPr/>
          <p:nvPr/>
        </p:nvGrpSpPr>
        <p:grpSpPr>
          <a:xfrm>
            <a:off x="0" y="609602"/>
            <a:ext cx="1660560" cy="1626061"/>
            <a:chOff x="0" y="381001"/>
            <a:chExt cx="1037850" cy="1016288"/>
          </a:xfrm>
        </p:grpSpPr>
        <p:sp>
          <p:nvSpPr>
            <p:cNvPr id="198" name="Google Shape;198;g360973c0f73_0_738"/>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9" name="Google Shape;199;g360973c0f73_0_738"/>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00" name="Google Shape;200;g360973c0f73_0_738"/>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201" name="Google Shape;201;g360973c0f73_0_738"/>
          <p:cNvSpPr txBox="1"/>
          <p:nvPr>
            <p:ph idx="1" type="body"/>
          </p:nvPr>
        </p:nvSpPr>
        <p:spPr>
          <a:xfrm>
            <a:off x="2076000" y="2508080"/>
            <a:ext cx="11262300" cy="4657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02" name="Google Shape;202;g360973c0f73_0_73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3" name="Shape 203"/>
        <p:cNvGrpSpPr/>
        <p:nvPr/>
      </p:nvGrpSpPr>
      <p:grpSpPr>
        <a:xfrm>
          <a:off x="0" y="0"/>
          <a:ext cx="0" cy="0"/>
          <a:chOff x="0" y="0"/>
          <a:chExt cx="0" cy="0"/>
        </a:xfrm>
      </p:grpSpPr>
      <p:sp>
        <p:nvSpPr>
          <p:cNvPr id="204" name="Google Shape;204;g360973c0f73_0_745"/>
          <p:cNvSpPr/>
          <p:nvPr/>
        </p:nvSpPr>
        <p:spPr>
          <a:xfrm rot="5400000">
            <a:off x="12000600" y="808"/>
            <a:ext cx="2629800" cy="2629800"/>
          </a:xfrm>
          <a:prstGeom prst="diagStripe">
            <a:avLst>
              <a:gd fmla="val 0"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205" name="Google Shape;205;g360973c0f73_0_745"/>
          <p:cNvGrpSpPr/>
          <p:nvPr/>
        </p:nvGrpSpPr>
        <p:grpSpPr>
          <a:xfrm>
            <a:off x="0" y="784"/>
            <a:ext cx="8245928" cy="8214833"/>
            <a:chOff x="0" y="75"/>
            <a:chExt cx="5153705" cy="5152950"/>
          </a:xfrm>
        </p:grpSpPr>
        <p:sp>
          <p:nvSpPr>
            <p:cNvPr id="206" name="Google Shape;206;g360973c0f73_0_745"/>
            <p:cNvSpPr/>
            <p:nvPr/>
          </p:nvSpPr>
          <p:spPr>
            <a:xfrm rot="-5400000">
              <a:off x="455" y="-225"/>
              <a:ext cx="5152800" cy="5153700"/>
            </a:xfrm>
            <a:prstGeom prst="diagStripe">
              <a:avLst>
                <a:gd fmla="val 50000"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7" name="Google Shape;207;g360973c0f73_0_745"/>
            <p:cNvSpPr/>
            <p:nvPr/>
          </p:nvSpPr>
          <p:spPr>
            <a:xfrm rot="-5400000">
              <a:off x="150" y="1145825"/>
              <a:ext cx="3996600" cy="3996900"/>
            </a:xfrm>
            <a:prstGeom prst="diagStripe">
              <a:avLst>
                <a:gd fmla="val 58774"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8" name="Google Shape;208;g360973c0f73_0_745"/>
            <p:cNvSpPr/>
            <p:nvPr/>
          </p:nvSpPr>
          <p:spPr>
            <a:xfrm rot="-5400000">
              <a:off x="1646" y="-75"/>
              <a:ext cx="2299800" cy="23001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9" name="Google Shape;209;g360973c0f73_0_745"/>
            <p:cNvSpPr/>
            <p:nvPr/>
          </p:nvSpPr>
          <p:spPr>
            <a:xfrm flipH="1">
              <a:off x="652821" y="590035"/>
              <a:ext cx="2300100" cy="2299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10" name="Google Shape;210;g360973c0f73_0_745"/>
          <p:cNvSpPr txBox="1"/>
          <p:nvPr>
            <p:ph type="ctrTitle"/>
          </p:nvPr>
        </p:nvSpPr>
        <p:spPr>
          <a:xfrm>
            <a:off x="5659440" y="2525440"/>
            <a:ext cx="8028000" cy="25263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211" name="Google Shape;211;g360973c0f73_0_745"/>
          <p:cNvSpPr txBox="1"/>
          <p:nvPr>
            <p:ph idx="1" type="subTitle"/>
          </p:nvPr>
        </p:nvSpPr>
        <p:spPr>
          <a:xfrm>
            <a:off x="8134320" y="6279880"/>
            <a:ext cx="5553000" cy="809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212" name="Google Shape;212;g360973c0f73_0_745"/>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3" name="Shape 213"/>
        <p:cNvGrpSpPr/>
        <p:nvPr/>
      </p:nvGrpSpPr>
      <p:grpSpPr>
        <a:xfrm>
          <a:off x="0" y="0"/>
          <a:ext cx="0" cy="0"/>
          <a:chOff x="0" y="0"/>
          <a:chExt cx="0" cy="0"/>
        </a:xfrm>
      </p:grpSpPr>
      <p:grpSp>
        <p:nvGrpSpPr>
          <p:cNvPr id="214" name="Google Shape;214;g360973c0f73_0_755"/>
          <p:cNvGrpSpPr/>
          <p:nvPr/>
        </p:nvGrpSpPr>
        <p:grpSpPr>
          <a:xfrm>
            <a:off x="7050240" y="0"/>
            <a:ext cx="7580160" cy="8228904"/>
            <a:chOff x="4406400" y="0"/>
            <a:chExt cx="4737600" cy="5143065"/>
          </a:xfrm>
        </p:grpSpPr>
        <p:sp>
          <p:nvSpPr>
            <p:cNvPr id="215" name="Google Shape;215;g360973c0f73_0_755"/>
            <p:cNvSpPr/>
            <p:nvPr/>
          </p:nvSpPr>
          <p:spPr>
            <a:xfrm rot="5400000">
              <a:off x="4408200" y="-1800"/>
              <a:ext cx="4734000" cy="4737600"/>
            </a:xfrm>
            <a:prstGeom prst="diagStripe">
              <a:avLst>
                <a:gd fmla="val 49469"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6" name="Google Shape;216;g360973c0f73_0_755"/>
            <p:cNvSpPr/>
            <p:nvPr/>
          </p:nvSpPr>
          <p:spPr>
            <a:xfrm rot="5400000">
              <a:off x="4841125" y="5700"/>
              <a:ext cx="4298100" cy="4286700"/>
            </a:xfrm>
            <a:prstGeom prst="diagStripe">
              <a:avLst>
                <a:gd fmla="val 0"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7" name="Google Shape;217;g360973c0f73_0_755"/>
            <p:cNvSpPr/>
            <p:nvPr/>
          </p:nvSpPr>
          <p:spPr>
            <a:xfrm rot="-5400000">
              <a:off x="5618399" y="1236468"/>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8" name="Google Shape;218;g360973c0f73_0_755"/>
            <p:cNvSpPr/>
            <p:nvPr/>
          </p:nvSpPr>
          <p:spPr>
            <a:xfrm flipH="1">
              <a:off x="5849857" y="1443956"/>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9" name="Google Shape;219;g360973c0f73_0_755"/>
            <p:cNvSpPr/>
            <p:nvPr/>
          </p:nvSpPr>
          <p:spPr>
            <a:xfrm rot="-5400000">
              <a:off x="5987081" y="246946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0" name="Google Shape;220;g360973c0f73_0_755"/>
            <p:cNvSpPr/>
            <p:nvPr/>
          </p:nvSpPr>
          <p:spPr>
            <a:xfrm flipH="1">
              <a:off x="6222115" y="267695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1" name="Google Shape;221;g360973c0f73_0_755"/>
            <p:cNvSpPr/>
            <p:nvPr/>
          </p:nvSpPr>
          <p:spPr>
            <a:xfrm rot="-5400000">
              <a:off x="6675341" y="1862018"/>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2" name="Google Shape;222;g360973c0f73_0_755"/>
            <p:cNvSpPr/>
            <p:nvPr/>
          </p:nvSpPr>
          <p:spPr>
            <a:xfrm flipH="1">
              <a:off x="6908099" y="2069505"/>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3" name="Google Shape;223;g360973c0f73_0_755"/>
            <p:cNvSpPr/>
            <p:nvPr/>
          </p:nvSpPr>
          <p:spPr>
            <a:xfrm rot="-5400000">
              <a:off x="6861141" y="2477810"/>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4" name="Google Shape;224;g360973c0f73_0_755"/>
            <p:cNvSpPr/>
            <p:nvPr/>
          </p:nvSpPr>
          <p:spPr>
            <a:xfrm flipH="1">
              <a:off x="7965266" y="269296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5" name="Google Shape;225;g360973c0f73_0_755"/>
            <p:cNvSpPr/>
            <p:nvPr/>
          </p:nvSpPr>
          <p:spPr>
            <a:xfrm flipH="1">
              <a:off x="8145082" y="330875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6" name="Google Shape;226;g360973c0f73_0_755"/>
            <p:cNvSpPr/>
            <p:nvPr/>
          </p:nvSpPr>
          <p:spPr>
            <a:xfrm rot="-5400000">
              <a:off x="7047599" y="309501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7" name="Google Shape;227;g360973c0f73_0_755"/>
            <p:cNvSpPr/>
            <p:nvPr/>
          </p:nvSpPr>
          <p:spPr>
            <a:xfrm flipH="1">
              <a:off x="7276649" y="3302502"/>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8" name="Google Shape;228;g360973c0f73_0_755"/>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9" name="Google Shape;229;g360973c0f73_0_755"/>
            <p:cNvSpPr/>
            <p:nvPr/>
          </p:nvSpPr>
          <p:spPr>
            <a:xfrm flipH="1">
              <a:off x="7462448" y="3918294"/>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0" name="Google Shape;230;g360973c0f73_0_755"/>
            <p:cNvSpPr/>
            <p:nvPr/>
          </p:nvSpPr>
          <p:spPr>
            <a:xfrm rot="-5400000">
              <a:off x="8102491" y="371847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1" name="Google Shape;231;g360973c0f73_0_755"/>
            <p:cNvSpPr/>
            <p:nvPr/>
          </p:nvSpPr>
          <p:spPr>
            <a:xfrm flipH="1">
              <a:off x="8334533" y="3925960"/>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2" name="Google Shape;232;g360973c0f73_0_755"/>
            <p:cNvSpPr/>
            <p:nvPr/>
          </p:nvSpPr>
          <p:spPr>
            <a:xfrm rot="-5400000">
              <a:off x="8288290" y="433426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33" name="Google Shape;233;g360973c0f73_0_755"/>
          <p:cNvSpPr txBox="1"/>
          <p:nvPr>
            <p:ph type="title"/>
          </p:nvPr>
        </p:nvSpPr>
        <p:spPr>
          <a:xfrm>
            <a:off x="1318160" y="3284800"/>
            <a:ext cx="7339200" cy="18378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234" name="Google Shape;234;g360973c0f73_0_755"/>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5" name="Shape 235"/>
        <p:cNvGrpSpPr/>
        <p:nvPr/>
      </p:nvGrpSpPr>
      <p:grpSpPr>
        <a:xfrm>
          <a:off x="0" y="0"/>
          <a:ext cx="0" cy="0"/>
          <a:chOff x="0" y="0"/>
          <a:chExt cx="0" cy="0"/>
        </a:xfrm>
      </p:grpSpPr>
      <p:grpSp>
        <p:nvGrpSpPr>
          <p:cNvPr id="236" name="Google Shape;236;g360973c0f73_0_777"/>
          <p:cNvGrpSpPr/>
          <p:nvPr/>
        </p:nvGrpSpPr>
        <p:grpSpPr>
          <a:xfrm>
            <a:off x="0" y="609602"/>
            <a:ext cx="1660560" cy="1626061"/>
            <a:chOff x="0" y="381001"/>
            <a:chExt cx="1037850" cy="1016288"/>
          </a:xfrm>
        </p:grpSpPr>
        <p:sp>
          <p:nvSpPr>
            <p:cNvPr id="237" name="Google Shape;237;g360973c0f73_0_777"/>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8" name="Google Shape;238;g360973c0f73_0_777"/>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39" name="Google Shape;239;g360973c0f73_0_777"/>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240" name="Google Shape;240;g360973c0f73_0_777"/>
          <p:cNvSpPr txBox="1"/>
          <p:nvPr>
            <p:ph idx="1" type="body"/>
          </p:nvPr>
        </p:nvSpPr>
        <p:spPr>
          <a:xfrm>
            <a:off x="2076000" y="2508080"/>
            <a:ext cx="5445000" cy="4657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41" name="Google Shape;241;g360973c0f73_0_777"/>
          <p:cNvSpPr txBox="1"/>
          <p:nvPr>
            <p:ph idx="2" type="body"/>
          </p:nvPr>
        </p:nvSpPr>
        <p:spPr>
          <a:xfrm>
            <a:off x="7893154" y="2508080"/>
            <a:ext cx="5445000" cy="4657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42" name="Google Shape;242;g360973c0f73_0_77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3" name="Shape 243"/>
        <p:cNvGrpSpPr/>
        <p:nvPr/>
      </p:nvGrpSpPr>
      <p:grpSpPr>
        <a:xfrm>
          <a:off x="0" y="0"/>
          <a:ext cx="0" cy="0"/>
          <a:chOff x="0" y="0"/>
          <a:chExt cx="0" cy="0"/>
        </a:xfrm>
      </p:grpSpPr>
      <p:grpSp>
        <p:nvGrpSpPr>
          <p:cNvPr id="244" name="Google Shape;244;g360973c0f73_0_785"/>
          <p:cNvGrpSpPr/>
          <p:nvPr/>
        </p:nvGrpSpPr>
        <p:grpSpPr>
          <a:xfrm>
            <a:off x="0" y="609602"/>
            <a:ext cx="1660560" cy="1626061"/>
            <a:chOff x="0" y="381001"/>
            <a:chExt cx="1037850" cy="1016288"/>
          </a:xfrm>
        </p:grpSpPr>
        <p:sp>
          <p:nvSpPr>
            <p:cNvPr id="245" name="Google Shape;245;g360973c0f73_0_785"/>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6" name="Google Shape;246;g360973c0f73_0_785"/>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47" name="Google Shape;247;g360973c0f73_0_785"/>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248" name="Google Shape;248;g360973c0f73_0_785"/>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9" name="Shape 249"/>
        <p:cNvGrpSpPr/>
        <p:nvPr/>
      </p:nvGrpSpPr>
      <p:grpSpPr>
        <a:xfrm>
          <a:off x="0" y="0"/>
          <a:ext cx="0" cy="0"/>
          <a:chOff x="0" y="0"/>
          <a:chExt cx="0" cy="0"/>
        </a:xfrm>
      </p:grpSpPr>
      <p:grpSp>
        <p:nvGrpSpPr>
          <p:cNvPr id="250" name="Google Shape;250;g360973c0f73_0_791"/>
          <p:cNvGrpSpPr/>
          <p:nvPr/>
        </p:nvGrpSpPr>
        <p:grpSpPr>
          <a:xfrm>
            <a:off x="0" y="609602"/>
            <a:ext cx="1660560" cy="1626061"/>
            <a:chOff x="0" y="381001"/>
            <a:chExt cx="1037850" cy="1016288"/>
          </a:xfrm>
        </p:grpSpPr>
        <p:sp>
          <p:nvSpPr>
            <p:cNvPr id="251" name="Google Shape;251;g360973c0f73_0_791"/>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2" name="Google Shape;252;g360973c0f73_0_791"/>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53" name="Google Shape;253;g360973c0f73_0_791"/>
          <p:cNvSpPr txBox="1"/>
          <p:nvPr>
            <p:ph type="title"/>
          </p:nvPr>
        </p:nvSpPr>
        <p:spPr>
          <a:xfrm>
            <a:off x="2076000" y="630000"/>
            <a:ext cx="6078300" cy="23889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254" name="Google Shape;254;g360973c0f73_0_791"/>
          <p:cNvSpPr txBox="1"/>
          <p:nvPr>
            <p:ph idx="1" type="body"/>
          </p:nvPr>
        </p:nvSpPr>
        <p:spPr>
          <a:xfrm>
            <a:off x="2076000" y="3156080"/>
            <a:ext cx="6078300" cy="3865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55" name="Google Shape;255;g360973c0f73_0_791"/>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6" name="Shape 256"/>
        <p:cNvGrpSpPr/>
        <p:nvPr/>
      </p:nvGrpSpPr>
      <p:grpSpPr>
        <a:xfrm>
          <a:off x="0" y="0"/>
          <a:ext cx="0" cy="0"/>
          <a:chOff x="0" y="0"/>
          <a:chExt cx="0" cy="0"/>
        </a:xfrm>
      </p:grpSpPr>
      <p:grpSp>
        <p:nvGrpSpPr>
          <p:cNvPr id="257" name="Google Shape;257;g360973c0f73_0_798"/>
          <p:cNvGrpSpPr/>
          <p:nvPr/>
        </p:nvGrpSpPr>
        <p:grpSpPr>
          <a:xfrm>
            <a:off x="7050240" y="0"/>
            <a:ext cx="7580160" cy="8229600"/>
            <a:chOff x="4406400" y="0"/>
            <a:chExt cx="4737600" cy="5143500"/>
          </a:xfrm>
        </p:grpSpPr>
        <p:sp>
          <p:nvSpPr>
            <p:cNvPr id="258" name="Google Shape;258;g360973c0f73_0_798"/>
            <p:cNvSpPr/>
            <p:nvPr/>
          </p:nvSpPr>
          <p:spPr>
            <a:xfrm rot="5400000">
              <a:off x="4407900" y="-1500"/>
              <a:ext cx="4734600" cy="4737600"/>
            </a:xfrm>
            <a:prstGeom prst="diagStripe">
              <a:avLst>
                <a:gd fmla="val 49469"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9" name="Google Shape;259;g360973c0f73_0_798"/>
            <p:cNvSpPr/>
            <p:nvPr/>
          </p:nvSpPr>
          <p:spPr>
            <a:xfrm rot="5400000">
              <a:off x="4840825" y="6000"/>
              <a:ext cx="4298700" cy="4286700"/>
            </a:xfrm>
            <a:prstGeom prst="diagStripe">
              <a:avLst>
                <a:gd fmla="val 0"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0" name="Google Shape;260;g360973c0f73_0_798"/>
            <p:cNvSpPr/>
            <p:nvPr/>
          </p:nvSpPr>
          <p:spPr>
            <a:xfrm rot="-5400000">
              <a:off x="5618399" y="1236641"/>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1" name="Google Shape;261;g360973c0f73_0_798"/>
            <p:cNvSpPr/>
            <p:nvPr/>
          </p:nvSpPr>
          <p:spPr>
            <a:xfrm flipH="1">
              <a:off x="5849857" y="1444078"/>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2" name="Google Shape;262;g360973c0f73_0_798"/>
            <p:cNvSpPr/>
            <p:nvPr/>
          </p:nvSpPr>
          <p:spPr>
            <a:xfrm rot="-5400000">
              <a:off x="5987081" y="246974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3" name="Google Shape;263;g360973c0f73_0_798"/>
            <p:cNvSpPr/>
            <p:nvPr/>
          </p:nvSpPr>
          <p:spPr>
            <a:xfrm flipH="1">
              <a:off x="6222115" y="2677179"/>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4" name="Google Shape;264;g360973c0f73_0_798"/>
            <p:cNvSpPr/>
            <p:nvPr/>
          </p:nvSpPr>
          <p:spPr>
            <a:xfrm rot="-5400000">
              <a:off x="6675341" y="1862244"/>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5" name="Google Shape;265;g360973c0f73_0_798"/>
            <p:cNvSpPr/>
            <p:nvPr/>
          </p:nvSpPr>
          <p:spPr>
            <a:xfrm flipH="1">
              <a:off x="6908099" y="2069680"/>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6" name="Google Shape;266;g360973c0f73_0_798"/>
            <p:cNvSpPr/>
            <p:nvPr/>
          </p:nvSpPr>
          <p:spPr>
            <a:xfrm rot="-5400000">
              <a:off x="6861141" y="2478088"/>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7" name="Google Shape;267;g360973c0f73_0_798"/>
            <p:cNvSpPr/>
            <p:nvPr/>
          </p:nvSpPr>
          <p:spPr>
            <a:xfrm flipH="1">
              <a:off x="7965266" y="2693191"/>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8" name="Google Shape;268;g360973c0f73_0_798"/>
            <p:cNvSpPr/>
            <p:nvPr/>
          </p:nvSpPr>
          <p:spPr>
            <a:xfrm flipH="1">
              <a:off x="8145082" y="3309036"/>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9" name="Google Shape;269;g360973c0f73_0_798"/>
            <p:cNvSpPr/>
            <p:nvPr/>
          </p:nvSpPr>
          <p:spPr>
            <a:xfrm rot="-5400000">
              <a:off x="7047599" y="309534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0" name="Google Shape;270;g360973c0f73_0_798"/>
            <p:cNvSpPr/>
            <p:nvPr/>
          </p:nvSpPr>
          <p:spPr>
            <a:xfrm flipH="1">
              <a:off x="7276649" y="3302781"/>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1" name="Google Shape;271;g360973c0f73_0_79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2" name="Google Shape;272;g360973c0f73_0_798"/>
            <p:cNvSpPr/>
            <p:nvPr/>
          </p:nvSpPr>
          <p:spPr>
            <a:xfrm flipH="1">
              <a:off x="7462448" y="391862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3" name="Google Shape;273;g360973c0f73_0_798"/>
            <p:cNvSpPr/>
            <p:nvPr/>
          </p:nvSpPr>
          <p:spPr>
            <a:xfrm rot="-5400000">
              <a:off x="8102491" y="3718856"/>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4" name="Google Shape;274;g360973c0f73_0_798"/>
            <p:cNvSpPr/>
            <p:nvPr/>
          </p:nvSpPr>
          <p:spPr>
            <a:xfrm flipH="1">
              <a:off x="8334533" y="3926292"/>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5" name="Google Shape;275;g360973c0f73_0_798"/>
            <p:cNvSpPr/>
            <p:nvPr/>
          </p:nvSpPr>
          <p:spPr>
            <a:xfrm rot="-5400000">
              <a:off x="8288290" y="4334700"/>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76" name="Google Shape;276;g360973c0f73_0_798"/>
          <p:cNvSpPr txBox="1"/>
          <p:nvPr>
            <p:ph type="title"/>
          </p:nvPr>
        </p:nvSpPr>
        <p:spPr>
          <a:xfrm>
            <a:off x="1318160" y="1386840"/>
            <a:ext cx="7339200" cy="5633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277" name="Google Shape;277;g360973c0f73_0_79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8" name="Shape 278"/>
        <p:cNvGrpSpPr/>
        <p:nvPr/>
      </p:nvGrpSpPr>
      <p:grpSpPr>
        <a:xfrm>
          <a:off x="0" y="0"/>
          <a:ext cx="0" cy="0"/>
          <a:chOff x="0" y="0"/>
          <a:chExt cx="0" cy="0"/>
        </a:xfrm>
      </p:grpSpPr>
      <p:grpSp>
        <p:nvGrpSpPr>
          <p:cNvPr id="279" name="Google Shape;279;g360973c0f73_0_820"/>
          <p:cNvGrpSpPr/>
          <p:nvPr/>
        </p:nvGrpSpPr>
        <p:grpSpPr>
          <a:xfrm>
            <a:off x="0" y="609602"/>
            <a:ext cx="1660560" cy="1626061"/>
            <a:chOff x="0" y="381001"/>
            <a:chExt cx="1037850" cy="1016288"/>
          </a:xfrm>
        </p:grpSpPr>
        <p:sp>
          <p:nvSpPr>
            <p:cNvPr id="280" name="Google Shape;280;g360973c0f73_0_820"/>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1" name="Google Shape;281;g360973c0f73_0_820"/>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82" name="Google Shape;282;g360973c0f73_0_820"/>
          <p:cNvSpPr txBox="1"/>
          <p:nvPr>
            <p:ph type="title"/>
          </p:nvPr>
        </p:nvSpPr>
        <p:spPr>
          <a:xfrm>
            <a:off x="2076000" y="2653320"/>
            <a:ext cx="4858200" cy="28026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283" name="Google Shape;283;g360973c0f73_0_820"/>
          <p:cNvSpPr txBox="1"/>
          <p:nvPr>
            <p:ph idx="1" type="subTitle"/>
          </p:nvPr>
        </p:nvSpPr>
        <p:spPr>
          <a:xfrm>
            <a:off x="2076000" y="5660800"/>
            <a:ext cx="4858200" cy="809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284" name="Google Shape;284;g360973c0f73_0_820"/>
          <p:cNvSpPr txBox="1"/>
          <p:nvPr>
            <p:ph idx="2" type="body"/>
          </p:nvPr>
        </p:nvSpPr>
        <p:spPr>
          <a:xfrm>
            <a:off x="7437120" y="2714560"/>
            <a:ext cx="5883000" cy="37560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85" name="Google Shape;285;g360973c0f73_0_82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6" name="Shape 286"/>
        <p:cNvGrpSpPr/>
        <p:nvPr/>
      </p:nvGrpSpPr>
      <p:grpSpPr>
        <a:xfrm>
          <a:off x="0" y="0"/>
          <a:ext cx="0" cy="0"/>
          <a:chOff x="0" y="0"/>
          <a:chExt cx="0" cy="0"/>
        </a:xfrm>
      </p:grpSpPr>
      <p:grpSp>
        <p:nvGrpSpPr>
          <p:cNvPr id="287" name="Google Shape;287;g360973c0f73_0_828"/>
          <p:cNvGrpSpPr/>
          <p:nvPr/>
        </p:nvGrpSpPr>
        <p:grpSpPr>
          <a:xfrm>
            <a:off x="0" y="6605717"/>
            <a:ext cx="1118280" cy="1095451"/>
            <a:chOff x="0" y="3785672"/>
            <a:chExt cx="698925" cy="684657"/>
          </a:xfrm>
        </p:grpSpPr>
        <p:sp>
          <p:nvSpPr>
            <p:cNvPr id="288" name="Google Shape;288;g360973c0f73_0_828"/>
            <p:cNvSpPr/>
            <p:nvPr/>
          </p:nvSpPr>
          <p:spPr>
            <a:xfrm rot="-5400000">
              <a:off x="0" y="3785672"/>
              <a:ext cx="544800" cy="544800"/>
            </a:xfrm>
            <a:prstGeom prst="diagStripe">
              <a:avLst>
                <a:gd fmla="val 50000" name="adj"/>
              </a:avLst>
            </a:prstGeom>
            <a:solidFill>
              <a:schemeClr val="lt1">
                <a:alpha val="8627"/>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9" name="Google Shape;289;g360973c0f73_0_828"/>
            <p:cNvSpPr/>
            <p:nvPr/>
          </p:nvSpPr>
          <p:spPr>
            <a:xfrm flipH="1">
              <a:off x="154125" y="3925529"/>
              <a:ext cx="544800" cy="544800"/>
            </a:xfrm>
            <a:prstGeom prst="diagStripe">
              <a:avLst>
                <a:gd fmla="val 50000" name="adj"/>
              </a:avLst>
            </a:prstGeom>
            <a:solidFill>
              <a:schemeClr val="lt1">
                <a:alpha val="8627"/>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90" name="Google Shape;290;g360973c0f73_0_828"/>
          <p:cNvSpPr txBox="1"/>
          <p:nvPr>
            <p:ph idx="1" type="body"/>
          </p:nvPr>
        </p:nvSpPr>
        <p:spPr>
          <a:xfrm>
            <a:off x="1300360" y="6888600"/>
            <a:ext cx="11097600" cy="838200"/>
          </a:xfrm>
          <a:prstGeom prst="rect">
            <a:avLst/>
          </a:prstGeom>
          <a:noFill/>
          <a:ln>
            <a:noFill/>
          </a:ln>
        </p:spPr>
        <p:txBody>
          <a:bodyPr anchorCtr="0" anchor="ctr" bIns="146275" lIns="146275" spcFirstLastPara="1" rIns="146275" wrap="square" tIns="146275">
            <a:normAutofit/>
          </a:bodyPr>
          <a:lstStyle>
            <a:lvl1pPr indent="-228600" lvl="0" marL="457200" algn="l">
              <a:lnSpc>
                <a:spcPct val="100000"/>
              </a:lnSpc>
              <a:spcBef>
                <a:spcPts val="0"/>
              </a:spcBef>
              <a:spcAft>
                <a:spcPts val="0"/>
              </a:spcAft>
              <a:buSzPts val="2100"/>
              <a:buNone/>
              <a:defRPr/>
            </a:lvl1pPr>
          </a:lstStyle>
          <a:p/>
        </p:txBody>
      </p:sp>
      <p:sp>
        <p:nvSpPr>
          <p:cNvPr id="291" name="Google Shape;291;g360973c0f73_0_82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92" name="Shape 292"/>
        <p:cNvGrpSpPr/>
        <p:nvPr/>
      </p:nvGrpSpPr>
      <p:grpSpPr>
        <a:xfrm>
          <a:off x="0" y="0"/>
          <a:ext cx="0" cy="0"/>
          <a:chOff x="0" y="0"/>
          <a:chExt cx="0" cy="0"/>
        </a:xfrm>
      </p:grpSpPr>
      <p:grpSp>
        <p:nvGrpSpPr>
          <p:cNvPr id="293" name="Google Shape;293;g360973c0f73_0_834"/>
          <p:cNvGrpSpPr/>
          <p:nvPr/>
        </p:nvGrpSpPr>
        <p:grpSpPr>
          <a:xfrm>
            <a:off x="7050240" y="0"/>
            <a:ext cx="7580160" cy="8228904"/>
            <a:chOff x="4406400" y="0"/>
            <a:chExt cx="4737600" cy="5143065"/>
          </a:xfrm>
        </p:grpSpPr>
        <p:sp>
          <p:nvSpPr>
            <p:cNvPr id="294" name="Google Shape;294;g360973c0f73_0_834"/>
            <p:cNvSpPr/>
            <p:nvPr/>
          </p:nvSpPr>
          <p:spPr>
            <a:xfrm rot="5400000">
              <a:off x="4408200" y="-1800"/>
              <a:ext cx="4734000" cy="4737600"/>
            </a:xfrm>
            <a:prstGeom prst="diagStripe">
              <a:avLst>
                <a:gd fmla="val 49469"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5" name="Google Shape;295;g360973c0f73_0_834"/>
            <p:cNvSpPr/>
            <p:nvPr/>
          </p:nvSpPr>
          <p:spPr>
            <a:xfrm rot="5400000">
              <a:off x="4841125" y="5700"/>
              <a:ext cx="4298100" cy="4286700"/>
            </a:xfrm>
            <a:prstGeom prst="diagStripe">
              <a:avLst>
                <a:gd fmla="val 0"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6" name="Google Shape;296;g360973c0f73_0_834"/>
            <p:cNvSpPr/>
            <p:nvPr/>
          </p:nvSpPr>
          <p:spPr>
            <a:xfrm rot="-5400000">
              <a:off x="5618399" y="1236468"/>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7" name="Google Shape;297;g360973c0f73_0_834"/>
            <p:cNvSpPr/>
            <p:nvPr/>
          </p:nvSpPr>
          <p:spPr>
            <a:xfrm flipH="1">
              <a:off x="5849857" y="1443956"/>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8" name="Google Shape;298;g360973c0f73_0_834"/>
            <p:cNvSpPr/>
            <p:nvPr/>
          </p:nvSpPr>
          <p:spPr>
            <a:xfrm rot="-5400000">
              <a:off x="5987081" y="246946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9" name="Google Shape;299;g360973c0f73_0_834"/>
            <p:cNvSpPr/>
            <p:nvPr/>
          </p:nvSpPr>
          <p:spPr>
            <a:xfrm flipH="1">
              <a:off x="6222115" y="267695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0" name="Google Shape;300;g360973c0f73_0_834"/>
            <p:cNvSpPr/>
            <p:nvPr/>
          </p:nvSpPr>
          <p:spPr>
            <a:xfrm rot="-5400000">
              <a:off x="6675341" y="1862018"/>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1" name="Google Shape;301;g360973c0f73_0_834"/>
            <p:cNvSpPr/>
            <p:nvPr/>
          </p:nvSpPr>
          <p:spPr>
            <a:xfrm flipH="1">
              <a:off x="6908099" y="2069505"/>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2" name="Google Shape;302;g360973c0f73_0_834"/>
            <p:cNvSpPr/>
            <p:nvPr/>
          </p:nvSpPr>
          <p:spPr>
            <a:xfrm rot="-5400000">
              <a:off x="6861141" y="2477810"/>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3" name="Google Shape;303;g360973c0f73_0_834"/>
            <p:cNvSpPr/>
            <p:nvPr/>
          </p:nvSpPr>
          <p:spPr>
            <a:xfrm flipH="1">
              <a:off x="7965266" y="269296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4" name="Google Shape;304;g360973c0f73_0_834"/>
            <p:cNvSpPr/>
            <p:nvPr/>
          </p:nvSpPr>
          <p:spPr>
            <a:xfrm flipH="1">
              <a:off x="8145082" y="330875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5" name="Google Shape;305;g360973c0f73_0_834"/>
            <p:cNvSpPr/>
            <p:nvPr/>
          </p:nvSpPr>
          <p:spPr>
            <a:xfrm rot="-5400000">
              <a:off x="7047599" y="309501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6" name="Google Shape;306;g360973c0f73_0_834"/>
            <p:cNvSpPr/>
            <p:nvPr/>
          </p:nvSpPr>
          <p:spPr>
            <a:xfrm flipH="1">
              <a:off x="7276649" y="3302502"/>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7" name="Google Shape;307;g360973c0f73_0_83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8" name="Google Shape;308;g360973c0f73_0_834"/>
            <p:cNvSpPr/>
            <p:nvPr/>
          </p:nvSpPr>
          <p:spPr>
            <a:xfrm flipH="1">
              <a:off x="7462448" y="3918294"/>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9" name="Google Shape;309;g360973c0f73_0_834"/>
            <p:cNvSpPr/>
            <p:nvPr/>
          </p:nvSpPr>
          <p:spPr>
            <a:xfrm rot="-5400000">
              <a:off x="8102491" y="371847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0" name="Google Shape;310;g360973c0f73_0_834"/>
            <p:cNvSpPr/>
            <p:nvPr/>
          </p:nvSpPr>
          <p:spPr>
            <a:xfrm flipH="1">
              <a:off x="8334533" y="3925960"/>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1" name="Google Shape;311;g360973c0f73_0_834"/>
            <p:cNvSpPr/>
            <p:nvPr/>
          </p:nvSpPr>
          <p:spPr>
            <a:xfrm rot="-5400000">
              <a:off x="8288290" y="433426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312" name="Google Shape;312;g360973c0f73_0_834"/>
          <p:cNvSpPr txBox="1"/>
          <p:nvPr>
            <p:ph hasCustomPrompt="1" type="title"/>
          </p:nvPr>
        </p:nvSpPr>
        <p:spPr>
          <a:xfrm>
            <a:off x="1318160" y="2055480"/>
            <a:ext cx="7641600" cy="20814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12800"/>
              <a:buNone/>
              <a:defRPr sz="12800"/>
            </a:lvl1pPr>
            <a:lvl2pPr lvl="1" algn="l">
              <a:lnSpc>
                <a:spcPct val="100000"/>
              </a:lnSpc>
              <a:spcBef>
                <a:spcPts val="0"/>
              </a:spcBef>
              <a:spcAft>
                <a:spcPts val="0"/>
              </a:spcAft>
              <a:buSzPts val="12800"/>
              <a:buNone/>
              <a:defRPr sz="12800"/>
            </a:lvl2pPr>
            <a:lvl3pPr lvl="2" algn="l">
              <a:lnSpc>
                <a:spcPct val="100000"/>
              </a:lnSpc>
              <a:spcBef>
                <a:spcPts val="0"/>
              </a:spcBef>
              <a:spcAft>
                <a:spcPts val="0"/>
              </a:spcAft>
              <a:buSzPts val="12800"/>
              <a:buNone/>
              <a:defRPr sz="12800"/>
            </a:lvl3pPr>
            <a:lvl4pPr lvl="3" algn="l">
              <a:lnSpc>
                <a:spcPct val="100000"/>
              </a:lnSpc>
              <a:spcBef>
                <a:spcPts val="0"/>
              </a:spcBef>
              <a:spcAft>
                <a:spcPts val="0"/>
              </a:spcAft>
              <a:buSzPts val="12800"/>
              <a:buNone/>
              <a:defRPr sz="12800"/>
            </a:lvl4pPr>
            <a:lvl5pPr lvl="4" algn="l">
              <a:lnSpc>
                <a:spcPct val="100000"/>
              </a:lnSpc>
              <a:spcBef>
                <a:spcPts val="0"/>
              </a:spcBef>
              <a:spcAft>
                <a:spcPts val="0"/>
              </a:spcAft>
              <a:buSzPts val="12800"/>
              <a:buNone/>
              <a:defRPr sz="12800"/>
            </a:lvl5pPr>
            <a:lvl6pPr lvl="5" algn="l">
              <a:lnSpc>
                <a:spcPct val="100000"/>
              </a:lnSpc>
              <a:spcBef>
                <a:spcPts val="0"/>
              </a:spcBef>
              <a:spcAft>
                <a:spcPts val="0"/>
              </a:spcAft>
              <a:buSzPts val="12800"/>
              <a:buNone/>
              <a:defRPr sz="12800"/>
            </a:lvl6pPr>
            <a:lvl7pPr lvl="6" algn="l">
              <a:lnSpc>
                <a:spcPct val="100000"/>
              </a:lnSpc>
              <a:spcBef>
                <a:spcPts val="0"/>
              </a:spcBef>
              <a:spcAft>
                <a:spcPts val="0"/>
              </a:spcAft>
              <a:buSzPts val="12800"/>
              <a:buNone/>
              <a:defRPr sz="12800"/>
            </a:lvl7pPr>
            <a:lvl8pPr lvl="7" algn="l">
              <a:lnSpc>
                <a:spcPct val="100000"/>
              </a:lnSpc>
              <a:spcBef>
                <a:spcPts val="0"/>
              </a:spcBef>
              <a:spcAft>
                <a:spcPts val="0"/>
              </a:spcAft>
              <a:buSzPts val="12800"/>
              <a:buNone/>
              <a:defRPr sz="12800"/>
            </a:lvl8pPr>
            <a:lvl9pPr lvl="8" algn="l">
              <a:lnSpc>
                <a:spcPct val="100000"/>
              </a:lnSpc>
              <a:spcBef>
                <a:spcPts val="0"/>
              </a:spcBef>
              <a:spcAft>
                <a:spcPts val="0"/>
              </a:spcAft>
              <a:buSzPts val="12800"/>
              <a:buNone/>
              <a:defRPr sz="12800"/>
            </a:lvl9pPr>
          </a:lstStyle>
          <a:p>
            <a:r>
              <a:t>xx%</a:t>
            </a:r>
          </a:p>
        </p:txBody>
      </p:sp>
      <p:sp>
        <p:nvSpPr>
          <p:cNvPr id="313" name="Google Shape;313;g360973c0f73_0_834"/>
          <p:cNvSpPr txBox="1"/>
          <p:nvPr>
            <p:ph idx="1" type="body"/>
          </p:nvPr>
        </p:nvSpPr>
        <p:spPr>
          <a:xfrm>
            <a:off x="1318160" y="4228998"/>
            <a:ext cx="7641600" cy="19503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14" name="Google Shape;314;g360973c0f73_0_83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5" name="Shape 315"/>
        <p:cNvGrpSpPr/>
        <p:nvPr/>
      </p:nvGrpSpPr>
      <p:grpSpPr>
        <a:xfrm>
          <a:off x="0" y="0"/>
          <a:ext cx="0" cy="0"/>
          <a:chOff x="0" y="0"/>
          <a:chExt cx="0" cy="0"/>
        </a:xfrm>
      </p:grpSpPr>
      <p:sp>
        <p:nvSpPr>
          <p:cNvPr id="316" name="Google Shape;316;g360973c0f73_0_85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2" Type="http://schemas.openxmlformats.org/officeDocument/2006/relationships/theme" Target="../theme/theme2.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67" name="Shape 67"/>
        <p:cNvGrpSpPr/>
        <p:nvPr/>
      </p:nvGrpSpPr>
      <p:grpSpPr>
        <a:xfrm>
          <a:off x="0" y="0"/>
          <a:ext cx="0" cy="0"/>
          <a:chOff x="0" y="0"/>
          <a:chExt cx="0" cy="0"/>
        </a:xfrm>
      </p:grpSpPr>
      <p:sp>
        <p:nvSpPr>
          <p:cNvPr id="68" name="Google Shape;68;g360973c0f73_0_1030"/>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9pPr>
          </a:lstStyle>
          <a:p/>
        </p:txBody>
      </p:sp>
      <p:sp>
        <p:nvSpPr>
          <p:cNvPr id="69" name="Google Shape;69;g360973c0f73_0_1030"/>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361950" lvl="0" marL="457200" marR="0" rtl="0" algn="l">
              <a:lnSpc>
                <a:spcPct val="115000"/>
              </a:lnSpc>
              <a:spcBef>
                <a:spcPts val="0"/>
              </a:spcBef>
              <a:spcAft>
                <a:spcPts val="0"/>
              </a:spcAft>
              <a:buClr>
                <a:schemeClr val="lt1"/>
              </a:buClr>
              <a:buSzPts val="2100"/>
              <a:buFont typeface="Lato"/>
              <a:buChar char="●"/>
              <a:defRPr b="0" i="0" sz="2100" u="none" cap="none" strike="noStrike">
                <a:solidFill>
                  <a:schemeClr val="lt1"/>
                </a:solidFill>
                <a:latin typeface="Lato"/>
                <a:ea typeface="Lato"/>
                <a:cs typeface="Lato"/>
                <a:sym typeface="Lato"/>
              </a:defRPr>
            </a:lvl1pPr>
            <a:lvl2pPr indent="-342900" lvl="1" marL="9144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2pPr>
            <a:lvl3pPr indent="-342900" lvl="2" marL="13716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3pPr>
            <a:lvl4pPr indent="-342900" lvl="3" marL="18288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4pPr>
            <a:lvl5pPr indent="-342900" lvl="4" marL="22860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5pPr>
            <a:lvl6pPr indent="-342900" lvl="5" marL="27432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6pPr>
            <a:lvl7pPr indent="-342900" lvl="6" marL="32004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7pPr>
            <a:lvl8pPr indent="-342900" lvl="7" marL="36576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8pPr>
            <a:lvl9pPr indent="-342900" lvl="8" marL="41148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9pPr>
          </a:lstStyle>
          <a:p/>
        </p:txBody>
      </p:sp>
      <p:sp>
        <p:nvSpPr>
          <p:cNvPr id="70" name="Google Shape;70;g360973c0f73_0_103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192" name="Shape 192"/>
        <p:cNvGrpSpPr/>
        <p:nvPr/>
      </p:nvGrpSpPr>
      <p:grpSpPr>
        <a:xfrm>
          <a:off x="0" y="0"/>
          <a:ext cx="0" cy="0"/>
          <a:chOff x="0" y="0"/>
          <a:chExt cx="0" cy="0"/>
        </a:xfrm>
      </p:grpSpPr>
      <p:sp>
        <p:nvSpPr>
          <p:cNvPr id="193" name="Google Shape;193;g360973c0f73_0_734"/>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9pPr>
          </a:lstStyle>
          <a:p/>
        </p:txBody>
      </p:sp>
      <p:sp>
        <p:nvSpPr>
          <p:cNvPr id="194" name="Google Shape;194;g360973c0f73_0_734"/>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361950" lvl="0" marL="457200" marR="0" rtl="0" algn="l">
              <a:lnSpc>
                <a:spcPct val="115000"/>
              </a:lnSpc>
              <a:spcBef>
                <a:spcPts val="0"/>
              </a:spcBef>
              <a:spcAft>
                <a:spcPts val="0"/>
              </a:spcAft>
              <a:buClr>
                <a:schemeClr val="lt1"/>
              </a:buClr>
              <a:buSzPts val="2100"/>
              <a:buFont typeface="Lato"/>
              <a:buChar char="●"/>
              <a:defRPr b="0" i="0" sz="2100" u="none" cap="none" strike="noStrike">
                <a:solidFill>
                  <a:schemeClr val="lt1"/>
                </a:solidFill>
                <a:latin typeface="Lato"/>
                <a:ea typeface="Lato"/>
                <a:cs typeface="Lato"/>
                <a:sym typeface="Lato"/>
              </a:defRPr>
            </a:lvl1pPr>
            <a:lvl2pPr indent="-342900" lvl="1" marL="9144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2pPr>
            <a:lvl3pPr indent="-342900" lvl="2" marL="13716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3pPr>
            <a:lvl4pPr indent="-342900" lvl="3" marL="18288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4pPr>
            <a:lvl5pPr indent="-342900" lvl="4" marL="22860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5pPr>
            <a:lvl6pPr indent="-342900" lvl="5" marL="27432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6pPr>
            <a:lvl7pPr indent="-342900" lvl="6" marL="32004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7pPr>
            <a:lvl8pPr indent="-342900" lvl="7" marL="36576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8pPr>
            <a:lvl9pPr indent="-342900" lvl="8" marL="41148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9pPr>
          </a:lstStyle>
          <a:p/>
        </p:txBody>
      </p:sp>
      <p:sp>
        <p:nvSpPr>
          <p:cNvPr id="195" name="Google Shape;195;g360973c0f73_0_73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hyperlink" Target="http://www.youtube.com/watch?v=qgnDbQ1aM54" TargetMode="External"/><Relationship Id="rId5" Type="http://schemas.openxmlformats.org/officeDocument/2006/relationships/image" Target="../media/image1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13.png"/><Relationship Id="rId5" Type="http://schemas.openxmlformats.org/officeDocument/2006/relationships/image" Target="../media/image9.png"/><Relationship Id="rId6"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0" Type="http://schemas.openxmlformats.org/officeDocument/2006/relationships/hyperlink" Target="https://www.google.com/search?q=https://www.cs.cornell.edu/courses/cs414/2004fa/lectures/lecture08.pdf" TargetMode="External"/><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hyperlink" Target="https://www.google.com/search?q=https://www.geeksforgeeks.org/interprocess-communication-ipc-in-linux/" TargetMode="External"/><Relationship Id="rId4" Type="http://schemas.openxmlformats.org/officeDocument/2006/relationships/hyperlink" Target="https://www.google.com/search?q=https://www.geeksforgeeks.org/interprocess-communication-ipc-in-linux/" TargetMode="External"/><Relationship Id="rId9" Type="http://schemas.openxmlformats.org/officeDocument/2006/relationships/hyperlink" Target="https://www.google.com/search?q=https://www.cs.cornell.edu/courses/cs414/2004fa/lectures/lecture08.pdf" TargetMode="External"/><Relationship Id="rId5" Type="http://schemas.openxmlformats.org/officeDocument/2006/relationships/hyperlink" Target="https://www.google.com/search?q=https://www.tutorialspoint.com/inter_process_communication/inter_process_communication_pipe.htm" TargetMode="External"/><Relationship Id="rId6" Type="http://schemas.openxmlformats.org/officeDocument/2006/relationships/hyperlink" Target="https://www.google.com/search?q=https://www.tutorialspoint.com/inter_process_communication/inter_process_communication_pipe.htm" TargetMode="External"/><Relationship Id="rId7" Type="http://schemas.openxmlformats.org/officeDocument/2006/relationships/hyperlink" Target="https://www.google.com/search?q=https://www.cs.cmu.edu/afs/cs/academic/class/15412-f15/www/notes/shared-memory.html" TargetMode="External"/><Relationship Id="rId8" Type="http://schemas.openxmlformats.org/officeDocument/2006/relationships/hyperlink" Target="https://www.google.com/search?q=https://www.cs.cmu.edu/afs/cs/academic/class/15412-f15/www/notes/shared-memory.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g37970cbc09a_0_0"/>
          <p:cNvPicPr preferRelativeResize="0"/>
          <p:nvPr/>
        </p:nvPicPr>
        <p:blipFill rotWithShape="1">
          <a:blip r:embed="rId3">
            <a:alphaModFix amt="62000"/>
          </a:blip>
          <a:srcRect b="0" l="0" r="0" t="0"/>
          <a:stretch/>
        </p:blipFill>
        <p:spPr>
          <a:xfrm>
            <a:off x="13522" y="0"/>
            <a:ext cx="14603357" cy="8229600"/>
          </a:xfrm>
          <a:prstGeom prst="rect">
            <a:avLst/>
          </a:prstGeom>
          <a:noFill/>
          <a:ln>
            <a:noFill/>
          </a:ln>
        </p:spPr>
      </p:pic>
      <p:graphicFrame>
        <p:nvGraphicFramePr>
          <p:cNvPr id="322" name="Google Shape;322;g37970cbc09a_0_0"/>
          <p:cNvGraphicFramePr/>
          <p:nvPr/>
        </p:nvGraphicFramePr>
        <p:xfrm>
          <a:off x="8525120" y="1552040"/>
          <a:ext cx="3000000" cy="3000000"/>
        </p:xfrm>
        <a:graphic>
          <a:graphicData uri="http://schemas.openxmlformats.org/drawingml/2006/table">
            <a:tbl>
              <a:tblPr>
                <a:noFill/>
                <a:tableStyleId>{749FC008-FC86-4F7B-A793-80924587F76E}</a:tableStyleId>
              </a:tblPr>
              <a:tblGrid>
                <a:gridCol w="2429125"/>
                <a:gridCol w="3475800"/>
              </a:tblGrid>
              <a:tr h="515925">
                <a:tc>
                  <a:txBody>
                    <a:bodyPr/>
                    <a:lstStyle/>
                    <a:p>
                      <a:pPr indent="0" lvl="0" marL="0" marR="0" rtl="0" algn="l">
                        <a:lnSpc>
                          <a:spcPct val="100000"/>
                        </a:lnSpc>
                        <a:spcBef>
                          <a:spcPts val="0"/>
                        </a:spcBef>
                        <a:spcAft>
                          <a:spcPts val="0"/>
                        </a:spcAft>
                        <a:buClr>
                          <a:srgbClr val="000000"/>
                        </a:buClr>
                        <a:buSzPts val="2300"/>
                        <a:buFont typeface="Arial"/>
                        <a:buNone/>
                      </a:pPr>
                      <a:r>
                        <a:rPr b="1" lang="en-US" sz="2300" u="none" cap="none" strike="noStrike">
                          <a:solidFill>
                            <a:schemeClr val="dk1"/>
                          </a:solidFill>
                        </a:rPr>
                        <a:t>Día, Fecha:</a:t>
                      </a:r>
                      <a:endParaRPr b="1" sz="23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5</a:t>
                      </a:r>
                      <a:r>
                        <a:rPr lang="en-US" sz="2200" u="none" cap="none" strike="noStrike"/>
                        <a:t>/</a:t>
                      </a:r>
                      <a:r>
                        <a:rPr lang="en-US" sz="2200"/>
                        <a:t>03</a:t>
                      </a:r>
                      <a:r>
                        <a:rPr lang="en-US" sz="2200" u="none" cap="none" strike="noStrike"/>
                        <a:t>/2025</a:t>
                      </a:r>
                      <a:endParaRPr sz="2200" u="none" cap="none" strike="noStrike"/>
                    </a:p>
                  </a:txBody>
                  <a:tcPr marT="146275" marB="146275" marR="146275" marL="146275"/>
                </a:tc>
              </a:tr>
              <a:tr h="580950">
                <a:tc>
                  <a:txBody>
                    <a:bodyPr/>
                    <a:lstStyle/>
                    <a:p>
                      <a:pPr indent="0" lvl="0" marL="0" marR="0" rtl="0" algn="l">
                        <a:lnSpc>
                          <a:spcPct val="100000"/>
                        </a:lnSpc>
                        <a:spcBef>
                          <a:spcPts val="0"/>
                        </a:spcBef>
                        <a:spcAft>
                          <a:spcPts val="0"/>
                        </a:spcAft>
                        <a:buClr>
                          <a:srgbClr val="000000"/>
                        </a:buClr>
                        <a:buSzPts val="2300"/>
                        <a:buFont typeface="Arial"/>
                        <a:buNone/>
                      </a:pPr>
                      <a:r>
                        <a:rPr b="1" lang="en-US" sz="2300" u="none" cap="none" strike="noStrike">
                          <a:solidFill>
                            <a:schemeClr val="dk1"/>
                          </a:solidFill>
                        </a:rPr>
                        <a:t>Hora de inicio:</a:t>
                      </a:r>
                      <a:endParaRPr b="1" sz="23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t>17:20</a:t>
                      </a:r>
                      <a:endParaRPr sz="2200" u="none" cap="none" strike="noStrike"/>
                    </a:p>
                  </a:txBody>
                  <a:tcPr marT="146275" marB="146275" marR="146275" marL="146275"/>
                </a:tc>
              </a:tr>
            </a:tbl>
          </a:graphicData>
        </a:graphic>
      </p:graphicFrame>
      <p:sp>
        <p:nvSpPr>
          <p:cNvPr id="323" name="Google Shape;323;g37970cbc09a_0_0"/>
          <p:cNvSpPr txBox="1"/>
          <p:nvPr/>
        </p:nvSpPr>
        <p:spPr>
          <a:xfrm>
            <a:off x="4061760" y="3659280"/>
            <a:ext cx="6990300" cy="911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000000"/>
                </a:solidFill>
                <a:latin typeface="Arial"/>
                <a:ea typeface="Arial"/>
                <a:cs typeface="Arial"/>
                <a:sym typeface="Arial"/>
              </a:rPr>
              <a:t>Sistemas Operativos 1 [P]</a:t>
            </a:r>
            <a:endParaRPr b="1" i="0" sz="4000" u="none" cap="none" strike="noStrike">
              <a:solidFill>
                <a:srgbClr val="000000"/>
              </a:solidFill>
              <a:latin typeface="Arial"/>
              <a:ea typeface="Arial"/>
              <a:cs typeface="Arial"/>
              <a:sym typeface="Arial"/>
            </a:endParaRPr>
          </a:p>
        </p:txBody>
      </p:sp>
      <p:sp>
        <p:nvSpPr>
          <p:cNvPr id="324" name="Google Shape;324;g37970cbc09a_0_0"/>
          <p:cNvSpPr txBox="1"/>
          <p:nvPr/>
        </p:nvSpPr>
        <p:spPr>
          <a:xfrm>
            <a:off x="2845940" y="4570370"/>
            <a:ext cx="8938500" cy="942000"/>
          </a:xfrm>
          <a:prstGeom prst="rect">
            <a:avLst/>
          </a:prstGeom>
          <a:noFill/>
          <a:ln>
            <a:noFill/>
          </a:ln>
        </p:spPr>
        <p:txBody>
          <a:bodyPr anchorCtr="0" anchor="t" bIns="146275" lIns="146275" spcFirstLastPara="1" rIns="146275" wrap="square" tIns="146275">
            <a:spAutoFit/>
          </a:bodyPr>
          <a:lstStyle/>
          <a:p>
            <a:pPr indent="0" lvl="0" marL="0" marR="0" rtl="0" algn="ctr">
              <a:lnSpc>
                <a:spcPct val="100000"/>
              </a:lnSpc>
              <a:spcBef>
                <a:spcPts val="0"/>
              </a:spcBef>
              <a:spcAft>
                <a:spcPts val="0"/>
              </a:spcAft>
              <a:buClr>
                <a:srgbClr val="000000"/>
              </a:buClr>
              <a:buSzPts val="3200"/>
              <a:buFont typeface="Arial"/>
              <a:buNone/>
            </a:pPr>
            <a:r>
              <a:rPr b="1" i="0" lang="en-US" sz="4200" u="none" cap="none" strike="noStrike">
                <a:solidFill>
                  <a:srgbClr val="000000"/>
                </a:solidFill>
                <a:latin typeface="Arial"/>
                <a:ea typeface="Arial"/>
                <a:cs typeface="Arial"/>
                <a:sym typeface="Arial"/>
              </a:rPr>
              <a:t>Edgar Rolando Alvarez Rodriguez</a:t>
            </a:r>
            <a:endParaRPr b="1" i="0" sz="4200" u="none" cap="none" strike="noStrike">
              <a:solidFill>
                <a:srgbClr val="000000"/>
              </a:solidFill>
              <a:latin typeface="Arial"/>
              <a:ea typeface="Arial"/>
              <a:cs typeface="Arial"/>
              <a:sym typeface="Arial"/>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325" name="Google Shape;325;g37970cbc09a_0_0" title="5 Minute Timer">
            <a:hlinkClick r:id="rId4"/>
          </p:cNvPr>
          <p:cNvPicPr preferRelativeResize="0"/>
          <p:nvPr/>
        </p:nvPicPr>
        <p:blipFill rotWithShape="1">
          <a:blip r:embed="rId5">
            <a:alphaModFix/>
          </a:blip>
          <a:srcRect b="0" l="0" r="0" t="0"/>
          <a:stretch/>
        </p:blipFill>
        <p:spPr>
          <a:xfrm>
            <a:off x="11582400" y="6515100"/>
            <a:ext cx="3048000" cy="1714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60973c0f73_0_0"/>
          <p:cNvSpPr txBox="1"/>
          <p:nvPr>
            <p:ph type="ctrTitle"/>
          </p:nvPr>
        </p:nvSpPr>
        <p:spPr>
          <a:xfrm>
            <a:off x="5659440" y="2525440"/>
            <a:ext cx="8028000" cy="25263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6400"/>
              <a:buNone/>
            </a:pPr>
            <a:r>
              <a:t/>
            </a:r>
            <a:endParaRPr/>
          </a:p>
        </p:txBody>
      </p:sp>
      <p:sp>
        <p:nvSpPr>
          <p:cNvPr id="331" name="Google Shape;331;g360973c0f73_0_0"/>
          <p:cNvSpPr txBox="1"/>
          <p:nvPr>
            <p:ph idx="1" type="subTitle"/>
          </p:nvPr>
        </p:nvSpPr>
        <p:spPr>
          <a:xfrm>
            <a:off x="8134320" y="6279880"/>
            <a:ext cx="5553000" cy="8097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2100"/>
              <a:buNone/>
            </a:pPr>
            <a:r>
              <a:t/>
            </a:r>
            <a:endParaRPr/>
          </a:p>
        </p:txBody>
      </p:sp>
      <p:pic>
        <p:nvPicPr>
          <p:cNvPr id="332" name="Google Shape;332;g360973c0f73_0_0"/>
          <p:cNvPicPr preferRelativeResize="0"/>
          <p:nvPr/>
        </p:nvPicPr>
        <p:blipFill rotWithShape="1">
          <a:blip r:embed="rId3">
            <a:alphaModFix/>
          </a:blip>
          <a:srcRect b="0" l="0" r="0" t="0"/>
          <a:stretch/>
        </p:blipFill>
        <p:spPr>
          <a:xfrm>
            <a:off x="19000" y="0"/>
            <a:ext cx="14592399" cy="8229600"/>
          </a:xfrm>
          <a:prstGeom prst="rect">
            <a:avLst/>
          </a:prstGeom>
          <a:noFill/>
          <a:ln>
            <a:noFill/>
          </a:ln>
        </p:spPr>
      </p:pic>
      <p:sp>
        <p:nvSpPr>
          <p:cNvPr id="333" name="Google Shape;333;g360973c0f73_0_0"/>
          <p:cNvSpPr txBox="1"/>
          <p:nvPr/>
        </p:nvSpPr>
        <p:spPr>
          <a:xfrm>
            <a:off x="6836680" y="1585440"/>
            <a:ext cx="7641000" cy="34200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1B212C"/>
                </a:solidFill>
                <a:latin typeface="Impact"/>
                <a:ea typeface="Impact"/>
                <a:cs typeface="Impact"/>
                <a:sym typeface="Impact"/>
              </a:rPr>
              <a:t>Universidad de San Carlos de Guatemala</a:t>
            </a:r>
            <a:endParaRPr b="0" i="0" sz="29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1B212C"/>
                </a:solidFill>
                <a:latin typeface="Impact"/>
                <a:ea typeface="Impact"/>
                <a:cs typeface="Impact"/>
                <a:sym typeface="Impact"/>
              </a:rPr>
              <a:t>Facultad de Ingeniería</a:t>
            </a:r>
            <a:endParaRPr b="0" i="0" sz="29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1B212C"/>
                </a:solidFill>
                <a:latin typeface="Impact"/>
                <a:ea typeface="Impact"/>
                <a:cs typeface="Impact"/>
                <a:sym typeface="Impact"/>
              </a:rPr>
              <a:t>Ingeniería en Ciencias y Sistemas</a:t>
            </a:r>
            <a:endParaRPr b="0" i="0" sz="29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1B212C"/>
                </a:solidFill>
                <a:latin typeface="Impact"/>
                <a:ea typeface="Impact"/>
                <a:cs typeface="Impact"/>
                <a:sym typeface="Impact"/>
              </a:rPr>
              <a:t>LABORATORIO SISTEMAS OPERATIVOS 1 </a:t>
            </a:r>
            <a:endParaRPr b="0" i="0" sz="29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1B212C"/>
                </a:solidFill>
                <a:latin typeface="Impact"/>
                <a:ea typeface="Impact"/>
                <a:cs typeface="Impact"/>
                <a:sym typeface="Impact"/>
              </a:rPr>
              <a:t>Unidad 1: Fundamentos de Sistemas Operativos y Administración Avanzada</a:t>
            </a:r>
            <a:endParaRPr b="0" i="0" sz="29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1B212C"/>
                </a:solidFill>
                <a:latin typeface="Impact"/>
                <a:ea typeface="Impact"/>
                <a:cs typeface="Impact"/>
                <a:sym typeface="Impact"/>
              </a:rPr>
              <a:t>SEMANA 06</a:t>
            </a:r>
            <a:endParaRPr b="0" i="0" sz="2900" u="none" cap="none" strike="noStrike">
              <a:solidFill>
                <a:srgbClr val="1B212C"/>
              </a:solidFill>
              <a:latin typeface="Impact"/>
              <a:ea typeface="Impact"/>
              <a:cs typeface="Impact"/>
              <a:sym typeface="Impac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60973c0f73_0_583"/>
          <p:cNvSpPr txBox="1"/>
          <p:nvPr>
            <p:ph idx="1" type="body"/>
          </p:nvPr>
        </p:nvSpPr>
        <p:spPr>
          <a:xfrm>
            <a:off x="572000" y="2366200"/>
            <a:ext cx="13697400" cy="5171100"/>
          </a:xfrm>
          <a:prstGeom prst="rect">
            <a:avLst/>
          </a:prstGeom>
          <a:noFill/>
          <a:ln>
            <a:noFill/>
          </a:ln>
        </p:spPr>
        <p:txBody>
          <a:bodyPr anchorCtr="0" anchor="t" bIns="146275" lIns="146275" spcFirstLastPara="1" rIns="146275" wrap="square" tIns="146275">
            <a:normAutofit/>
          </a:bodyPr>
          <a:lstStyle/>
          <a:p>
            <a:pPr indent="0" lvl="0" marL="0" rtl="0" algn="l">
              <a:lnSpc>
                <a:spcPct val="115000"/>
              </a:lnSpc>
              <a:spcBef>
                <a:spcPts val="0"/>
              </a:spcBef>
              <a:spcAft>
                <a:spcPts val="0"/>
              </a:spcAft>
              <a:buClr>
                <a:srgbClr val="000000"/>
              </a:buClr>
              <a:buSzPts val="2100"/>
              <a:buFont typeface="Arial"/>
              <a:buNone/>
            </a:pPr>
            <a:r>
              <a:rPr lang="en-US" sz="2800">
                <a:latin typeface="Montserrat"/>
                <a:ea typeface="Montserrat"/>
                <a:cs typeface="Montserrat"/>
                <a:sym typeface="Montserrat"/>
              </a:rPr>
              <a:t>CORREO:</a:t>
            </a:r>
            <a:endParaRPr sz="2800">
              <a:latin typeface="Montserrat"/>
              <a:ea typeface="Montserrat"/>
              <a:cs typeface="Montserrat"/>
              <a:sym typeface="Montserrat"/>
            </a:endParaRPr>
          </a:p>
          <a:p>
            <a:pPr indent="-546100" lvl="0" marL="736600" rtl="0" algn="l">
              <a:lnSpc>
                <a:spcPct val="115000"/>
              </a:lnSpc>
              <a:spcBef>
                <a:spcPts val="0"/>
              </a:spcBef>
              <a:spcAft>
                <a:spcPts val="0"/>
              </a:spcAft>
              <a:buSzPts val="2800"/>
              <a:buFont typeface="Montserrat"/>
              <a:buChar char="●"/>
            </a:pPr>
            <a:r>
              <a:t/>
            </a:r>
            <a:endParaRPr sz="2800">
              <a:latin typeface="Montserrat"/>
              <a:ea typeface="Montserrat"/>
              <a:cs typeface="Montserrat"/>
              <a:sym typeface="Montserrat"/>
            </a:endParaRPr>
          </a:p>
          <a:p>
            <a:pPr indent="0" lvl="0" marL="0" rtl="0" algn="l">
              <a:lnSpc>
                <a:spcPct val="115000"/>
              </a:lnSpc>
              <a:spcBef>
                <a:spcPts val="0"/>
              </a:spcBef>
              <a:spcAft>
                <a:spcPts val="0"/>
              </a:spcAft>
              <a:buClr>
                <a:srgbClr val="000000"/>
              </a:buClr>
              <a:buSzPts val="2100"/>
              <a:buFont typeface="Arial"/>
              <a:buNone/>
            </a:pPr>
            <a:r>
              <a:t/>
            </a:r>
            <a:endParaRPr sz="2800">
              <a:latin typeface="Montserrat"/>
              <a:ea typeface="Montserrat"/>
              <a:cs typeface="Montserrat"/>
              <a:sym typeface="Montserrat"/>
            </a:endParaRPr>
          </a:p>
          <a:p>
            <a:pPr indent="0" lvl="0" marL="0" rtl="0" algn="l">
              <a:lnSpc>
                <a:spcPct val="115000"/>
              </a:lnSpc>
              <a:spcBef>
                <a:spcPts val="1900"/>
              </a:spcBef>
              <a:spcAft>
                <a:spcPts val="0"/>
              </a:spcAft>
              <a:buClr>
                <a:srgbClr val="000000"/>
              </a:buClr>
              <a:buSzPts val="2100"/>
              <a:buFont typeface="Arial"/>
              <a:buNone/>
            </a:pPr>
            <a:r>
              <a:rPr lang="en-US" sz="2800">
                <a:latin typeface="Montserrat"/>
                <a:ea typeface="Montserrat"/>
                <a:cs typeface="Montserrat"/>
                <a:sym typeface="Montserrat"/>
              </a:rPr>
              <a:t>Entrega de Proyectos, Tareas, Foros y Hojas de Trabajo:</a:t>
            </a:r>
            <a:endParaRPr sz="2800">
              <a:latin typeface="Montserrat"/>
              <a:ea typeface="Montserrat"/>
              <a:cs typeface="Montserrat"/>
              <a:sym typeface="Montserrat"/>
            </a:endParaRPr>
          </a:p>
          <a:p>
            <a:pPr indent="-546100" lvl="0" marL="736600" rtl="0" algn="l">
              <a:lnSpc>
                <a:spcPct val="115000"/>
              </a:lnSpc>
              <a:spcBef>
                <a:spcPts val="1900"/>
              </a:spcBef>
              <a:spcAft>
                <a:spcPts val="0"/>
              </a:spcAft>
              <a:buSzPts val="2800"/>
              <a:buFont typeface="Montserrat"/>
              <a:buChar char="●"/>
            </a:pPr>
            <a:r>
              <a:rPr lang="en-US" sz="2800">
                <a:latin typeface="Montserrat"/>
                <a:ea typeface="Montserrat"/>
                <a:cs typeface="Montserrat"/>
                <a:sym typeface="Montserrat"/>
              </a:rPr>
              <a:t>UEDI: </a:t>
            </a:r>
            <a:endParaRPr sz="2800">
              <a:latin typeface="Montserrat"/>
              <a:ea typeface="Montserrat"/>
              <a:cs typeface="Montserrat"/>
              <a:sym typeface="Montserrat"/>
            </a:endParaRPr>
          </a:p>
          <a:p>
            <a:pPr indent="-546100" lvl="0" marL="736600" rtl="0" algn="l">
              <a:lnSpc>
                <a:spcPct val="115000"/>
              </a:lnSpc>
              <a:spcBef>
                <a:spcPts val="0"/>
              </a:spcBef>
              <a:spcAft>
                <a:spcPts val="0"/>
              </a:spcAft>
              <a:buSzPts val="2800"/>
              <a:buFont typeface="Montserrat"/>
              <a:buChar char="●"/>
            </a:pPr>
            <a:r>
              <a:rPr lang="en-US" sz="2800">
                <a:latin typeface="Montserrat"/>
                <a:ea typeface="Montserrat"/>
                <a:cs typeface="Montserrat"/>
                <a:sym typeface="Montserrat"/>
              </a:rPr>
              <a:t>CLASSROOM : </a:t>
            </a:r>
            <a:endParaRPr sz="2800"/>
          </a:p>
        </p:txBody>
      </p:sp>
      <p:sp>
        <p:nvSpPr>
          <p:cNvPr id="339" name="Google Shape;339;g360973c0f73_0_583"/>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Datos de los auxiliares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360973c0f73_0_588"/>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Agenda</a:t>
            </a:r>
            <a:endParaRPr/>
          </a:p>
        </p:txBody>
      </p:sp>
      <p:sp>
        <p:nvSpPr>
          <p:cNvPr id="345" name="Google Shape;345;g360973c0f73_0_588"/>
          <p:cNvSpPr txBox="1"/>
          <p:nvPr>
            <p:ph idx="1" type="body"/>
          </p:nvPr>
        </p:nvSpPr>
        <p:spPr>
          <a:xfrm>
            <a:off x="3132675" y="2508073"/>
            <a:ext cx="9049800" cy="3568200"/>
          </a:xfrm>
          <a:prstGeom prst="rect">
            <a:avLst/>
          </a:prstGeom>
          <a:solidFill>
            <a:schemeClr val="dk1"/>
          </a:solidFill>
          <a:ln>
            <a:noFill/>
          </a:ln>
        </p:spPr>
        <p:txBody>
          <a:bodyPr anchorCtr="0" anchor="t" bIns="146275" lIns="146275" spcFirstLastPara="1" rIns="146275" wrap="square" tIns="146275">
            <a:noAutofit/>
          </a:bodyPr>
          <a:lstStyle/>
          <a:p>
            <a:pPr indent="-387350" lvl="0" marL="457200" rtl="0" algn="l">
              <a:lnSpc>
                <a:spcPct val="115000"/>
              </a:lnSpc>
              <a:spcBef>
                <a:spcPts val="0"/>
              </a:spcBef>
              <a:spcAft>
                <a:spcPts val="0"/>
              </a:spcAft>
              <a:buSzPts val="2500"/>
              <a:buFont typeface="Arial"/>
              <a:buChar char="●"/>
            </a:pPr>
            <a:r>
              <a:rPr lang="en-US" sz="2500">
                <a:latin typeface="Arial"/>
                <a:ea typeface="Arial"/>
                <a:cs typeface="Arial"/>
                <a:sym typeface="Arial"/>
              </a:rPr>
              <a:t>Creación y terminación de procesos</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Char char="●"/>
            </a:pPr>
            <a:r>
              <a:rPr lang="en-US" sz="2500">
                <a:latin typeface="Arial"/>
                <a:ea typeface="Arial"/>
                <a:cs typeface="Arial"/>
                <a:sym typeface="Arial"/>
              </a:rPr>
              <a:t>Comandos para gestión de procesos en Linux</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Char char="●"/>
            </a:pPr>
            <a:r>
              <a:rPr lang="en-US" sz="2500">
                <a:latin typeface="Arial"/>
                <a:ea typeface="Arial"/>
                <a:cs typeface="Arial"/>
                <a:sym typeface="Arial"/>
              </a:rPr>
              <a:t>Señales en Linux</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Char char="●"/>
            </a:pPr>
            <a:r>
              <a:rPr lang="en-US" sz="2500">
                <a:latin typeface="Arial"/>
                <a:ea typeface="Arial"/>
                <a:cs typeface="Arial"/>
                <a:sym typeface="Arial"/>
              </a:rPr>
              <a:t>Introducción a la programación concurrente</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Char char="●"/>
            </a:pPr>
            <a:r>
              <a:rPr lang="en-US" sz="2500">
                <a:latin typeface="Arial"/>
                <a:ea typeface="Arial"/>
                <a:cs typeface="Arial"/>
                <a:sym typeface="Arial"/>
              </a:rPr>
              <a:t>Concepto de hilo (thread) vs go rutina de Go</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Char char="●"/>
            </a:pPr>
            <a:r>
              <a:rPr lang="en-US" sz="2500">
                <a:latin typeface="Arial"/>
                <a:ea typeface="Arial"/>
                <a:cs typeface="Arial"/>
                <a:sym typeface="Arial"/>
              </a:rPr>
              <a:t>Planificación de procesos</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Char char="●"/>
            </a:pPr>
            <a:r>
              <a:rPr lang="en-US" sz="2500">
                <a:latin typeface="Arial"/>
                <a:ea typeface="Arial"/>
                <a:cs typeface="Arial"/>
                <a:sym typeface="Arial"/>
              </a:rPr>
              <a:t>Comunicación entre procesos</a:t>
            </a:r>
            <a:endParaRPr sz="2500">
              <a:latin typeface="Arial"/>
              <a:ea typeface="Arial"/>
              <a:cs typeface="Arial"/>
              <a:sym typeface="Arial"/>
            </a:endParaRPr>
          </a:p>
          <a:p>
            <a:pPr indent="0" lvl="0" marL="457200" marR="0" rtl="0" algn="l">
              <a:lnSpc>
                <a:spcPct val="95000"/>
              </a:lnSpc>
              <a:spcBef>
                <a:spcPts val="0"/>
              </a:spcBef>
              <a:spcAft>
                <a:spcPts val="0"/>
              </a:spcAft>
              <a:buSzPts val="2100"/>
              <a:buNone/>
            </a:pPr>
            <a:r>
              <a:t/>
            </a:r>
            <a:endParaRPr sz="25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360973c0f73_0_593"/>
          <p:cNvSpPr txBox="1"/>
          <p:nvPr>
            <p:ph type="title"/>
          </p:nvPr>
        </p:nvSpPr>
        <p:spPr>
          <a:xfrm>
            <a:off x="5629392" y="635320"/>
            <a:ext cx="4136700" cy="10482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Competencias</a:t>
            </a:r>
            <a:endParaRPr/>
          </a:p>
        </p:txBody>
      </p:sp>
      <p:sp>
        <p:nvSpPr>
          <p:cNvPr id="351" name="Google Shape;351;g360973c0f73_0_593"/>
          <p:cNvSpPr txBox="1"/>
          <p:nvPr/>
        </p:nvSpPr>
        <p:spPr>
          <a:xfrm>
            <a:off x="2006840" y="1780520"/>
            <a:ext cx="11792100" cy="1311300"/>
          </a:xfrm>
          <a:prstGeom prst="rect">
            <a:avLst/>
          </a:prstGeom>
          <a:noFill/>
          <a:ln>
            <a:noFill/>
          </a:ln>
        </p:spPr>
        <p:txBody>
          <a:bodyPr anchorCtr="0" anchor="t" bIns="146275" lIns="146275" spcFirstLastPara="1" rIns="146275" wrap="square" tIns="14627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El estudiante identifica los principales procesos y servicios del sistema operativo Linux utilizando comandos como ps, top, htop y systemctl para reconocer el comportamiento del sistema y su impacto en el rendimiento </a:t>
            </a:r>
            <a:endParaRPr b="0" i="0" sz="22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60973c0f73_0_605"/>
          <p:cNvSpPr txBox="1"/>
          <p:nvPr>
            <p:ph type="title"/>
          </p:nvPr>
        </p:nvSpPr>
        <p:spPr>
          <a:xfrm>
            <a:off x="5760480" y="3076200"/>
            <a:ext cx="4080900" cy="14625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CONTENIDO</a:t>
            </a:r>
            <a:endParaRPr/>
          </a:p>
          <a:p>
            <a:pPr indent="0" lvl="0" marL="0" rtl="0" algn="l">
              <a:lnSpc>
                <a:spcPct val="100000"/>
              </a:lnSpc>
              <a:spcBef>
                <a:spcPts val="0"/>
              </a:spcBef>
              <a:spcAft>
                <a:spcPts val="0"/>
              </a:spcAft>
              <a:buSzPts val="3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descr="preencoded.png" id="362" name="Google Shape;362;p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363" name="Google Shape;363;p2"/>
          <p:cNvSpPr/>
          <p:nvPr/>
        </p:nvSpPr>
        <p:spPr>
          <a:xfrm>
            <a:off x="6241375" y="939403"/>
            <a:ext cx="5682020" cy="599123"/>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F0FCFF"/>
              </a:buClr>
              <a:buSzPts val="3750"/>
              <a:buFont typeface="Spline Sans"/>
              <a:buNone/>
            </a:pPr>
            <a:r>
              <a:rPr b="1" i="0" lang="en-US" sz="3750" u="none" cap="none" strike="noStrike">
                <a:solidFill>
                  <a:srgbClr val="F0FCFF"/>
                </a:solidFill>
                <a:latin typeface="Spline Sans"/>
                <a:ea typeface="Spline Sans"/>
                <a:cs typeface="Spline Sans"/>
                <a:sym typeface="Spline Sans"/>
              </a:rPr>
              <a:t>Concepto de hilo (thread)</a:t>
            </a:r>
            <a:endParaRPr b="0" i="0" sz="3750" u="none" cap="none" strike="noStrike">
              <a:solidFill>
                <a:srgbClr val="000000"/>
              </a:solidFill>
              <a:latin typeface="Arial"/>
              <a:ea typeface="Arial"/>
              <a:cs typeface="Arial"/>
              <a:sym typeface="Arial"/>
            </a:endParaRPr>
          </a:p>
        </p:txBody>
      </p:sp>
      <p:sp>
        <p:nvSpPr>
          <p:cNvPr id="364" name="Google Shape;364;p2"/>
          <p:cNvSpPr/>
          <p:nvPr/>
        </p:nvSpPr>
        <p:spPr>
          <a:xfrm>
            <a:off x="6549628" y="1862018"/>
            <a:ext cx="30480" cy="5428059"/>
          </a:xfrm>
          <a:prstGeom prst="roundRect">
            <a:avLst>
              <a:gd fmla="val 1061652" name="adj"/>
            </a:avLst>
          </a:prstGeom>
          <a:solidFill>
            <a:srgbClr val="FFFFFF">
              <a:alpha val="2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
          <p:cNvSpPr/>
          <p:nvPr/>
        </p:nvSpPr>
        <p:spPr>
          <a:xfrm>
            <a:off x="6777038" y="2332077"/>
            <a:ext cx="754975" cy="30480"/>
          </a:xfrm>
          <a:prstGeom prst="roundRect">
            <a:avLst>
              <a:gd fmla="val 1061652" name="adj"/>
            </a:avLst>
          </a:prstGeom>
          <a:solidFill>
            <a:srgbClr val="16FF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
          <p:cNvSpPr/>
          <p:nvPr/>
        </p:nvSpPr>
        <p:spPr>
          <a:xfrm>
            <a:off x="6322219" y="2104668"/>
            <a:ext cx="485299" cy="485299"/>
          </a:xfrm>
          <a:prstGeom prst="roundRect">
            <a:avLst>
              <a:gd fmla="val 66679" name="adj"/>
            </a:avLst>
          </a:prstGeom>
          <a:solidFill>
            <a:srgbClr val="0A081B"/>
          </a:solidFill>
          <a:ln cap="flat" cmpd="sng" w="22850">
            <a:solidFill>
              <a:srgbClr val="16FFB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2"/>
          <p:cNvSpPr/>
          <p:nvPr/>
        </p:nvSpPr>
        <p:spPr>
          <a:xfrm>
            <a:off x="6502598" y="2203490"/>
            <a:ext cx="124420" cy="28765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250"/>
              <a:buFont typeface="Spline Sans"/>
              <a:buNone/>
            </a:pPr>
            <a:r>
              <a:rPr b="1" i="0" lang="en-US" sz="2250" u="none" cap="none" strike="noStrike">
                <a:solidFill>
                  <a:srgbClr val="E0E4E6"/>
                </a:solidFill>
                <a:latin typeface="Spline Sans"/>
                <a:ea typeface="Spline Sans"/>
                <a:cs typeface="Spline Sans"/>
                <a:sym typeface="Spline Sans"/>
              </a:rPr>
              <a:t>1</a:t>
            </a:r>
            <a:endParaRPr b="0" i="0" sz="2250" u="none" cap="none" strike="noStrike">
              <a:solidFill>
                <a:srgbClr val="000000"/>
              </a:solidFill>
              <a:latin typeface="Arial"/>
              <a:ea typeface="Arial"/>
              <a:cs typeface="Arial"/>
              <a:sym typeface="Arial"/>
            </a:endParaRPr>
          </a:p>
        </p:txBody>
      </p:sp>
      <p:sp>
        <p:nvSpPr>
          <p:cNvPr id="368" name="Google Shape;368;p2"/>
          <p:cNvSpPr/>
          <p:nvPr/>
        </p:nvSpPr>
        <p:spPr>
          <a:xfrm>
            <a:off x="7751326" y="2077641"/>
            <a:ext cx="2396966" cy="299561"/>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E0E4E6"/>
              </a:buClr>
              <a:buSzPts val="1850"/>
              <a:buFont typeface="Spline Sans"/>
              <a:buNone/>
            </a:pPr>
            <a:r>
              <a:rPr b="1" i="0" lang="en-US" sz="1850" u="none" cap="none" strike="noStrike">
                <a:solidFill>
                  <a:srgbClr val="E0E4E6"/>
                </a:solidFill>
                <a:latin typeface="Spline Sans"/>
                <a:ea typeface="Spline Sans"/>
                <a:cs typeface="Spline Sans"/>
                <a:sym typeface="Spline Sans"/>
              </a:rPr>
              <a:t>Definición</a:t>
            </a:r>
            <a:endParaRPr b="0" i="0" sz="1850" u="none" cap="none" strike="noStrike">
              <a:solidFill>
                <a:srgbClr val="000000"/>
              </a:solidFill>
              <a:latin typeface="Arial"/>
              <a:ea typeface="Arial"/>
              <a:cs typeface="Arial"/>
              <a:sym typeface="Arial"/>
            </a:endParaRPr>
          </a:p>
        </p:txBody>
      </p:sp>
      <p:sp>
        <p:nvSpPr>
          <p:cNvPr id="369" name="Google Shape;369;p2"/>
          <p:cNvSpPr/>
          <p:nvPr/>
        </p:nvSpPr>
        <p:spPr>
          <a:xfrm>
            <a:off x="7751326" y="2506623"/>
            <a:ext cx="6124099" cy="690324"/>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E0E4E6"/>
              </a:buClr>
              <a:buSzPts val="1650"/>
              <a:buFont typeface="Barlow"/>
              <a:buNone/>
            </a:pPr>
            <a:r>
              <a:rPr b="0" i="0" lang="en-US" sz="1650" u="none" cap="none" strike="noStrike">
                <a:solidFill>
                  <a:srgbClr val="E0E4E6"/>
                </a:solidFill>
                <a:latin typeface="Barlow"/>
                <a:ea typeface="Barlow"/>
                <a:cs typeface="Barlow"/>
                <a:sym typeface="Barlow"/>
              </a:rPr>
              <a:t>Un hilo es una unidad de ejecución independiente dentro de un proceso, que puede realizar tareas de manera concurrente.</a:t>
            </a:r>
            <a:endParaRPr b="0" i="0" sz="1650" u="none" cap="none" strike="noStrike">
              <a:solidFill>
                <a:srgbClr val="000000"/>
              </a:solidFill>
              <a:latin typeface="Arial"/>
              <a:ea typeface="Arial"/>
              <a:cs typeface="Arial"/>
              <a:sym typeface="Arial"/>
            </a:endParaRPr>
          </a:p>
        </p:txBody>
      </p:sp>
      <p:sp>
        <p:nvSpPr>
          <p:cNvPr id="370" name="Google Shape;370;p2"/>
          <p:cNvSpPr/>
          <p:nvPr/>
        </p:nvSpPr>
        <p:spPr>
          <a:xfrm>
            <a:off x="6777038" y="4098250"/>
            <a:ext cx="754975" cy="30480"/>
          </a:xfrm>
          <a:prstGeom prst="roundRect">
            <a:avLst>
              <a:gd fmla="val 1061652" name="adj"/>
            </a:avLst>
          </a:prstGeom>
          <a:solidFill>
            <a:srgbClr val="29DD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2"/>
          <p:cNvSpPr/>
          <p:nvPr/>
        </p:nvSpPr>
        <p:spPr>
          <a:xfrm>
            <a:off x="6322219" y="3870841"/>
            <a:ext cx="485299" cy="485299"/>
          </a:xfrm>
          <a:prstGeom prst="roundRect">
            <a:avLst>
              <a:gd fmla="val 66679" name="adj"/>
            </a:avLst>
          </a:prstGeom>
          <a:solidFill>
            <a:srgbClr val="0A081B"/>
          </a:solidFill>
          <a:ln cap="flat" cmpd="sng" w="22850">
            <a:solidFill>
              <a:srgbClr val="29DD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2"/>
          <p:cNvSpPr/>
          <p:nvPr/>
        </p:nvSpPr>
        <p:spPr>
          <a:xfrm>
            <a:off x="6484858" y="3969663"/>
            <a:ext cx="159901" cy="28765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250"/>
              <a:buFont typeface="Spline Sans"/>
              <a:buNone/>
            </a:pPr>
            <a:r>
              <a:rPr b="1" i="0" lang="en-US" sz="2250" u="none" cap="none" strike="noStrike">
                <a:solidFill>
                  <a:srgbClr val="E0E4E6"/>
                </a:solidFill>
                <a:latin typeface="Spline Sans"/>
                <a:ea typeface="Spline Sans"/>
                <a:cs typeface="Spline Sans"/>
                <a:sym typeface="Spline Sans"/>
              </a:rPr>
              <a:t>2</a:t>
            </a:r>
            <a:endParaRPr b="0" i="0" sz="2250" u="none" cap="none" strike="noStrike">
              <a:solidFill>
                <a:srgbClr val="000000"/>
              </a:solidFill>
              <a:latin typeface="Arial"/>
              <a:ea typeface="Arial"/>
              <a:cs typeface="Arial"/>
              <a:sym typeface="Arial"/>
            </a:endParaRPr>
          </a:p>
        </p:txBody>
      </p:sp>
      <p:sp>
        <p:nvSpPr>
          <p:cNvPr id="373" name="Google Shape;373;p2"/>
          <p:cNvSpPr/>
          <p:nvPr/>
        </p:nvSpPr>
        <p:spPr>
          <a:xfrm>
            <a:off x="7751326" y="3843814"/>
            <a:ext cx="2396966" cy="299561"/>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E0E4E6"/>
              </a:buClr>
              <a:buSzPts val="1850"/>
              <a:buFont typeface="Spline Sans"/>
              <a:buNone/>
            </a:pPr>
            <a:r>
              <a:rPr b="1" i="0" lang="en-US" sz="1850" u="none" cap="none" strike="noStrike">
                <a:solidFill>
                  <a:srgbClr val="E0E4E6"/>
                </a:solidFill>
                <a:latin typeface="Spline Sans"/>
                <a:ea typeface="Spline Sans"/>
                <a:cs typeface="Spline Sans"/>
                <a:sym typeface="Spline Sans"/>
              </a:rPr>
              <a:t>Beneficios</a:t>
            </a:r>
            <a:endParaRPr b="0" i="0" sz="1850" u="none" cap="none" strike="noStrike">
              <a:solidFill>
                <a:srgbClr val="000000"/>
              </a:solidFill>
              <a:latin typeface="Arial"/>
              <a:ea typeface="Arial"/>
              <a:cs typeface="Arial"/>
              <a:sym typeface="Arial"/>
            </a:endParaRPr>
          </a:p>
        </p:txBody>
      </p:sp>
      <p:sp>
        <p:nvSpPr>
          <p:cNvPr id="374" name="Google Shape;374;p2"/>
          <p:cNvSpPr/>
          <p:nvPr/>
        </p:nvSpPr>
        <p:spPr>
          <a:xfrm>
            <a:off x="7751326" y="4272796"/>
            <a:ext cx="6124099" cy="1035487"/>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E0E4E6"/>
              </a:buClr>
              <a:buSzPts val="1650"/>
              <a:buFont typeface="Barlow"/>
              <a:buNone/>
            </a:pPr>
            <a:r>
              <a:rPr b="0" i="0" lang="en-US" sz="1650" u="none" cap="none" strike="noStrike">
                <a:solidFill>
                  <a:srgbClr val="E0E4E6"/>
                </a:solidFill>
                <a:latin typeface="Barlow"/>
                <a:ea typeface="Barlow"/>
                <a:cs typeface="Barlow"/>
                <a:sym typeface="Barlow"/>
              </a:rPr>
              <a:t>Los hilos permiten una mejor utilización de los recursos, mayor capacidad de respuesta y una mayor eficiencia en la ejecución de aplicaciones.</a:t>
            </a:r>
            <a:endParaRPr b="0" i="0" sz="1650" u="none" cap="none" strike="noStrike">
              <a:solidFill>
                <a:srgbClr val="000000"/>
              </a:solidFill>
              <a:latin typeface="Arial"/>
              <a:ea typeface="Arial"/>
              <a:cs typeface="Arial"/>
              <a:sym typeface="Arial"/>
            </a:endParaRPr>
          </a:p>
        </p:txBody>
      </p:sp>
      <p:sp>
        <p:nvSpPr>
          <p:cNvPr id="375" name="Google Shape;375;p2"/>
          <p:cNvSpPr/>
          <p:nvPr/>
        </p:nvSpPr>
        <p:spPr>
          <a:xfrm>
            <a:off x="6777038" y="6209586"/>
            <a:ext cx="754975" cy="30480"/>
          </a:xfrm>
          <a:prstGeom prst="roundRect">
            <a:avLst>
              <a:gd fmla="val 1061652" name="adj"/>
            </a:avLst>
          </a:prstGeom>
          <a:solidFill>
            <a:srgbClr val="37A7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2"/>
          <p:cNvSpPr/>
          <p:nvPr/>
        </p:nvSpPr>
        <p:spPr>
          <a:xfrm>
            <a:off x="6322219" y="5982176"/>
            <a:ext cx="485299" cy="485299"/>
          </a:xfrm>
          <a:prstGeom prst="roundRect">
            <a:avLst>
              <a:gd fmla="val 66679" name="adj"/>
            </a:avLst>
          </a:prstGeom>
          <a:solidFill>
            <a:srgbClr val="0A081B"/>
          </a:solidFill>
          <a:ln cap="flat" cmpd="sng" w="22850">
            <a:solidFill>
              <a:srgbClr val="37A7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
          <p:cNvSpPr/>
          <p:nvPr/>
        </p:nvSpPr>
        <p:spPr>
          <a:xfrm>
            <a:off x="6480691" y="6080998"/>
            <a:ext cx="168354" cy="28765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250"/>
              <a:buFont typeface="Spline Sans"/>
              <a:buNone/>
            </a:pPr>
            <a:r>
              <a:rPr b="1" i="0" lang="en-US" sz="2250" u="none" cap="none" strike="noStrike">
                <a:solidFill>
                  <a:srgbClr val="E0E4E6"/>
                </a:solidFill>
                <a:latin typeface="Spline Sans"/>
                <a:ea typeface="Spline Sans"/>
                <a:cs typeface="Spline Sans"/>
                <a:sym typeface="Spline Sans"/>
              </a:rPr>
              <a:t>3</a:t>
            </a:r>
            <a:endParaRPr b="0" i="0" sz="2250" u="none" cap="none" strike="noStrike">
              <a:solidFill>
                <a:srgbClr val="000000"/>
              </a:solidFill>
              <a:latin typeface="Arial"/>
              <a:ea typeface="Arial"/>
              <a:cs typeface="Arial"/>
              <a:sym typeface="Arial"/>
            </a:endParaRPr>
          </a:p>
        </p:txBody>
      </p:sp>
      <p:sp>
        <p:nvSpPr>
          <p:cNvPr id="378" name="Google Shape;378;p2"/>
          <p:cNvSpPr/>
          <p:nvPr/>
        </p:nvSpPr>
        <p:spPr>
          <a:xfrm>
            <a:off x="7751326" y="5955149"/>
            <a:ext cx="2396966" cy="299561"/>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E0E4E6"/>
              </a:buClr>
              <a:buSzPts val="1850"/>
              <a:buFont typeface="Spline Sans"/>
              <a:buNone/>
            </a:pPr>
            <a:r>
              <a:rPr b="1" i="0" lang="en-US" sz="1850" u="none" cap="none" strike="noStrike">
                <a:solidFill>
                  <a:srgbClr val="E0E4E6"/>
                </a:solidFill>
                <a:latin typeface="Spline Sans"/>
                <a:ea typeface="Spline Sans"/>
                <a:cs typeface="Spline Sans"/>
                <a:sym typeface="Spline Sans"/>
              </a:rPr>
              <a:t>Desafíos</a:t>
            </a:r>
            <a:endParaRPr b="0" i="0" sz="1850" u="none" cap="none" strike="noStrike">
              <a:solidFill>
                <a:srgbClr val="000000"/>
              </a:solidFill>
              <a:latin typeface="Arial"/>
              <a:ea typeface="Arial"/>
              <a:cs typeface="Arial"/>
              <a:sym typeface="Arial"/>
            </a:endParaRPr>
          </a:p>
        </p:txBody>
      </p:sp>
      <p:sp>
        <p:nvSpPr>
          <p:cNvPr id="379" name="Google Shape;379;p2"/>
          <p:cNvSpPr/>
          <p:nvPr/>
        </p:nvSpPr>
        <p:spPr>
          <a:xfrm>
            <a:off x="7751326" y="6384131"/>
            <a:ext cx="6124099" cy="690324"/>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E0E4E6"/>
              </a:buClr>
              <a:buSzPts val="1650"/>
              <a:buFont typeface="Barlow"/>
              <a:buNone/>
            </a:pPr>
            <a:r>
              <a:rPr b="0" i="0" lang="en-US" sz="1650" u="none" cap="none" strike="noStrike">
                <a:solidFill>
                  <a:srgbClr val="E0E4E6"/>
                </a:solidFill>
                <a:latin typeface="Barlow"/>
                <a:ea typeface="Barlow"/>
                <a:cs typeface="Barlow"/>
                <a:sym typeface="Barlow"/>
              </a:rPr>
              <a:t>La programación con hilos conlleva desafíos de sincronización y coordinación para evitar problemas como condiciones de carrera.</a:t>
            </a:r>
            <a:endParaRPr b="0" i="0" sz="165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descr="preencoded.png" id="385" name="Google Shape;385;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386" name="Google Shape;386;p1"/>
          <p:cNvSpPr/>
          <p:nvPr/>
        </p:nvSpPr>
        <p:spPr>
          <a:xfrm>
            <a:off x="864037" y="2098953"/>
            <a:ext cx="7415927" cy="1371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i="0" lang="en-US" sz="4300" u="none" cap="none" strike="noStrike">
                <a:solidFill>
                  <a:srgbClr val="F0FCFF"/>
                </a:solidFill>
                <a:latin typeface="Spline Sans"/>
                <a:ea typeface="Spline Sans"/>
                <a:cs typeface="Spline Sans"/>
                <a:sym typeface="Spline Sans"/>
              </a:rPr>
              <a:t>Introducción a la programación concurrente</a:t>
            </a:r>
            <a:endParaRPr b="0" i="0" sz="4300" u="none" cap="none" strike="noStrike">
              <a:solidFill>
                <a:srgbClr val="000000"/>
              </a:solidFill>
              <a:latin typeface="Arial"/>
              <a:ea typeface="Arial"/>
              <a:cs typeface="Arial"/>
              <a:sym typeface="Arial"/>
            </a:endParaRPr>
          </a:p>
        </p:txBody>
      </p:sp>
      <p:sp>
        <p:nvSpPr>
          <p:cNvPr id="387" name="Google Shape;387;p1"/>
          <p:cNvSpPr/>
          <p:nvPr/>
        </p:nvSpPr>
        <p:spPr>
          <a:xfrm>
            <a:off x="864037" y="3840837"/>
            <a:ext cx="7415927" cy="158019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La programación concurrente es un enfoque fundamental en el desarrollo de software moderno, donde múltiples tareas o procesos se ejecutan de manera simultánea, aprovechando al máximo los recursos disponibles.</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
          <p:cNvSpPr/>
          <p:nvPr/>
        </p:nvSpPr>
        <p:spPr>
          <a:xfrm>
            <a:off x="864037" y="1761173"/>
            <a:ext cx="5486400"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i="0" lang="en-US" sz="4300" u="none" cap="none" strike="noStrike">
                <a:solidFill>
                  <a:srgbClr val="F0FCFF"/>
                </a:solidFill>
                <a:latin typeface="Spline Sans"/>
                <a:ea typeface="Spline Sans"/>
                <a:cs typeface="Spline Sans"/>
                <a:sym typeface="Spline Sans"/>
              </a:rPr>
              <a:t>Procesos vs. hilos</a:t>
            </a:r>
            <a:endParaRPr b="0" i="0" sz="4300" u="none" cap="none" strike="noStrike">
              <a:solidFill>
                <a:srgbClr val="000000"/>
              </a:solidFill>
              <a:latin typeface="Arial"/>
              <a:ea typeface="Arial"/>
              <a:cs typeface="Arial"/>
              <a:sym typeface="Arial"/>
            </a:endParaRPr>
          </a:p>
        </p:txBody>
      </p:sp>
      <p:sp>
        <p:nvSpPr>
          <p:cNvPr id="394" name="Google Shape;394;p3"/>
          <p:cNvSpPr/>
          <p:nvPr/>
        </p:nvSpPr>
        <p:spPr>
          <a:xfrm>
            <a:off x="864037" y="3064073"/>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2150"/>
              <a:buFont typeface="Spline Sans"/>
              <a:buNone/>
            </a:pPr>
            <a:r>
              <a:rPr b="1" i="0" lang="en-US" sz="2150" u="none" cap="none" strike="noStrike">
                <a:solidFill>
                  <a:srgbClr val="F0FCFF"/>
                </a:solidFill>
                <a:latin typeface="Spline Sans"/>
                <a:ea typeface="Spline Sans"/>
                <a:cs typeface="Spline Sans"/>
                <a:sym typeface="Spline Sans"/>
              </a:rPr>
              <a:t>Procesos</a:t>
            </a:r>
            <a:endParaRPr b="0" i="0" sz="2150" u="none" cap="none" strike="noStrike">
              <a:solidFill>
                <a:srgbClr val="000000"/>
              </a:solidFill>
              <a:latin typeface="Arial"/>
              <a:ea typeface="Arial"/>
              <a:cs typeface="Arial"/>
              <a:sym typeface="Arial"/>
            </a:endParaRPr>
          </a:p>
        </p:txBody>
      </p:sp>
      <p:sp>
        <p:nvSpPr>
          <p:cNvPr id="395" name="Google Shape;395;p3"/>
          <p:cNvSpPr/>
          <p:nvPr/>
        </p:nvSpPr>
        <p:spPr>
          <a:xfrm>
            <a:off x="864037" y="3653790"/>
            <a:ext cx="6150054" cy="118514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Los procesos son instancias independientes de un programa en ejecución, con su propio espacio de memoria y recursos.</a:t>
            </a:r>
            <a:endParaRPr b="0" i="0" sz="1900" u="none" cap="none" strike="noStrike">
              <a:solidFill>
                <a:srgbClr val="000000"/>
              </a:solidFill>
              <a:latin typeface="Arial"/>
              <a:ea typeface="Arial"/>
              <a:cs typeface="Arial"/>
              <a:sym typeface="Arial"/>
            </a:endParaRPr>
          </a:p>
        </p:txBody>
      </p:sp>
      <p:sp>
        <p:nvSpPr>
          <p:cNvPr id="396" name="Google Shape;396;p3"/>
          <p:cNvSpPr/>
          <p:nvPr/>
        </p:nvSpPr>
        <p:spPr>
          <a:xfrm>
            <a:off x="864037" y="5061109"/>
            <a:ext cx="6150054" cy="118514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La comunicación entre procesos se realiza a través de mecanismos como tuberías, sockets o memoria compartida.</a:t>
            </a:r>
            <a:endParaRPr b="0" i="0" sz="1900" u="none" cap="none" strike="noStrike">
              <a:solidFill>
                <a:srgbClr val="000000"/>
              </a:solidFill>
              <a:latin typeface="Arial"/>
              <a:ea typeface="Arial"/>
              <a:cs typeface="Arial"/>
              <a:sym typeface="Arial"/>
            </a:endParaRPr>
          </a:p>
        </p:txBody>
      </p:sp>
      <p:sp>
        <p:nvSpPr>
          <p:cNvPr id="397" name="Google Shape;397;p3"/>
          <p:cNvSpPr/>
          <p:nvPr/>
        </p:nvSpPr>
        <p:spPr>
          <a:xfrm>
            <a:off x="7623929" y="3064073"/>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2150"/>
              <a:buFont typeface="Spline Sans"/>
              <a:buNone/>
            </a:pPr>
            <a:r>
              <a:rPr b="1" i="0" lang="en-US" sz="2150" u="none" cap="none" strike="noStrike">
                <a:solidFill>
                  <a:srgbClr val="F0FCFF"/>
                </a:solidFill>
                <a:latin typeface="Spline Sans"/>
                <a:ea typeface="Spline Sans"/>
                <a:cs typeface="Spline Sans"/>
                <a:sym typeface="Spline Sans"/>
              </a:rPr>
              <a:t>Hilos</a:t>
            </a:r>
            <a:endParaRPr b="0" i="0" sz="2150" u="none" cap="none" strike="noStrike">
              <a:solidFill>
                <a:srgbClr val="000000"/>
              </a:solidFill>
              <a:latin typeface="Arial"/>
              <a:ea typeface="Arial"/>
              <a:cs typeface="Arial"/>
              <a:sym typeface="Arial"/>
            </a:endParaRPr>
          </a:p>
        </p:txBody>
      </p:sp>
      <p:sp>
        <p:nvSpPr>
          <p:cNvPr id="398" name="Google Shape;398;p3"/>
          <p:cNvSpPr/>
          <p:nvPr/>
        </p:nvSpPr>
        <p:spPr>
          <a:xfrm>
            <a:off x="7623929" y="3653790"/>
            <a:ext cx="6150054"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Los hilos son subprocesos que comparten el mismo espacio de memoria dentro de un proceso.</a:t>
            </a:r>
            <a:endParaRPr b="0" i="0" sz="1900" u="none" cap="none" strike="noStrike">
              <a:solidFill>
                <a:srgbClr val="000000"/>
              </a:solidFill>
              <a:latin typeface="Arial"/>
              <a:ea typeface="Arial"/>
              <a:cs typeface="Arial"/>
              <a:sym typeface="Arial"/>
            </a:endParaRPr>
          </a:p>
        </p:txBody>
      </p:sp>
      <p:sp>
        <p:nvSpPr>
          <p:cNvPr id="399" name="Google Shape;399;p3"/>
          <p:cNvSpPr/>
          <p:nvPr/>
        </p:nvSpPr>
        <p:spPr>
          <a:xfrm>
            <a:off x="7623929" y="4666059"/>
            <a:ext cx="6150054"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La comunicación entre hilos es más eficiente y se realiza a través de variables compartidas.</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descr="preencoded.png" id="405" name="Google Shape;405;p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406" name="Google Shape;406;p4"/>
          <p:cNvSpPr/>
          <p:nvPr/>
        </p:nvSpPr>
        <p:spPr>
          <a:xfrm>
            <a:off x="864037" y="1114425"/>
            <a:ext cx="6634163"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i="0" lang="en-US" sz="4300" u="none" cap="none" strike="noStrike">
                <a:solidFill>
                  <a:srgbClr val="F0FCFF"/>
                </a:solidFill>
                <a:latin typeface="Spline Sans"/>
                <a:ea typeface="Spline Sans"/>
                <a:cs typeface="Spline Sans"/>
                <a:sym typeface="Spline Sans"/>
              </a:rPr>
              <a:t>Planificación de procesos</a:t>
            </a:r>
            <a:endParaRPr b="0" i="0" sz="4300" u="none" cap="none" strike="noStrike">
              <a:solidFill>
                <a:srgbClr val="000000"/>
              </a:solidFill>
              <a:latin typeface="Arial"/>
              <a:ea typeface="Arial"/>
              <a:cs typeface="Arial"/>
              <a:sym typeface="Arial"/>
            </a:endParaRPr>
          </a:p>
        </p:txBody>
      </p:sp>
      <p:sp>
        <p:nvSpPr>
          <p:cNvPr id="407" name="Google Shape;407;p4"/>
          <p:cNvSpPr/>
          <p:nvPr/>
        </p:nvSpPr>
        <p:spPr>
          <a:xfrm>
            <a:off x="864037" y="2448163"/>
            <a:ext cx="555427" cy="555427"/>
          </a:xfrm>
          <a:prstGeom prst="roundRect">
            <a:avLst>
              <a:gd fmla="val 66675" name="adj"/>
            </a:avLst>
          </a:prstGeom>
          <a:solidFill>
            <a:srgbClr val="0A081B"/>
          </a:solidFill>
          <a:ln cap="flat" cmpd="sng" w="30475">
            <a:solidFill>
              <a:srgbClr val="16FFB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
          <p:cNvSpPr/>
          <p:nvPr/>
        </p:nvSpPr>
        <p:spPr>
          <a:xfrm>
            <a:off x="1070491" y="2561273"/>
            <a:ext cx="142399" cy="32920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550"/>
              <a:buFont typeface="Spline Sans"/>
              <a:buNone/>
            </a:pPr>
            <a:r>
              <a:rPr b="1" i="0" lang="en-US" sz="2550" u="none" cap="none" strike="noStrike">
                <a:solidFill>
                  <a:srgbClr val="E0E4E6"/>
                </a:solidFill>
                <a:latin typeface="Spline Sans"/>
                <a:ea typeface="Spline Sans"/>
                <a:cs typeface="Spline Sans"/>
                <a:sym typeface="Spline Sans"/>
              </a:rPr>
              <a:t>1</a:t>
            </a:r>
            <a:endParaRPr b="0" i="0" sz="2550" u="none" cap="none" strike="noStrike">
              <a:solidFill>
                <a:srgbClr val="000000"/>
              </a:solidFill>
              <a:latin typeface="Arial"/>
              <a:ea typeface="Arial"/>
              <a:cs typeface="Arial"/>
              <a:sym typeface="Arial"/>
            </a:endParaRPr>
          </a:p>
        </p:txBody>
      </p:sp>
      <p:sp>
        <p:nvSpPr>
          <p:cNvPr id="409" name="Google Shape;409;p4"/>
          <p:cNvSpPr/>
          <p:nvPr/>
        </p:nvSpPr>
        <p:spPr>
          <a:xfrm>
            <a:off x="1666280" y="2448163"/>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Turnos de ejecución</a:t>
            </a:r>
            <a:endParaRPr b="0" i="0" sz="2150" u="none" cap="none" strike="noStrike">
              <a:solidFill>
                <a:srgbClr val="000000"/>
              </a:solidFill>
              <a:latin typeface="Arial"/>
              <a:ea typeface="Arial"/>
              <a:cs typeface="Arial"/>
              <a:sym typeface="Arial"/>
            </a:endParaRPr>
          </a:p>
        </p:txBody>
      </p:sp>
      <p:sp>
        <p:nvSpPr>
          <p:cNvPr id="410" name="Google Shape;410;p4"/>
          <p:cNvSpPr/>
          <p:nvPr/>
        </p:nvSpPr>
        <p:spPr>
          <a:xfrm>
            <a:off x="1666280" y="2939177"/>
            <a:ext cx="2782372" cy="2370296"/>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Los sistemas operativos utilizan algoritmos de planificación para determinar qué proceso o hilo se ejecutará en cada momento.</a:t>
            </a:r>
            <a:endParaRPr b="0" i="0" sz="1900" u="none" cap="none" strike="noStrike">
              <a:solidFill>
                <a:srgbClr val="000000"/>
              </a:solidFill>
              <a:latin typeface="Arial"/>
              <a:ea typeface="Arial"/>
              <a:cs typeface="Arial"/>
              <a:sym typeface="Arial"/>
            </a:endParaRPr>
          </a:p>
        </p:txBody>
      </p:sp>
      <p:sp>
        <p:nvSpPr>
          <p:cNvPr id="411" name="Google Shape;411;p4"/>
          <p:cNvSpPr/>
          <p:nvPr/>
        </p:nvSpPr>
        <p:spPr>
          <a:xfrm>
            <a:off x="4695468" y="2448163"/>
            <a:ext cx="555427" cy="555427"/>
          </a:xfrm>
          <a:prstGeom prst="roundRect">
            <a:avLst>
              <a:gd fmla="val 66675" name="adj"/>
            </a:avLst>
          </a:prstGeom>
          <a:solidFill>
            <a:srgbClr val="0A081B"/>
          </a:solidFill>
          <a:ln cap="flat" cmpd="sng" w="30475">
            <a:solidFill>
              <a:srgbClr val="29DD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4"/>
          <p:cNvSpPr/>
          <p:nvPr/>
        </p:nvSpPr>
        <p:spPr>
          <a:xfrm>
            <a:off x="4881682" y="2561273"/>
            <a:ext cx="182999" cy="32920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550"/>
              <a:buFont typeface="Spline Sans"/>
              <a:buNone/>
            </a:pPr>
            <a:r>
              <a:rPr b="1" i="0" lang="en-US" sz="2550" u="none" cap="none" strike="noStrike">
                <a:solidFill>
                  <a:srgbClr val="E0E4E6"/>
                </a:solidFill>
                <a:latin typeface="Spline Sans"/>
                <a:ea typeface="Spline Sans"/>
                <a:cs typeface="Spline Sans"/>
                <a:sym typeface="Spline Sans"/>
              </a:rPr>
              <a:t>2</a:t>
            </a:r>
            <a:endParaRPr b="0" i="0" sz="2550" u="none" cap="none" strike="noStrike">
              <a:solidFill>
                <a:srgbClr val="000000"/>
              </a:solidFill>
              <a:latin typeface="Arial"/>
              <a:ea typeface="Arial"/>
              <a:cs typeface="Arial"/>
              <a:sym typeface="Arial"/>
            </a:endParaRPr>
          </a:p>
        </p:txBody>
      </p:sp>
      <p:sp>
        <p:nvSpPr>
          <p:cNvPr id="413" name="Google Shape;413;p4"/>
          <p:cNvSpPr/>
          <p:nvPr/>
        </p:nvSpPr>
        <p:spPr>
          <a:xfrm>
            <a:off x="5497711" y="2448163"/>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Prioridades</a:t>
            </a:r>
            <a:endParaRPr b="0" i="0" sz="2150" u="none" cap="none" strike="noStrike">
              <a:solidFill>
                <a:srgbClr val="000000"/>
              </a:solidFill>
              <a:latin typeface="Arial"/>
              <a:ea typeface="Arial"/>
              <a:cs typeface="Arial"/>
              <a:sym typeface="Arial"/>
            </a:endParaRPr>
          </a:p>
        </p:txBody>
      </p:sp>
      <p:sp>
        <p:nvSpPr>
          <p:cNvPr id="414" name="Google Shape;414;p4"/>
          <p:cNvSpPr/>
          <p:nvPr/>
        </p:nvSpPr>
        <p:spPr>
          <a:xfrm>
            <a:off x="5497711" y="2939177"/>
            <a:ext cx="2782372" cy="158019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Los procesos pueden tener diferentes prioridades, lo que afecta su orden de ejecución.</a:t>
            </a:r>
            <a:endParaRPr b="0" i="0" sz="1900" u="none" cap="none" strike="noStrike">
              <a:solidFill>
                <a:srgbClr val="000000"/>
              </a:solidFill>
              <a:latin typeface="Arial"/>
              <a:ea typeface="Arial"/>
              <a:cs typeface="Arial"/>
              <a:sym typeface="Arial"/>
            </a:endParaRPr>
          </a:p>
        </p:txBody>
      </p:sp>
      <p:sp>
        <p:nvSpPr>
          <p:cNvPr id="415" name="Google Shape;415;p4"/>
          <p:cNvSpPr/>
          <p:nvPr/>
        </p:nvSpPr>
        <p:spPr>
          <a:xfrm>
            <a:off x="864037" y="5833943"/>
            <a:ext cx="555427" cy="555427"/>
          </a:xfrm>
          <a:prstGeom prst="roundRect">
            <a:avLst>
              <a:gd fmla="val 66675" name="adj"/>
            </a:avLst>
          </a:prstGeom>
          <a:solidFill>
            <a:srgbClr val="0A081B"/>
          </a:solidFill>
          <a:ln cap="flat" cmpd="sng" w="30475">
            <a:solidFill>
              <a:srgbClr val="37A7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4"/>
          <p:cNvSpPr/>
          <p:nvPr/>
        </p:nvSpPr>
        <p:spPr>
          <a:xfrm>
            <a:off x="1045369" y="5947053"/>
            <a:ext cx="192762" cy="32920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550"/>
              <a:buFont typeface="Spline Sans"/>
              <a:buNone/>
            </a:pPr>
            <a:r>
              <a:rPr b="1" i="0" lang="en-US" sz="2550" u="none" cap="none" strike="noStrike">
                <a:solidFill>
                  <a:srgbClr val="E0E4E6"/>
                </a:solidFill>
                <a:latin typeface="Spline Sans"/>
                <a:ea typeface="Spline Sans"/>
                <a:cs typeface="Spline Sans"/>
                <a:sym typeface="Spline Sans"/>
              </a:rPr>
              <a:t>3</a:t>
            </a:r>
            <a:endParaRPr b="0" i="0" sz="2550" u="none" cap="none" strike="noStrike">
              <a:solidFill>
                <a:srgbClr val="000000"/>
              </a:solidFill>
              <a:latin typeface="Arial"/>
              <a:ea typeface="Arial"/>
              <a:cs typeface="Arial"/>
              <a:sym typeface="Arial"/>
            </a:endParaRPr>
          </a:p>
        </p:txBody>
      </p:sp>
      <p:sp>
        <p:nvSpPr>
          <p:cNvPr id="417" name="Google Shape;417;p4"/>
          <p:cNvSpPr/>
          <p:nvPr/>
        </p:nvSpPr>
        <p:spPr>
          <a:xfrm>
            <a:off x="1666280" y="5833943"/>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Contexto</a:t>
            </a:r>
            <a:endParaRPr b="0" i="0" sz="2150" u="none" cap="none" strike="noStrike">
              <a:solidFill>
                <a:srgbClr val="000000"/>
              </a:solidFill>
              <a:latin typeface="Arial"/>
              <a:ea typeface="Arial"/>
              <a:cs typeface="Arial"/>
              <a:sym typeface="Arial"/>
            </a:endParaRPr>
          </a:p>
        </p:txBody>
      </p:sp>
      <p:sp>
        <p:nvSpPr>
          <p:cNvPr id="418" name="Google Shape;418;p4"/>
          <p:cNvSpPr/>
          <p:nvPr/>
        </p:nvSpPr>
        <p:spPr>
          <a:xfrm>
            <a:off x="1666280" y="6324957"/>
            <a:ext cx="6613684"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Al cambiar de un proceso a otro, el sistema operativo debe guardar y restaurar el contexto de ejecución.</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descr="preencoded.png" id="424" name="Google Shape;424;p5"/>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425" name="Google Shape;425;p5"/>
          <p:cNvSpPr/>
          <p:nvPr/>
        </p:nvSpPr>
        <p:spPr>
          <a:xfrm>
            <a:off x="6279356" y="1299091"/>
            <a:ext cx="7087910" cy="629364"/>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F0FCFF"/>
              </a:buClr>
              <a:buSzPts val="3950"/>
              <a:buFont typeface="Spline Sans"/>
              <a:buNone/>
            </a:pPr>
            <a:r>
              <a:rPr b="1" i="0" lang="en-US" sz="3950" u="none" cap="none" strike="noStrike">
                <a:solidFill>
                  <a:srgbClr val="F0FCFF"/>
                </a:solidFill>
                <a:latin typeface="Spline Sans"/>
                <a:ea typeface="Spline Sans"/>
                <a:cs typeface="Spline Sans"/>
                <a:sym typeface="Spline Sans"/>
              </a:rPr>
              <a:t>Comunicación entre procesos</a:t>
            </a:r>
            <a:endParaRPr b="0" i="0" sz="3950" u="none" cap="none" strike="noStrike">
              <a:solidFill>
                <a:srgbClr val="000000"/>
              </a:solidFill>
              <a:latin typeface="Arial"/>
              <a:ea typeface="Arial"/>
              <a:cs typeface="Arial"/>
              <a:sym typeface="Arial"/>
            </a:endParaRPr>
          </a:p>
        </p:txBody>
      </p:sp>
      <p:sp>
        <p:nvSpPr>
          <p:cNvPr id="426" name="Google Shape;426;p5"/>
          <p:cNvSpPr/>
          <p:nvPr/>
        </p:nvSpPr>
        <p:spPr>
          <a:xfrm>
            <a:off x="6279356" y="2268260"/>
            <a:ext cx="3665815" cy="2036564"/>
          </a:xfrm>
          <a:prstGeom prst="roundRect">
            <a:avLst>
              <a:gd fmla="val 16688" name="adj"/>
            </a:avLst>
          </a:prstGeom>
          <a:solidFill>
            <a:srgbClr val="0A081B"/>
          </a:solidFill>
          <a:ln cap="flat" cmpd="sng" w="22850">
            <a:solidFill>
              <a:srgbClr val="16FFB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5"/>
          <p:cNvSpPr/>
          <p:nvPr/>
        </p:nvSpPr>
        <p:spPr>
          <a:xfrm>
            <a:off x="6528792" y="2517696"/>
            <a:ext cx="2517458" cy="314563"/>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Tuberías</a:t>
            </a:r>
            <a:endParaRPr b="0" i="0" sz="1950" u="none" cap="none" strike="noStrike">
              <a:solidFill>
                <a:srgbClr val="000000"/>
              </a:solidFill>
              <a:latin typeface="Arial"/>
              <a:ea typeface="Arial"/>
              <a:cs typeface="Arial"/>
              <a:sym typeface="Arial"/>
            </a:endParaRPr>
          </a:p>
        </p:txBody>
      </p:sp>
      <p:sp>
        <p:nvSpPr>
          <p:cNvPr id="428" name="Google Shape;428;p5"/>
          <p:cNvSpPr/>
          <p:nvPr/>
        </p:nvSpPr>
        <p:spPr>
          <a:xfrm>
            <a:off x="6528792" y="2968109"/>
            <a:ext cx="3166943" cy="1087279"/>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Permiten el flujo de datos entre procesos, ya sea en modo texto o binario.</a:t>
            </a:r>
            <a:endParaRPr b="0" i="0" sz="1750" u="none" cap="none" strike="noStrike">
              <a:solidFill>
                <a:srgbClr val="000000"/>
              </a:solidFill>
              <a:latin typeface="Arial"/>
              <a:ea typeface="Arial"/>
              <a:cs typeface="Arial"/>
              <a:sym typeface="Arial"/>
            </a:endParaRPr>
          </a:p>
        </p:txBody>
      </p:sp>
      <p:sp>
        <p:nvSpPr>
          <p:cNvPr id="429" name="Google Shape;429;p5"/>
          <p:cNvSpPr/>
          <p:nvPr/>
        </p:nvSpPr>
        <p:spPr>
          <a:xfrm>
            <a:off x="10171748" y="2268260"/>
            <a:ext cx="3665815" cy="2036564"/>
          </a:xfrm>
          <a:prstGeom prst="roundRect">
            <a:avLst>
              <a:gd fmla="val 16688" name="adj"/>
            </a:avLst>
          </a:prstGeom>
          <a:solidFill>
            <a:srgbClr val="0A081B"/>
          </a:solidFill>
          <a:ln cap="flat" cmpd="sng" w="22850">
            <a:solidFill>
              <a:srgbClr val="29DD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5"/>
          <p:cNvSpPr/>
          <p:nvPr/>
        </p:nvSpPr>
        <p:spPr>
          <a:xfrm>
            <a:off x="10421183" y="2517696"/>
            <a:ext cx="2517458" cy="314563"/>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Sockets</a:t>
            </a:r>
            <a:endParaRPr b="0" i="0" sz="1950" u="none" cap="none" strike="noStrike">
              <a:solidFill>
                <a:srgbClr val="000000"/>
              </a:solidFill>
              <a:latin typeface="Arial"/>
              <a:ea typeface="Arial"/>
              <a:cs typeface="Arial"/>
              <a:sym typeface="Arial"/>
            </a:endParaRPr>
          </a:p>
        </p:txBody>
      </p:sp>
      <p:sp>
        <p:nvSpPr>
          <p:cNvPr id="431" name="Google Shape;431;p5"/>
          <p:cNvSpPr/>
          <p:nvPr/>
        </p:nvSpPr>
        <p:spPr>
          <a:xfrm>
            <a:off x="10421183" y="2968109"/>
            <a:ext cx="3166943" cy="1087279"/>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Establecen conexiones de red entre procesos, permitiendo la comunicación a través de la red.</a:t>
            </a:r>
            <a:endParaRPr b="0" i="0" sz="1750" u="none" cap="none" strike="noStrike">
              <a:solidFill>
                <a:srgbClr val="000000"/>
              </a:solidFill>
              <a:latin typeface="Arial"/>
              <a:ea typeface="Arial"/>
              <a:cs typeface="Arial"/>
              <a:sym typeface="Arial"/>
            </a:endParaRPr>
          </a:p>
        </p:txBody>
      </p:sp>
      <p:sp>
        <p:nvSpPr>
          <p:cNvPr id="432" name="Google Shape;432;p5"/>
          <p:cNvSpPr/>
          <p:nvPr/>
        </p:nvSpPr>
        <p:spPr>
          <a:xfrm>
            <a:off x="6279356" y="4531400"/>
            <a:ext cx="3665815" cy="2398990"/>
          </a:xfrm>
          <a:prstGeom prst="roundRect">
            <a:avLst>
              <a:gd fmla="val 14167" name="adj"/>
            </a:avLst>
          </a:prstGeom>
          <a:solidFill>
            <a:srgbClr val="0A081B"/>
          </a:solidFill>
          <a:ln cap="flat" cmpd="sng" w="22850">
            <a:solidFill>
              <a:srgbClr val="37A7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5"/>
          <p:cNvSpPr/>
          <p:nvPr/>
        </p:nvSpPr>
        <p:spPr>
          <a:xfrm>
            <a:off x="6528792" y="4780836"/>
            <a:ext cx="2517458" cy="314563"/>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Memoria compartida</a:t>
            </a:r>
            <a:endParaRPr b="0" i="0" sz="1950" u="none" cap="none" strike="noStrike">
              <a:solidFill>
                <a:srgbClr val="000000"/>
              </a:solidFill>
              <a:latin typeface="Arial"/>
              <a:ea typeface="Arial"/>
              <a:cs typeface="Arial"/>
              <a:sym typeface="Arial"/>
            </a:endParaRPr>
          </a:p>
        </p:txBody>
      </p:sp>
      <p:sp>
        <p:nvSpPr>
          <p:cNvPr id="434" name="Google Shape;434;p5"/>
          <p:cNvSpPr/>
          <p:nvPr/>
        </p:nvSpPr>
        <p:spPr>
          <a:xfrm>
            <a:off x="6528792" y="5231249"/>
            <a:ext cx="3166943" cy="14497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Permite a los procesos acceder a una región de memoria común, facilitando el intercambio de información.</a:t>
            </a:r>
            <a:endParaRPr b="0" i="0" sz="1750" u="none" cap="none" strike="noStrike">
              <a:solidFill>
                <a:srgbClr val="000000"/>
              </a:solidFill>
              <a:latin typeface="Arial"/>
              <a:ea typeface="Arial"/>
              <a:cs typeface="Arial"/>
              <a:sym typeface="Arial"/>
            </a:endParaRPr>
          </a:p>
        </p:txBody>
      </p:sp>
      <p:sp>
        <p:nvSpPr>
          <p:cNvPr id="435" name="Google Shape;435;p5"/>
          <p:cNvSpPr/>
          <p:nvPr/>
        </p:nvSpPr>
        <p:spPr>
          <a:xfrm>
            <a:off x="10171748" y="4531400"/>
            <a:ext cx="3665815" cy="2398990"/>
          </a:xfrm>
          <a:prstGeom prst="roundRect">
            <a:avLst>
              <a:gd fmla="val 14167" name="adj"/>
            </a:avLst>
          </a:prstGeom>
          <a:solidFill>
            <a:srgbClr val="0A081B"/>
          </a:solidFill>
          <a:ln cap="flat" cmpd="sng" w="22850">
            <a:solidFill>
              <a:srgbClr val="0912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5"/>
          <p:cNvSpPr/>
          <p:nvPr/>
        </p:nvSpPr>
        <p:spPr>
          <a:xfrm>
            <a:off x="10421183" y="4780836"/>
            <a:ext cx="2517458" cy="314563"/>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Señales</a:t>
            </a:r>
            <a:endParaRPr b="0" i="0" sz="1950" u="none" cap="none" strike="noStrike">
              <a:solidFill>
                <a:srgbClr val="000000"/>
              </a:solidFill>
              <a:latin typeface="Arial"/>
              <a:ea typeface="Arial"/>
              <a:cs typeface="Arial"/>
              <a:sym typeface="Arial"/>
            </a:endParaRPr>
          </a:p>
        </p:txBody>
      </p:sp>
      <p:sp>
        <p:nvSpPr>
          <p:cNvPr id="437" name="Google Shape;437;p5"/>
          <p:cNvSpPr/>
          <p:nvPr/>
        </p:nvSpPr>
        <p:spPr>
          <a:xfrm>
            <a:off x="10421183" y="5231249"/>
            <a:ext cx="3166943" cy="14497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Son mecanismos de notificación asíncronos que permiten a los procesos comunicarse entre sí.</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descr="preencoded.png" id="443" name="Google Shape;443;p6"/>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444" name="Google Shape;444;p6"/>
          <p:cNvSpPr/>
          <p:nvPr/>
        </p:nvSpPr>
        <p:spPr>
          <a:xfrm>
            <a:off x="746760" y="749856"/>
            <a:ext cx="6138743" cy="592693"/>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0FCFF"/>
              </a:buClr>
              <a:buSzPts val="3700"/>
              <a:buFont typeface="Spline Sans"/>
              <a:buNone/>
            </a:pPr>
            <a:r>
              <a:rPr b="1" i="0" lang="en-US" sz="3700" u="none" cap="none" strike="noStrike">
                <a:solidFill>
                  <a:srgbClr val="F0FCFF"/>
                </a:solidFill>
                <a:latin typeface="Spline Sans"/>
                <a:ea typeface="Spline Sans"/>
                <a:cs typeface="Spline Sans"/>
                <a:sym typeface="Spline Sans"/>
              </a:rPr>
              <a:t>Sincronización de procesos</a:t>
            </a:r>
            <a:endParaRPr b="0" i="0" sz="3700" u="none" cap="none" strike="noStrike">
              <a:solidFill>
                <a:srgbClr val="000000"/>
              </a:solidFill>
              <a:latin typeface="Arial"/>
              <a:ea typeface="Arial"/>
              <a:cs typeface="Arial"/>
              <a:sym typeface="Arial"/>
            </a:endParaRPr>
          </a:p>
        </p:txBody>
      </p:sp>
      <p:pic>
        <p:nvPicPr>
          <p:cNvPr descr="preencoded.png" id="445" name="Google Shape;445;p6"/>
          <p:cNvPicPr preferRelativeResize="0"/>
          <p:nvPr/>
        </p:nvPicPr>
        <p:blipFill rotWithShape="1">
          <a:blip r:embed="rId4">
            <a:alphaModFix/>
          </a:blip>
          <a:srcRect b="0" l="0" r="0" t="0"/>
          <a:stretch/>
        </p:blipFill>
        <p:spPr>
          <a:xfrm>
            <a:off x="746760" y="1662589"/>
            <a:ext cx="533400" cy="533400"/>
          </a:xfrm>
          <a:prstGeom prst="rect">
            <a:avLst/>
          </a:prstGeom>
          <a:noFill/>
          <a:ln>
            <a:noFill/>
          </a:ln>
        </p:spPr>
      </p:pic>
      <p:sp>
        <p:nvSpPr>
          <p:cNvPr id="446" name="Google Shape;446;p6"/>
          <p:cNvSpPr/>
          <p:nvPr/>
        </p:nvSpPr>
        <p:spPr>
          <a:xfrm>
            <a:off x="746760" y="2409349"/>
            <a:ext cx="2370892" cy="296228"/>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E0E4E6"/>
              </a:buClr>
              <a:buSzPts val="1850"/>
              <a:buFont typeface="Spline Sans"/>
              <a:buNone/>
            </a:pPr>
            <a:r>
              <a:rPr b="1" i="0" lang="en-US" sz="1850" u="none" cap="none" strike="noStrike">
                <a:solidFill>
                  <a:srgbClr val="E0E4E6"/>
                </a:solidFill>
                <a:latin typeface="Spline Sans"/>
                <a:ea typeface="Spline Sans"/>
                <a:cs typeface="Spline Sans"/>
                <a:sym typeface="Spline Sans"/>
              </a:rPr>
              <a:t>Bloqueos</a:t>
            </a:r>
            <a:endParaRPr b="0" i="0" sz="1850" u="none" cap="none" strike="noStrike">
              <a:solidFill>
                <a:srgbClr val="000000"/>
              </a:solidFill>
              <a:latin typeface="Arial"/>
              <a:ea typeface="Arial"/>
              <a:cs typeface="Arial"/>
              <a:sym typeface="Arial"/>
            </a:endParaRPr>
          </a:p>
        </p:txBody>
      </p:sp>
      <p:sp>
        <p:nvSpPr>
          <p:cNvPr id="447" name="Google Shape;447;p6"/>
          <p:cNvSpPr/>
          <p:nvPr/>
        </p:nvSpPr>
        <p:spPr>
          <a:xfrm>
            <a:off x="746760" y="2833568"/>
            <a:ext cx="7650480" cy="341352"/>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E0E4E6"/>
              </a:buClr>
              <a:buSzPts val="1650"/>
              <a:buFont typeface="Barlow"/>
              <a:buNone/>
            </a:pPr>
            <a:r>
              <a:rPr b="0" i="0" lang="en-US" sz="1650" u="none" cap="none" strike="noStrike">
                <a:solidFill>
                  <a:srgbClr val="E0E4E6"/>
                </a:solidFill>
                <a:latin typeface="Barlow"/>
                <a:ea typeface="Barlow"/>
                <a:cs typeface="Barlow"/>
                <a:sym typeface="Barlow"/>
              </a:rPr>
              <a:t>Permiten que un proceso obtenga el control exclusivo de un recurso compartido.</a:t>
            </a:r>
            <a:endParaRPr b="0" i="0" sz="1650" u="none" cap="none" strike="noStrike">
              <a:solidFill>
                <a:srgbClr val="000000"/>
              </a:solidFill>
              <a:latin typeface="Arial"/>
              <a:ea typeface="Arial"/>
              <a:cs typeface="Arial"/>
              <a:sym typeface="Arial"/>
            </a:endParaRPr>
          </a:p>
        </p:txBody>
      </p:sp>
      <p:pic>
        <p:nvPicPr>
          <p:cNvPr descr="preencoded.png" id="448" name="Google Shape;448;p6"/>
          <p:cNvPicPr preferRelativeResize="0"/>
          <p:nvPr/>
        </p:nvPicPr>
        <p:blipFill rotWithShape="1">
          <a:blip r:embed="rId5">
            <a:alphaModFix/>
          </a:blip>
          <a:srcRect b="0" l="0" r="0" t="0"/>
          <a:stretch/>
        </p:blipFill>
        <p:spPr>
          <a:xfrm>
            <a:off x="746760" y="3815001"/>
            <a:ext cx="533400" cy="533400"/>
          </a:xfrm>
          <a:prstGeom prst="rect">
            <a:avLst/>
          </a:prstGeom>
          <a:noFill/>
          <a:ln>
            <a:noFill/>
          </a:ln>
        </p:spPr>
      </p:pic>
      <p:sp>
        <p:nvSpPr>
          <p:cNvPr id="449" name="Google Shape;449;p6"/>
          <p:cNvSpPr/>
          <p:nvPr/>
        </p:nvSpPr>
        <p:spPr>
          <a:xfrm>
            <a:off x="746760" y="4561761"/>
            <a:ext cx="2370892" cy="296228"/>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E0E4E6"/>
              </a:buClr>
              <a:buSzPts val="1850"/>
              <a:buFont typeface="Spline Sans"/>
              <a:buNone/>
            </a:pPr>
            <a:r>
              <a:rPr b="1" i="0" lang="en-US" sz="1850" u="none" cap="none" strike="noStrike">
                <a:solidFill>
                  <a:srgbClr val="E0E4E6"/>
                </a:solidFill>
                <a:latin typeface="Spline Sans"/>
                <a:ea typeface="Spline Sans"/>
                <a:cs typeface="Spline Sans"/>
                <a:sym typeface="Spline Sans"/>
              </a:rPr>
              <a:t>Semáforos</a:t>
            </a:r>
            <a:endParaRPr b="0" i="0" sz="1850" u="none" cap="none" strike="noStrike">
              <a:solidFill>
                <a:srgbClr val="000000"/>
              </a:solidFill>
              <a:latin typeface="Arial"/>
              <a:ea typeface="Arial"/>
              <a:cs typeface="Arial"/>
              <a:sym typeface="Arial"/>
            </a:endParaRPr>
          </a:p>
        </p:txBody>
      </p:sp>
      <p:sp>
        <p:nvSpPr>
          <p:cNvPr id="450" name="Google Shape;450;p6"/>
          <p:cNvSpPr/>
          <p:nvPr/>
        </p:nvSpPr>
        <p:spPr>
          <a:xfrm>
            <a:off x="746760" y="4985980"/>
            <a:ext cx="7650480" cy="341352"/>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E0E4E6"/>
              </a:buClr>
              <a:buSzPts val="1650"/>
              <a:buFont typeface="Barlow"/>
              <a:buNone/>
            </a:pPr>
            <a:r>
              <a:rPr b="0" i="0" lang="en-US" sz="1650" u="none" cap="none" strike="noStrike">
                <a:solidFill>
                  <a:srgbClr val="E0E4E6"/>
                </a:solidFill>
                <a:latin typeface="Barlow"/>
                <a:ea typeface="Barlow"/>
                <a:cs typeface="Barlow"/>
                <a:sym typeface="Barlow"/>
              </a:rPr>
              <a:t>Controlan el acceso a recursos compartidos mediante un contador de permisos.</a:t>
            </a:r>
            <a:endParaRPr b="0" i="0" sz="1650" u="none" cap="none" strike="noStrike">
              <a:solidFill>
                <a:srgbClr val="000000"/>
              </a:solidFill>
              <a:latin typeface="Arial"/>
              <a:ea typeface="Arial"/>
              <a:cs typeface="Arial"/>
              <a:sym typeface="Arial"/>
            </a:endParaRPr>
          </a:p>
        </p:txBody>
      </p:sp>
      <p:pic>
        <p:nvPicPr>
          <p:cNvPr descr="preencoded.png" id="451" name="Google Shape;451;p6"/>
          <p:cNvPicPr preferRelativeResize="0"/>
          <p:nvPr/>
        </p:nvPicPr>
        <p:blipFill rotWithShape="1">
          <a:blip r:embed="rId6">
            <a:alphaModFix/>
          </a:blip>
          <a:srcRect b="0" l="0" r="0" t="0"/>
          <a:stretch/>
        </p:blipFill>
        <p:spPr>
          <a:xfrm>
            <a:off x="746760" y="5967413"/>
            <a:ext cx="533400" cy="533400"/>
          </a:xfrm>
          <a:prstGeom prst="rect">
            <a:avLst/>
          </a:prstGeom>
          <a:noFill/>
          <a:ln>
            <a:noFill/>
          </a:ln>
        </p:spPr>
      </p:pic>
      <p:sp>
        <p:nvSpPr>
          <p:cNvPr id="452" name="Google Shape;452;p6"/>
          <p:cNvSpPr/>
          <p:nvPr/>
        </p:nvSpPr>
        <p:spPr>
          <a:xfrm>
            <a:off x="746760" y="6714173"/>
            <a:ext cx="2370892" cy="296228"/>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E0E4E6"/>
              </a:buClr>
              <a:buSzPts val="1850"/>
              <a:buFont typeface="Spline Sans"/>
              <a:buNone/>
            </a:pPr>
            <a:r>
              <a:rPr b="1" i="0" lang="en-US" sz="1850" u="none" cap="none" strike="noStrike">
                <a:solidFill>
                  <a:srgbClr val="E0E4E6"/>
                </a:solidFill>
                <a:latin typeface="Spline Sans"/>
                <a:ea typeface="Spline Sans"/>
                <a:cs typeface="Spline Sans"/>
                <a:sym typeface="Spline Sans"/>
              </a:rPr>
              <a:t>Monitores</a:t>
            </a:r>
            <a:endParaRPr b="0" i="0" sz="1850" u="none" cap="none" strike="noStrike">
              <a:solidFill>
                <a:srgbClr val="000000"/>
              </a:solidFill>
              <a:latin typeface="Arial"/>
              <a:ea typeface="Arial"/>
              <a:cs typeface="Arial"/>
              <a:sym typeface="Arial"/>
            </a:endParaRPr>
          </a:p>
        </p:txBody>
      </p:sp>
      <p:sp>
        <p:nvSpPr>
          <p:cNvPr id="453" name="Google Shape;453;p6"/>
          <p:cNvSpPr/>
          <p:nvPr/>
        </p:nvSpPr>
        <p:spPr>
          <a:xfrm>
            <a:off x="746760" y="7138392"/>
            <a:ext cx="7650480" cy="341352"/>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E0E4E6"/>
              </a:buClr>
              <a:buSzPts val="1650"/>
              <a:buFont typeface="Barlow"/>
              <a:buNone/>
            </a:pPr>
            <a:r>
              <a:rPr b="0" i="0" lang="en-US" sz="1650" u="none" cap="none" strike="noStrike">
                <a:solidFill>
                  <a:srgbClr val="E0E4E6"/>
                </a:solidFill>
                <a:latin typeface="Barlow"/>
                <a:ea typeface="Barlow"/>
                <a:cs typeface="Barlow"/>
                <a:sym typeface="Barlow"/>
              </a:rPr>
              <a:t>Proporcionan un mecanismo de sincronización a nivel de objeto o módulo.</a:t>
            </a:r>
            <a:endParaRPr b="0" i="0" sz="165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descr="preencoded.png" id="459" name="Google Shape;459;p7"/>
          <p:cNvPicPr preferRelativeResize="0"/>
          <p:nvPr/>
        </p:nvPicPr>
        <p:blipFill rotWithShape="1">
          <a:blip r:embed="rId3">
            <a:alphaModFix/>
          </a:blip>
          <a:srcRect b="0" l="0" r="0" t="0"/>
          <a:stretch/>
        </p:blipFill>
        <p:spPr>
          <a:xfrm>
            <a:off x="0" y="0"/>
            <a:ext cx="5486400" cy="8233529"/>
          </a:xfrm>
          <a:prstGeom prst="rect">
            <a:avLst/>
          </a:prstGeom>
          <a:noFill/>
          <a:ln>
            <a:noFill/>
          </a:ln>
        </p:spPr>
      </p:pic>
      <p:sp>
        <p:nvSpPr>
          <p:cNvPr id="460" name="Google Shape;460;p7"/>
          <p:cNvSpPr/>
          <p:nvPr/>
        </p:nvSpPr>
        <p:spPr>
          <a:xfrm>
            <a:off x="6274713" y="619363"/>
            <a:ext cx="7567374" cy="1251347"/>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F0FCFF"/>
              </a:buClr>
              <a:buSzPts val="3900"/>
              <a:buFont typeface="Spline Sans"/>
              <a:buNone/>
            </a:pPr>
            <a:r>
              <a:rPr b="1" i="0" lang="en-US" sz="3900" u="none" cap="none" strike="noStrike">
                <a:solidFill>
                  <a:srgbClr val="F0FCFF"/>
                </a:solidFill>
                <a:latin typeface="Spline Sans"/>
                <a:ea typeface="Spline Sans"/>
                <a:cs typeface="Spline Sans"/>
                <a:sym typeface="Spline Sans"/>
              </a:rPr>
              <a:t>Problemas clásicos de concurrencia</a:t>
            </a:r>
            <a:endParaRPr b="0" i="0" sz="3900" u="none" cap="none" strike="noStrike">
              <a:solidFill>
                <a:srgbClr val="000000"/>
              </a:solidFill>
              <a:latin typeface="Arial"/>
              <a:ea typeface="Arial"/>
              <a:cs typeface="Arial"/>
              <a:sym typeface="Arial"/>
            </a:endParaRPr>
          </a:p>
        </p:txBody>
      </p:sp>
      <p:pic>
        <p:nvPicPr>
          <p:cNvPr descr="preencoded.png" id="461" name="Google Shape;461;p7"/>
          <p:cNvPicPr preferRelativeResize="0"/>
          <p:nvPr/>
        </p:nvPicPr>
        <p:blipFill rotWithShape="1">
          <a:blip r:embed="rId4">
            <a:alphaModFix/>
          </a:blip>
          <a:srcRect b="0" l="0" r="0" t="0"/>
          <a:stretch/>
        </p:blipFill>
        <p:spPr>
          <a:xfrm>
            <a:off x="6274713" y="2208490"/>
            <a:ext cx="1126093" cy="1801892"/>
          </a:xfrm>
          <a:prstGeom prst="rect">
            <a:avLst/>
          </a:prstGeom>
          <a:noFill/>
          <a:ln>
            <a:noFill/>
          </a:ln>
        </p:spPr>
      </p:pic>
      <p:sp>
        <p:nvSpPr>
          <p:cNvPr id="462" name="Google Shape;462;p7"/>
          <p:cNvSpPr/>
          <p:nvPr/>
        </p:nvSpPr>
        <p:spPr>
          <a:xfrm>
            <a:off x="7738586" y="2433638"/>
            <a:ext cx="2951559" cy="312777"/>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Problema de los filósofos</a:t>
            </a:r>
            <a:endParaRPr b="0" i="0" sz="1950" u="none" cap="none" strike="noStrike">
              <a:solidFill>
                <a:srgbClr val="000000"/>
              </a:solidFill>
              <a:latin typeface="Arial"/>
              <a:ea typeface="Arial"/>
              <a:cs typeface="Arial"/>
              <a:sym typeface="Arial"/>
            </a:endParaRPr>
          </a:p>
        </p:txBody>
      </p:sp>
      <p:sp>
        <p:nvSpPr>
          <p:cNvPr id="463" name="Google Shape;463;p7"/>
          <p:cNvSpPr/>
          <p:nvPr/>
        </p:nvSpPr>
        <p:spPr>
          <a:xfrm>
            <a:off x="7738586" y="2881551"/>
            <a:ext cx="6103501" cy="72080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Cómo evitar el bloqueo mutuo cuando varios procesos compiten por recursos limitados.</a:t>
            </a:r>
            <a:endParaRPr b="0" i="0" sz="1750" u="none" cap="none" strike="noStrike">
              <a:solidFill>
                <a:srgbClr val="000000"/>
              </a:solidFill>
              <a:latin typeface="Arial"/>
              <a:ea typeface="Arial"/>
              <a:cs typeface="Arial"/>
              <a:sym typeface="Arial"/>
            </a:endParaRPr>
          </a:p>
        </p:txBody>
      </p:sp>
      <p:pic>
        <p:nvPicPr>
          <p:cNvPr descr="preencoded.png" id="464" name="Google Shape;464;p7"/>
          <p:cNvPicPr preferRelativeResize="0"/>
          <p:nvPr/>
        </p:nvPicPr>
        <p:blipFill rotWithShape="1">
          <a:blip r:embed="rId5">
            <a:alphaModFix/>
          </a:blip>
          <a:srcRect b="0" l="0" r="0" t="0"/>
          <a:stretch/>
        </p:blipFill>
        <p:spPr>
          <a:xfrm>
            <a:off x="6274713" y="4010382"/>
            <a:ext cx="1126093" cy="1801892"/>
          </a:xfrm>
          <a:prstGeom prst="rect">
            <a:avLst/>
          </a:prstGeom>
          <a:noFill/>
          <a:ln>
            <a:noFill/>
          </a:ln>
        </p:spPr>
      </p:pic>
      <p:sp>
        <p:nvSpPr>
          <p:cNvPr id="465" name="Google Shape;465;p7"/>
          <p:cNvSpPr/>
          <p:nvPr/>
        </p:nvSpPr>
        <p:spPr>
          <a:xfrm>
            <a:off x="7738586" y="4235529"/>
            <a:ext cx="2502575" cy="312777"/>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Condición de carrera</a:t>
            </a:r>
            <a:endParaRPr b="0" i="0" sz="1950" u="none" cap="none" strike="noStrike">
              <a:solidFill>
                <a:srgbClr val="000000"/>
              </a:solidFill>
              <a:latin typeface="Arial"/>
              <a:ea typeface="Arial"/>
              <a:cs typeface="Arial"/>
              <a:sym typeface="Arial"/>
            </a:endParaRPr>
          </a:p>
        </p:txBody>
      </p:sp>
      <p:sp>
        <p:nvSpPr>
          <p:cNvPr id="466" name="Google Shape;466;p7"/>
          <p:cNvSpPr/>
          <p:nvPr/>
        </p:nvSpPr>
        <p:spPr>
          <a:xfrm>
            <a:off x="7738586" y="4683443"/>
            <a:ext cx="6103501" cy="72080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Cómo garantizar la ejecución atómica de instrucciones críticas para evitar resultados inconsistentes.</a:t>
            </a:r>
            <a:endParaRPr b="0" i="0" sz="1750" u="none" cap="none" strike="noStrike">
              <a:solidFill>
                <a:srgbClr val="000000"/>
              </a:solidFill>
              <a:latin typeface="Arial"/>
              <a:ea typeface="Arial"/>
              <a:cs typeface="Arial"/>
              <a:sym typeface="Arial"/>
            </a:endParaRPr>
          </a:p>
        </p:txBody>
      </p:sp>
      <p:pic>
        <p:nvPicPr>
          <p:cNvPr descr="preencoded.png" id="467" name="Google Shape;467;p7"/>
          <p:cNvPicPr preferRelativeResize="0"/>
          <p:nvPr/>
        </p:nvPicPr>
        <p:blipFill rotWithShape="1">
          <a:blip r:embed="rId6">
            <a:alphaModFix/>
          </a:blip>
          <a:srcRect b="0" l="0" r="0" t="0"/>
          <a:stretch/>
        </p:blipFill>
        <p:spPr>
          <a:xfrm>
            <a:off x="6274713" y="5812274"/>
            <a:ext cx="1126093" cy="1801892"/>
          </a:xfrm>
          <a:prstGeom prst="rect">
            <a:avLst/>
          </a:prstGeom>
          <a:noFill/>
          <a:ln>
            <a:noFill/>
          </a:ln>
        </p:spPr>
      </p:pic>
      <p:sp>
        <p:nvSpPr>
          <p:cNvPr id="468" name="Google Shape;468;p7"/>
          <p:cNvSpPr/>
          <p:nvPr/>
        </p:nvSpPr>
        <p:spPr>
          <a:xfrm>
            <a:off x="7738586" y="6037421"/>
            <a:ext cx="2745105" cy="312777"/>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Productor-Consumidor</a:t>
            </a:r>
            <a:endParaRPr b="0" i="0" sz="1950" u="none" cap="none" strike="noStrike">
              <a:solidFill>
                <a:srgbClr val="000000"/>
              </a:solidFill>
              <a:latin typeface="Arial"/>
              <a:ea typeface="Arial"/>
              <a:cs typeface="Arial"/>
              <a:sym typeface="Arial"/>
            </a:endParaRPr>
          </a:p>
        </p:txBody>
      </p:sp>
      <p:sp>
        <p:nvSpPr>
          <p:cNvPr id="469" name="Google Shape;469;p7"/>
          <p:cNvSpPr/>
          <p:nvPr/>
        </p:nvSpPr>
        <p:spPr>
          <a:xfrm>
            <a:off x="7738586" y="6485334"/>
            <a:ext cx="6103501" cy="72080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Cómo sincronizar el flujo de datos entre procesos que producen y consumen información.</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pic>
        <p:nvPicPr>
          <p:cNvPr descr="preencoded.png" id="475" name="Google Shape;475;g36c7297b23b_0_0"/>
          <p:cNvPicPr preferRelativeResize="0"/>
          <p:nvPr/>
        </p:nvPicPr>
        <p:blipFill rotWithShape="1">
          <a:blip r:embed="rId3">
            <a:alphaModFix/>
          </a:blip>
          <a:srcRect b="0" l="0" r="0" t="0"/>
          <a:stretch/>
        </p:blipFill>
        <p:spPr>
          <a:xfrm>
            <a:off x="9144000" y="-1962"/>
            <a:ext cx="5486400" cy="8233528"/>
          </a:xfrm>
          <a:prstGeom prst="rect">
            <a:avLst/>
          </a:prstGeom>
          <a:noFill/>
          <a:ln>
            <a:noFill/>
          </a:ln>
        </p:spPr>
      </p:pic>
      <p:sp>
        <p:nvSpPr>
          <p:cNvPr id="476" name="Google Shape;476;g36c7297b23b_0_0"/>
          <p:cNvSpPr/>
          <p:nvPr/>
        </p:nvSpPr>
        <p:spPr>
          <a:xfrm>
            <a:off x="867313" y="619363"/>
            <a:ext cx="7567500" cy="12513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F0FCFF"/>
              </a:buClr>
              <a:buSzPts val="3900"/>
              <a:buFont typeface="Spline Sans"/>
              <a:buNone/>
            </a:pPr>
            <a:r>
              <a:rPr b="1" i="0" lang="en-US" sz="3900" u="none" cap="none" strike="noStrike">
                <a:solidFill>
                  <a:srgbClr val="F0FCFF"/>
                </a:solidFill>
                <a:latin typeface="Spline Sans"/>
                <a:ea typeface="Spline Sans"/>
                <a:cs typeface="Spline Sans"/>
                <a:sym typeface="Spline Sans"/>
              </a:rPr>
              <a:t>Problemas clásicos de concurrencia</a:t>
            </a:r>
            <a:endParaRPr b="0" i="0" sz="3900" u="none" cap="none" strike="noStrike">
              <a:solidFill>
                <a:srgbClr val="000000"/>
              </a:solidFill>
              <a:latin typeface="Arial"/>
              <a:ea typeface="Arial"/>
              <a:cs typeface="Arial"/>
              <a:sym typeface="Arial"/>
            </a:endParaRPr>
          </a:p>
        </p:txBody>
      </p:sp>
      <p:pic>
        <p:nvPicPr>
          <p:cNvPr descr="preencoded.png" id="477" name="Google Shape;477;g36c7297b23b_0_0"/>
          <p:cNvPicPr preferRelativeResize="0"/>
          <p:nvPr/>
        </p:nvPicPr>
        <p:blipFill rotWithShape="1">
          <a:blip r:embed="rId4">
            <a:alphaModFix/>
          </a:blip>
          <a:srcRect b="0" l="0" r="0" t="0"/>
          <a:stretch/>
        </p:blipFill>
        <p:spPr>
          <a:xfrm>
            <a:off x="867313" y="2208490"/>
            <a:ext cx="1126093" cy="1801892"/>
          </a:xfrm>
          <a:prstGeom prst="rect">
            <a:avLst/>
          </a:prstGeom>
          <a:noFill/>
          <a:ln>
            <a:noFill/>
          </a:ln>
        </p:spPr>
      </p:pic>
      <p:sp>
        <p:nvSpPr>
          <p:cNvPr id="478" name="Google Shape;478;g36c7297b23b_0_0"/>
          <p:cNvSpPr/>
          <p:nvPr/>
        </p:nvSpPr>
        <p:spPr>
          <a:xfrm>
            <a:off x="2331166" y="2433650"/>
            <a:ext cx="5486400" cy="3129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Problema de los lectores-escritores</a:t>
            </a:r>
            <a:endParaRPr b="0" i="0" sz="1950" u="none" cap="none" strike="noStrike">
              <a:solidFill>
                <a:srgbClr val="000000"/>
              </a:solidFill>
              <a:latin typeface="Arial"/>
              <a:ea typeface="Arial"/>
              <a:cs typeface="Arial"/>
              <a:sym typeface="Arial"/>
            </a:endParaRPr>
          </a:p>
        </p:txBody>
      </p:sp>
      <p:sp>
        <p:nvSpPr>
          <p:cNvPr id="479" name="Google Shape;479;g36c7297b23b_0_0"/>
          <p:cNvSpPr/>
          <p:nvPr/>
        </p:nvSpPr>
        <p:spPr>
          <a:xfrm>
            <a:off x="2331175" y="2881549"/>
            <a:ext cx="6103500" cy="11289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Múltiples lectores y escritores acceden a una base de datos compartida. Los lectores pueden acceder simultáneamente, pero los escritores requieren acceso exclusivo.</a:t>
            </a:r>
            <a:endParaRPr b="0" i="0" sz="1750" u="none" cap="none" strike="noStrike">
              <a:solidFill>
                <a:srgbClr val="000000"/>
              </a:solidFill>
              <a:latin typeface="Arial"/>
              <a:ea typeface="Arial"/>
              <a:cs typeface="Arial"/>
              <a:sym typeface="Arial"/>
            </a:endParaRPr>
          </a:p>
        </p:txBody>
      </p:sp>
      <p:pic>
        <p:nvPicPr>
          <p:cNvPr descr="preencoded.png" id="480" name="Google Shape;480;g36c7297b23b_0_0"/>
          <p:cNvPicPr preferRelativeResize="0"/>
          <p:nvPr/>
        </p:nvPicPr>
        <p:blipFill rotWithShape="1">
          <a:blip r:embed="rId5">
            <a:alphaModFix/>
          </a:blip>
          <a:srcRect b="0" l="0" r="0" t="0"/>
          <a:stretch/>
        </p:blipFill>
        <p:spPr>
          <a:xfrm>
            <a:off x="867313" y="4010382"/>
            <a:ext cx="1126093" cy="1801892"/>
          </a:xfrm>
          <a:prstGeom prst="rect">
            <a:avLst/>
          </a:prstGeom>
          <a:noFill/>
          <a:ln>
            <a:noFill/>
          </a:ln>
        </p:spPr>
      </p:pic>
      <p:sp>
        <p:nvSpPr>
          <p:cNvPr id="481" name="Google Shape;481;g36c7297b23b_0_0"/>
          <p:cNvSpPr/>
          <p:nvPr/>
        </p:nvSpPr>
        <p:spPr>
          <a:xfrm>
            <a:off x="2331160" y="4235525"/>
            <a:ext cx="5984700" cy="3129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Problema del barbero dormilón</a:t>
            </a:r>
            <a:endParaRPr b="0" i="0" sz="1950" u="none" cap="none" strike="noStrike">
              <a:solidFill>
                <a:srgbClr val="000000"/>
              </a:solidFill>
              <a:latin typeface="Arial"/>
              <a:ea typeface="Arial"/>
              <a:cs typeface="Arial"/>
              <a:sym typeface="Arial"/>
            </a:endParaRPr>
          </a:p>
        </p:txBody>
      </p:sp>
      <p:sp>
        <p:nvSpPr>
          <p:cNvPr id="482" name="Google Shape;482;g36c7297b23b_0_0"/>
          <p:cNvSpPr/>
          <p:nvPr/>
        </p:nvSpPr>
        <p:spPr>
          <a:xfrm>
            <a:off x="2331186" y="4683443"/>
            <a:ext cx="6103500" cy="7209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Coordinar la comunicación barbero-cliente sin condiciones de carrera.</a:t>
            </a:r>
            <a:endParaRPr b="0" i="0" sz="1750" u="none" cap="none" strike="noStrike">
              <a:solidFill>
                <a:srgbClr val="000000"/>
              </a:solidFill>
              <a:latin typeface="Arial"/>
              <a:ea typeface="Arial"/>
              <a:cs typeface="Arial"/>
              <a:sym typeface="Arial"/>
            </a:endParaRPr>
          </a:p>
        </p:txBody>
      </p:sp>
      <p:pic>
        <p:nvPicPr>
          <p:cNvPr descr="preencoded.png" id="483" name="Google Shape;483;g36c7297b23b_0_0"/>
          <p:cNvPicPr preferRelativeResize="0"/>
          <p:nvPr/>
        </p:nvPicPr>
        <p:blipFill rotWithShape="1">
          <a:blip r:embed="rId6">
            <a:alphaModFix/>
          </a:blip>
          <a:srcRect b="0" l="0" r="0" t="0"/>
          <a:stretch/>
        </p:blipFill>
        <p:spPr>
          <a:xfrm>
            <a:off x="867313" y="5812274"/>
            <a:ext cx="1126093" cy="1801892"/>
          </a:xfrm>
          <a:prstGeom prst="rect">
            <a:avLst/>
          </a:prstGeom>
          <a:noFill/>
          <a:ln>
            <a:noFill/>
          </a:ln>
        </p:spPr>
      </p:pic>
      <p:sp>
        <p:nvSpPr>
          <p:cNvPr id="484" name="Google Shape;484;g36c7297b23b_0_0"/>
          <p:cNvSpPr/>
          <p:nvPr/>
        </p:nvSpPr>
        <p:spPr>
          <a:xfrm>
            <a:off x="2331162" y="6037425"/>
            <a:ext cx="6103500" cy="3129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Problema de sincronización por señales</a:t>
            </a:r>
            <a:endParaRPr b="0" i="0" sz="1950" u="none" cap="none" strike="noStrike">
              <a:solidFill>
                <a:srgbClr val="000000"/>
              </a:solidFill>
              <a:latin typeface="Arial"/>
              <a:ea typeface="Arial"/>
              <a:cs typeface="Arial"/>
              <a:sym typeface="Arial"/>
            </a:endParaRPr>
          </a:p>
        </p:txBody>
      </p:sp>
      <p:sp>
        <p:nvSpPr>
          <p:cNvPr id="485" name="Google Shape;485;g36c7297b23b_0_0"/>
          <p:cNvSpPr/>
          <p:nvPr/>
        </p:nvSpPr>
        <p:spPr>
          <a:xfrm>
            <a:off x="2331186" y="6485334"/>
            <a:ext cx="6103500" cy="7209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Un hilo debe cargar datos antes de que otro los procese.</a:t>
            </a:r>
            <a:endParaRPr b="0" i="0" sz="1750" u="none" cap="none" strike="noStrike">
              <a:solidFill>
                <a:srgbClr val="000000"/>
              </a:solidFill>
              <a:latin typeface="Arial"/>
              <a:ea typeface="Arial"/>
              <a:cs typeface="Arial"/>
              <a:sym typeface="Arial"/>
            </a:endParaRPr>
          </a:p>
        </p:txBody>
      </p:sp>
      <p:sp>
        <p:nvSpPr>
          <p:cNvPr id="486" name="Google Shape;486;g36c7297b23b_0_0"/>
          <p:cNvSpPr txBox="1"/>
          <p:nvPr/>
        </p:nvSpPr>
        <p:spPr>
          <a:xfrm>
            <a:off x="1239200" y="2805350"/>
            <a:ext cx="382800" cy="7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highlight>
                  <a:schemeClr val="dk1"/>
                </a:highlight>
                <a:latin typeface="Arial"/>
                <a:ea typeface="Arial"/>
                <a:cs typeface="Arial"/>
                <a:sym typeface="Arial"/>
              </a:rPr>
              <a:t>4</a:t>
            </a:r>
            <a:endParaRPr b="1" i="0" sz="3000" u="none" cap="none" strike="noStrike">
              <a:solidFill>
                <a:schemeClr val="lt1"/>
              </a:solidFill>
              <a:highlight>
                <a:schemeClr val="dk1"/>
              </a:highlight>
              <a:latin typeface="Arial"/>
              <a:ea typeface="Arial"/>
              <a:cs typeface="Arial"/>
              <a:sym typeface="Arial"/>
            </a:endParaRPr>
          </a:p>
        </p:txBody>
      </p:sp>
      <p:sp>
        <p:nvSpPr>
          <p:cNvPr id="487" name="Google Shape;487;g36c7297b23b_0_0"/>
          <p:cNvSpPr txBox="1"/>
          <p:nvPr/>
        </p:nvSpPr>
        <p:spPr>
          <a:xfrm>
            <a:off x="1239050" y="4550875"/>
            <a:ext cx="382800" cy="7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highlight>
                  <a:schemeClr val="dk1"/>
                </a:highlight>
                <a:latin typeface="Arial"/>
                <a:ea typeface="Arial"/>
                <a:cs typeface="Arial"/>
                <a:sym typeface="Arial"/>
              </a:rPr>
              <a:t>5</a:t>
            </a:r>
            <a:endParaRPr b="1" i="0" sz="3000" u="none" cap="none" strike="noStrike">
              <a:solidFill>
                <a:schemeClr val="lt1"/>
              </a:solidFill>
              <a:highlight>
                <a:schemeClr val="dk1"/>
              </a:highlight>
              <a:latin typeface="Arial"/>
              <a:ea typeface="Arial"/>
              <a:cs typeface="Arial"/>
              <a:sym typeface="Arial"/>
            </a:endParaRPr>
          </a:p>
        </p:txBody>
      </p:sp>
      <p:sp>
        <p:nvSpPr>
          <p:cNvPr id="488" name="Google Shape;488;g36c7297b23b_0_0"/>
          <p:cNvSpPr txBox="1"/>
          <p:nvPr/>
        </p:nvSpPr>
        <p:spPr>
          <a:xfrm>
            <a:off x="1239050" y="6352775"/>
            <a:ext cx="382800" cy="7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highlight>
                  <a:schemeClr val="dk1"/>
                </a:highlight>
                <a:latin typeface="Arial"/>
                <a:ea typeface="Arial"/>
                <a:cs typeface="Arial"/>
                <a:sym typeface="Arial"/>
              </a:rPr>
              <a:t>6</a:t>
            </a:r>
            <a:endParaRPr b="1" i="0" sz="3000" u="none" cap="none" strike="noStrike">
              <a:solidFill>
                <a:schemeClr val="lt1"/>
              </a:solidFill>
              <a:highlight>
                <a:schemeClr val="dk1"/>
              </a:highlight>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pic>
        <p:nvPicPr>
          <p:cNvPr descr="preencoded.png" id="494" name="Google Shape;494;p8"/>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495" name="Google Shape;495;p8"/>
          <p:cNvSpPr/>
          <p:nvPr/>
        </p:nvSpPr>
        <p:spPr>
          <a:xfrm>
            <a:off x="6350437" y="2065258"/>
            <a:ext cx="5486400"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i="0" lang="en-US" sz="4300" u="none" cap="none" strike="noStrike">
                <a:solidFill>
                  <a:srgbClr val="F0FCFF"/>
                </a:solidFill>
                <a:latin typeface="Spline Sans"/>
                <a:ea typeface="Spline Sans"/>
                <a:cs typeface="Spline Sans"/>
                <a:sym typeface="Spline Sans"/>
              </a:rPr>
              <a:t>Conclusión</a:t>
            </a:r>
            <a:endParaRPr b="0" i="0" sz="4300" u="none" cap="none" strike="noStrike">
              <a:solidFill>
                <a:srgbClr val="000000"/>
              </a:solidFill>
              <a:latin typeface="Arial"/>
              <a:ea typeface="Arial"/>
              <a:cs typeface="Arial"/>
              <a:sym typeface="Arial"/>
            </a:endParaRPr>
          </a:p>
        </p:txBody>
      </p:sp>
      <p:sp>
        <p:nvSpPr>
          <p:cNvPr id="496" name="Google Shape;496;p8"/>
          <p:cNvSpPr/>
          <p:nvPr/>
        </p:nvSpPr>
        <p:spPr>
          <a:xfrm>
            <a:off x="6350437" y="3121343"/>
            <a:ext cx="7415927" cy="158019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La programación concurrente es fundamental en el desarrollo de sistemas modernos, pero también conlleva desafíos de sincronización y coordinación que deben ser abordados cuidadosamente.</a:t>
            </a:r>
            <a:endParaRPr b="0" i="0" sz="1900" u="none" cap="none" strike="noStrike">
              <a:solidFill>
                <a:srgbClr val="000000"/>
              </a:solidFill>
              <a:latin typeface="Arial"/>
              <a:ea typeface="Arial"/>
              <a:cs typeface="Arial"/>
              <a:sym typeface="Arial"/>
            </a:endParaRPr>
          </a:p>
        </p:txBody>
      </p:sp>
      <p:sp>
        <p:nvSpPr>
          <p:cNvPr id="497" name="Google Shape;497;p8"/>
          <p:cNvSpPr/>
          <p:nvPr/>
        </p:nvSpPr>
        <p:spPr>
          <a:xfrm>
            <a:off x="6350437" y="4979194"/>
            <a:ext cx="7415927" cy="118514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Comprender los conceptos clave, como hilos, procesos, planificación y sincronización, es esencial para diseñar e implementar aplicaciones concurrentes eficientes y robustas.</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360973c0f73_0_1008"/>
          <p:cNvSpPr txBox="1"/>
          <p:nvPr>
            <p:ph type="title"/>
          </p:nvPr>
        </p:nvSpPr>
        <p:spPr>
          <a:xfrm>
            <a:off x="2076000" y="454920"/>
            <a:ext cx="11973600" cy="948600"/>
          </a:xfrm>
          <a:prstGeom prst="rect">
            <a:avLst/>
          </a:prstGeom>
          <a:noFill/>
          <a:ln>
            <a:noFill/>
          </a:ln>
        </p:spPr>
        <p:txBody>
          <a:bodyPr anchorCtr="0" anchor="t" bIns="146275" lIns="146275" spcFirstLastPara="1" rIns="146275" wrap="square" tIns="146275">
            <a:normAutofit fontScale="90000"/>
          </a:bodyPr>
          <a:lstStyle/>
          <a:p>
            <a:pPr indent="0" lvl="0" marL="0" rtl="0" algn="l">
              <a:lnSpc>
                <a:spcPct val="100000"/>
              </a:lnSpc>
              <a:spcBef>
                <a:spcPts val="0"/>
              </a:spcBef>
              <a:spcAft>
                <a:spcPts val="0"/>
              </a:spcAft>
              <a:buSzPct val="111111"/>
              <a:buNone/>
            </a:pPr>
            <a:r>
              <a:rPr lang="en-US"/>
              <a:t>Valores y Actitudes Desarrolladas al Aprender Gestión de procesos y concurrencia</a:t>
            </a:r>
            <a:endParaRPr/>
          </a:p>
        </p:txBody>
      </p:sp>
      <p:sp>
        <p:nvSpPr>
          <p:cNvPr id="503" name="Google Shape;503;g360973c0f73_0_1008"/>
          <p:cNvSpPr txBox="1"/>
          <p:nvPr/>
        </p:nvSpPr>
        <p:spPr>
          <a:xfrm>
            <a:off x="2066500" y="1617550"/>
            <a:ext cx="12294600" cy="664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2700"/>
              <a:buFont typeface="Arial"/>
              <a:buNone/>
            </a:pPr>
            <a:r>
              <a:rPr b="1" i="0" lang="en-US" sz="2700" u="none" cap="none" strike="noStrike">
                <a:solidFill>
                  <a:schemeClr val="lt1"/>
                </a:solidFill>
                <a:latin typeface="Arial"/>
                <a:ea typeface="Arial"/>
                <a:cs typeface="Arial"/>
                <a:sym typeface="Arial"/>
              </a:rPr>
              <a:t>Valores y Actitudes</a:t>
            </a:r>
            <a:endParaRPr b="1" i="0" sz="2700" u="none" cap="none" strike="noStrike">
              <a:solidFill>
                <a:schemeClr val="lt1"/>
              </a:solidFill>
              <a:latin typeface="Arial"/>
              <a:ea typeface="Arial"/>
              <a:cs typeface="Arial"/>
              <a:sym typeface="Arial"/>
            </a:endParaRPr>
          </a:p>
          <a:p>
            <a:pPr indent="-361950" lvl="0" marL="457200" marR="0" rtl="0" algn="l">
              <a:lnSpc>
                <a:spcPct val="115000"/>
              </a:lnSpc>
              <a:spcBef>
                <a:spcPts val="1200"/>
              </a:spcBef>
              <a:spcAft>
                <a:spcPts val="0"/>
              </a:spcAft>
              <a:buClr>
                <a:schemeClr val="lt1"/>
              </a:buClr>
              <a:buSzPts val="2100"/>
              <a:buFont typeface="Arial"/>
              <a:buAutoNum type="arabicPeriod"/>
            </a:pPr>
            <a:r>
              <a:rPr b="1" i="0" lang="en-US" sz="2100" u="none" cap="none" strike="noStrike">
                <a:solidFill>
                  <a:schemeClr val="lt1"/>
                </a:solidFill>
                <a:latin typeface="Arial"/>
                <a:ea typeface="Arial"/>
                <a:cs typeface="Arial"/>
                <a:sym typeface="Arial"/>
              </a:rPr>
              <a:t>Creación y Terminación de Procesos</a:t>
            </a:r>
            <a:br>
              <a:rPr b="1" i="0" lang="en-US" sz="2100" u="none" cap="none" strike="noStrike">
                <a:solidFill>
                  <a:schemeClr val="lt1"/>
                </a:solidFill>
                <a:latin typeface="Arial"/>
                <a:ea typeface="Arial"/>
                <a:cs typeface="Arial"/>
                <a:sym typeface="Arial"/>
              </a:rPr>
            </a:br>
            <a:endParaRPr b="1" i="0" sz="2100" u="none" cap="none" strike="noStrike">
              <a:solidFill>
                <a:schemeClr val="lt1"/>
              </a:solidFill>
              <a:latin typeface="Arial"/>
              <a:ea typeface="Arial"/>
              <a:cs typeface="Arial"/>
              <a:sym typeface="Arial"/>
            </a:endParaRPr>
          </a:p>
          <a:p>
            <a:pPr indent="-361950" lvl="1" marL="914400" marR="0" rtl="0" algn="l">
              <a:lnSpc>
                <a:spcPct val="115000"/>
              </a:lnSpc>
              <a:spcBef>
                <a:spcPts val="0"/>
              </a:spcBef>
              <a:spcAft>
                <a:spcPts val="0"/>
              </a:spcAft>
              <a:buClr>
                <a:schemeClr val="lt1"/>
              </a:buClr>
              <a:buSzPts val="2100"/>
              <a:buFont typeface="Arial"/>
              <a:buChar char="○"/>
            </a:pPr>
            <a:r>
              <a:rPr b="1" i="0" lang="en-US" sz="2100" u="none" cap="none" strike="noStrike">
                <a:solidFill>
                  <a:schemeClr val="lt1"/>
                </a:solidFill>
                <a:latin typeface="Arial"/>
                <a:ea typeface="Arial"/>
                <a:cs typeface="Arial"/>
                <a:sym typeface="Arial"/>
              </a:rPr>
              <a:t>Responsabilidad:</a:t>
            </a:r>
            <a:r>
              <a:rPr b="0" i="0" lang="en-US" sz="2100" u="none" cap="none" strike="noStrike">
                <a:solidFill>
                  <a:schemeClr val="lt1"/>
                </a:solidFill>
                <a:latin typeface="Arial"/>
                <a:ea typeface="Arial"/>
                <a:cs typeface="Arial"/>
                <a:sym typeface="Arial"/>
              </a:rPr>
              <a:t> Asumir el impacto de las acciones en los recursos del sistema.</a:t>
            </a:r>
            <a:endParaRPr b="0" i="0" sz="2100" u="none" cap="none" strike="noStrike">
              <a:solidFill>
                <a:schemeClr val="lt1"/>
              </a:solidFill>
              <a:latin typeface="Arial"/>
              <a:ea typeface="Arial"/>
              <a:cs typeface="Arial"/>
              <a:sym typeface="Arial"/>
            </a:endParaRPr>
          </a:p>
          <a:p>
            <a:pPr indent="-361950" lvl="1" marL="914400" marR="0" rtl="0" algn="l">
              <a:lnSpc>
                <a:spcPct val="115000"/>
              </a:lnSpc>
              <a:spcBef>
                <a:spcPts val="0"/>
              </a:spcBef>
              <a:spcAft>
                <a:spcPts val="0"/>
              </a:spcAft>
              <a:buClr>
                <a:schemeClr val="lt1"/>
              </a:buClr>
              <a:buSzPts val="2100"/>
              <a:buFont typeface="Arial"/>
              <a:buChar char="○"/>
            </a:pPr>
            <a:r>
              <a:rPr b="1" i="0" lang="en-US" sz="2100" u="none" cap="none" strike="noStrike">
                <a:solidFill>
                  <a:schemeClr val="lt1"/>
                </a:solidFill>
                <a:latin typeface="Arial"/>
                <a:ea typeface="Arial"/>
                <a:cs typeface="Arial"/>
                <a:sym typeface="Arial"/>
              </a:rPr>
              <a:t>Cautela y Seguridad:</a:t>
            </a:r>
            <a:r>
              <a:rPr b="0" i="0" lang="en-US" sz="2100" u="none" cap="none" strike="noStrike">
                <a:solidFill>
                  <a:schemeClr val="lt1"/>
                </a:solidFill>
                <a:latin typeface="Arial"/>
                <a:ea typeface="Arial"/>
                <a:cs typeface="Arial"/>
                <a:sym typeface="Arial"/>
              </a:rPr>
              <a:t> Actuar con precaución para evitar inestabilidad o vulnerabilidades.</a:t>
            </a:r>
            <a:endParaRPr b="0" i="0" sz="2100" u="none" cap="none" strike="noStrike">
              <a:solidFill>
                <a:schemeClr val="lt1"/>
              </a:solidFill>
              <a:latin typeface="Arial"/>
              <a:ea typeface="Arial"/>
              <a:cs typeface="Arial"/>
              <a:sym typeface="Arial"/>
            </a:endParaRPr>
          </a:p>
          <a:p>
            <a:pPr indent="-361950" lvl="1" marL="914400" marR="0" rtl="0" algn="l">
              <a:lnSpc>
                <a:spcPct val="115000"/>
              </a:lnSpc>
              <a:spcBef>
                <a:spcPts val="0"/>
              </a:spcBef>
              <a:spcAft>
                <a:spcPts val="0"/>
              </a:spcAft>
              <a:buClr>
                <a:schemeClr val="lt1"/>
              </a:buClr>
              <a:buSzPts val="2100"/>
              <a:buFont typeface="Arial"/>
              <a:buChar char="○"/>
            </a:pPr>
            <a:r>
              <a:rPr b="1" i="0" lang="en-US" sz="2100" u="none" cap="none" strike="noStrike">
                <a:solidFill>
                  <a:schemeClr val="lt1"/>
                </a:solidFill>
                <a:latin typeface="Arial"/>
                <a:ea typeface="Arial"/>
                <a:cs typeface="Arial"/>
                <a:sym typeface="Arial"/>
              </a:rPr>
              <a:t>Precisión:</a:t>
            </a:r>
            <a:r>
              <a:rPr b="0" i="0" lang="en-US" sz="2100" u="none" cap="none" strike="noStrike">
                <a:solidFill>
                  <a:schemeClr val="lt1"/>
                </a:solidFill>
                <a:latin typeface="Arial"/>
                <a:ea typeface="Arial"/>
                <a:cs typeface="Arial"/>
                <a:sym typeface="Arial"/>
              </a:rPr>
              <a:t> Ejecutar tareas de forma exacta para asegurar el correcto funcionamiento del sistema.</a:t>
            </a:r>
            <a:endParaRPr b="0" i="0" sz="2100" u="none" cap="none" strike="noStrike">
              <a:solidFill>
                <a:schemeClr val="lt1"/>
              </a:solidFill>
              <a:latin typeface="Arial"/>
              <a:ea typeface="Arial"/>
              <a:cs typeface="Arial"/>
              <a:sym typeface="Arial"/>
            </a:endParaRPr>
          </a:p>
          <a:p>
            <a:pPr indent="-361950" lvl="1" marL="914400" marR="0" rtl="0" algn="l">
              <a:lnSpc>
                <a:spcPct val="115000"/>
              </a:lnSpc>
              <a:spcBef>
                <a:spcPts val="0"/>
              </a:spcBef>
              <a:spcAft>
                <a:spcPts val="0"/>
              </a:spcAft>
              <a:buClr>
                <a:schemeClr val="lt1"/>
              </a:buClr>
              <a:buSzPts val="2100"/>
              <a:buFont typeface="Arial"/>
              <a:buChar char="○"/>
            </a:pPr>
            <a:r>
              <a:rPr b="1" i="0" lang="en-US" sz="2100" u="none" cap="none" strike="noStrike">
                <a:solidFill>
                  <a:schemeClr val="lt1"/>
                </a:solidFill>
                <a:latin typeface="Arial"/>
                <a:ea typeface="Arial"/>
                <a:cs typeface="Arial"/>
                <a:sym typeface="Arial"/>
              </a:rPr>
              <a:t>Orden:</a:t>
            </a:r>
            <a:r>
              <a:rPr b="0" i="0" lang="en-US" sz="2100" u="none" cap="none" strike="noStrike">
                <a:solidFill>
                  <a:schemeClr val="lt1"/>
                </a:solidFill>
                <a:latin typeface="Arial"/>
                <a:ea typeface="Arial"/>
                <a:cs typeface="Arial"/>
                <a:sym typeface="Arial"/>
              </a:rPr>
              <a:t> Mantener un seguimiento claro y una gestión organizada de los procesos.</a:t>
            </a:r>
            <a:endParaRPr b="0" i="0" sz="2100" u="none" cap="none" strike="noStrike">
              <a:solidFill>
                <a:schemeClr val="lt1"/>
              </a:solidFill>
              <a:latin typeface="Arial"/>
              <a:ea typeface="Arial"/>
              <a:cs typeface="Arial"/>
              <a:sym typeface="Arial"/>
            </a:endParaRPr>
          </a:p>
          <a:p>
            <a:pPr indent="-361950" lvl="0" marL="457200" marR="0" rtl="0" algn="l">
              <a:lnSpc>
                <a:spcPct val="115000"/>
              </a:lnSpc>
              <a:spcBef>
                <a:spcPts val="0"/>
              </a:spcBef>
              <a:spcAft>
                <a:spcPts val="0"/>
              </a:spcAft>
              <a:buClr>
                <a:schemeClr val="lt1"/>
              </a:buClr>
              <a:buSzPts val="2100"/>
              <a:buFont typeface="Arial"/>
              <a:buAutoNum type="arabicPeriod"/>
            </a:pPr>
            <a:r>
              <a:rPr b="1" i="0" lang="en-US" sz="2100" u="none" cap="none" strike="noStrike">
                <a:solidFill>
                  <a:schemeClr val="lt1"/>
                </a:solidFill>
                <a:latin typeface="Arial"/>
                <a:ea typeface="Arial"/>
                <a:cs typeface="Arial"/>
                <a:sym typeface="Arial"/>
              </a:rPr>
              <a:t>Comandos para Gestión de Procesos en Linux</a:t>
            </a:r>
            <a:br>
              <a:rPr b="1" i="0" lang="en-US" sz="2100" u="none" cap="none" strike="noStrike">
                <a:solidFill>
                  <a:schemeClr val="lt1"/>
                </a:solidFill>
                <a:latin typeface="Arial"/>
                <a:ea typeface="Arial"/>
                <a:cs typeface="Arial"/>
                <a:sym typeface="Arial"/>
              </a:rPr>
            </a:br>
            <a:endParaRPr b="1" i="0" sz="2600" u="none" cap="none" strike="noStrike">
              <a:solidFill>
                <a:schemeClr val="lt1"/>
              </a:solidFill>
              <a:latin typeface="Arial"/>
              <a:ea typeface="Arial"/>
              <a:cs typeface="Arial"/>
              <a:sym typeface="Arial"/>
            </a:endParaRPr>
          </a:p>
          <a:p>
            <a:pPr indent="-361950" lvl="1" marL="914400" marR="0" rtl="0" algn="l">
              <a:lnSpc>
                <a:spcPct val="115000"/>
              </a:lnSpc>
              <a:spcBef>
                <a:spcPts val="0"/>
              </a:spcBef>
              <a:spcAft>
                <a:spcPts val="0"/>
              </a:spcAft>
              <a:buClr>
                <a:schemeClr val="lt1"/>
              </a:buClr>
              <a:buSzPts val="2100"/>
              <a:buFont typeface="Arial"/>
              <a:buChar char="○"/>
            </a:pPr>
            <a:r>
              <a:rPr b="1" i="0" lang="en-US" sz="2100" u="none" cap="none" strike="noStrike">
                <a:solidFill>
                  <a:schemeClr val="lt1"/>
                </a:solidFill>
                <a:latin typeface="Arial"/>
                <a:ea typeface="Arial"/>
                <a:cs typeface="Arial"/>
                <a:sym typeface="Arial"/>
              </a:rPr>
              <a:t>Habilidad y Pragmatismo:</a:t>
            </a:r>
            <a:r>
              <a:rPr b="0" i="0" lang="en-US" sz="2100" u="none" cap="none" strike="noStrike">
                <a:solidFill>
                  <a:schemeClr val="lt1"/>
                </a:solidFill>
                <a:latin typeface="Arial"/>
                <a:ea typeface="Arial"/>
                <a:cs typeface="Arial"/>
                <a:sym typeface="Arial"/>
              </a:rPr>
              <a:t> Desarrollar la capacidad práctica para resolver problemas.</a:t>
            </a:r>
            <a:endParaRPr b="0" i="0" sz="2100" u="none" cap="none" strike="noStrike">
              <a:solidFill>
                <a:schemeClr val="lt1"/>
              </a:solidFill>
              <a:latin typeface="Arial"/>
              <a:ea typeface="Arial"/>
              <a:cs typeface="Arial"/>
              <a:sym typeface="Arial"/>
            </a:endParaRPr>
          </a:p>
          <a:p>
            <a:pPr indent="-361950" lvl="1" marL="914400" marR="0" rtl="0" algn="l">
              <a:lnSpc>
                <a:spcPct val="115000"/>
              </a:lnSpc>
              <a:spcBef>
                <a:spcPts val="0"/>
              </a:spcBef>
              <a:spcAft>
                <a:spcPts val="0"/>
              </a:spcAft>
              <a:buClr>
                <a:schemeClr val="lt1"/>
              </a:buClr>
              <a:buSzPts val="2100"/>
              <a:buFont typeface="Arial"/>
              <a:buChar char="○"/>
            </a:pPr>
            <a:r>
              <a:rPr b="1" i="0" lang="en-US" sz="2100" u="none" cap="none" strike="noStrike">
                <a:solidFill>
                  <a:schemeClr val="lt1"/>
                </a:solidFill>
                <a:latin typeface="Arial"/>
                <a:ea typeface="Arial"/>
                <a:cs typeface="Arial"/>
                <a:sym typeface="Arial"/>
              </a:rPr>
              <a:t>Competencia Práctica:</a:t>
            </a:r>
            <a:r>
              <a:rPr b="0" i="0" lang="en-US" sz="2100" u="none" cap="none" strike="noStrike">
                <a:solidFill>
                  <a:schemeClr val="lt1"/>
                </a:solidFill>
                <a:latin typeface="Arial"/>
                <a:ea typeface="Arial"/>
                <a:cs typeface="Arial"/>
                <a:sym typeface="Arial"/>
              </a:rPr>
              <a:t> Buscar la eficacia en la aplicación del conocimiento.</a:t>
            </a:r>
            <a:endParaRPr b="0" i="0" sz="2100" u="none" cap="none" strike="noStrike">
              <a:solidFill>
                <a:schemeClr val="lt1"/>
              </a:solidFill>
              <a:latin typeface="Arial"/>
              <a:ea typeface="Arial"/>
              <a:cs typeface="Arial"/>
              <a:sym typeface="Arial"/>
            </a:endParaRPr>
          </a:p>
          <a:p>
            <a:pPr indent="-361950" lvl="1" marL="914400" marR="0" rtl="0" algn="l">
              <a:lnSpc>
                <a:spcPct val="115000"/>
              </a:lnSpc>
              <a:spcBef>
                <a:spcPts val="0"/>
              </a:spcBef>
              <a:spcAft>
                <a:spcPts val="0"/>
              </a:spcAft>
              <a:buClr>
                <a:schemeClr val="lt1"/>
              </a:buClr>
              <a:buSzPts val="2100"/>
              <a:buFont typeface="Arial"/>
              <a:buChar char="○"/>
            </a:pPr>
            <a:r>
              <a:rPr b="1" i="0" lang="en-US" sz="2100" u="none" cap="none" strike="noStrike">
                <a:solidFill>
                  <a:schemeClr val="lt1"/>
                </a:solidFill>
                <a:latin typeface="Arial"/>
                <a:ea typeface="Arial"/>
                <a:cs typeface="Arial"/>
                <a:sym typeface="Arial"/>
              </a:rPr>
              <a:t>Curiosidad y Exploración:</a:t>
            </a:r>
            <a:r>
              <a:rPr b="0" i="0" lang="en-US" sz="2100" u="none" cap="none" strike="noStrike">
                <a:solidFill>
                  <a:schemeClr val="lt1"/>
                </a:solidFill>
                <a:latin typeface="Arial"/>
                <a:ea typeface="Arial"/>
                <a:cs typeface="Arial"/>
                <a:sym typeface="Arial"/>
              </a:rPr>
              <a:t> Ir más allá de lo básico para comprender a fondo.</a:t>
            </a:r>
            <a:endParaRPr b="0" i="0" sz="2100" u="none" cap="none" strike="noStrike">
              <a:solidFill>
                <a:schemeClr val="lt1"/>
              </a:solidFill>
              <a:latin typeface="Arial"/>
              <a:ea typeface="Arial"/>
              <a:cs typeface="Arial"/>
              <a:sym typeface="Arial"/>
            </a:endParaRPr>
          </a:p>
          <a:p>
            <a:pPr indent="-361950" lvl="1" marL="914400" marR="0" rtl="0" algn="l">
              <a:lnSpc>
                <a:spcPct val="115000"/>
              </a:lnSpc>
              <a:spcBef>
                <a:spcPts val="0"/>
              </a:spcBef>
              <a:spcAft>
                <a:spcPts val="0"/>
              </a:spcAft>
              <a:buClr>
                <a:schemeClr val="lt1"/>
              </a:buClr>
              <a:buSzPts val="2100"/>
              <a:buFont typeface="Arial"/>
              <a:buChar char="○"/>
            </a:pPr>
            <a:r>
              <a:rPr b="1" i="0" lang="en-US" sz="2100" u="none" cap="none" strike="noStrike">
                <a:solidFill>
                  <a:schemeClr val="lt1"/>
                </a:solidFill>
                <a:latin typeface="Arial"/>
                <a:ea typeface="Arial"/>
                <a:cs typeface="Arial"/>
                <a:sym typeface="Arial"/>
              </a:rPr>
              <a:t>Confianza:</a:t>
            </a:r>
            <a:r>
              <a:rPr b="0" i="0" lang="en-US" sz="2100" u="none" cap="none" strike="noStrike">
                <a:solidFill>
                  <a:schemeClr val="lt1"/>
                </a:solidFill>
                <a:latin typeface="Arial"/>
                <a:ea typeface="Arial"/>
                <a:cs typeface="Arial"/>
                <a:sym typeface="Arial"/>
              </a:rPr>
              <a:t> Sentirse seguro al administrar y depurar sistemas.</a:t>
            </a:r>
            <a:endParaRPr b="0" i="0" sz="2100" u="none" cap="none" strike="noStrike">
              <a:solidFill>
                <a:schemeClr val="lt1"/>
              </a:solidFill>
              <a:latin typeface="Arial"/>
              <a:ea typeface="Arial"/>
              <a:cs typeface="Arial"/>
              <a:sym typeface="Arial"/>
            </a:endParaRPr>
          </a:p>
          <a:p>
            <a:pPr indent="-361950" lvl="0" marL="457200" marR="0" rtl="0" algn="l">
              <a:lnSpc>
                <a:spcPct val="115000"/>
              </a:lnSpc>
              <a:spcBef>
                <a:spcPts val="0"/>
              </a:spcBef>
              <a:spcAft>
                <a:spcPts val="0"/>
              </a:spcAft>
              <a:buClr>
                <a:schemeClr val="lt1"/>
              </a:buClr>
              <a:buSzPts val="2100"/>
              <a:buFont typeface="Arial"/>
              <a:buAutoNum type="arabicPeriod"/>
            </a:pPr>
            <a:r>
              <a:t/>
            </a:r>
            <a:endParaRPr b="0" i="0" sz="2100" u="none" cap="none" strike="noStrike">
              <a:solidFill>
                <a:schemeClr val="lt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500"/>
              <a:buFont typeface="Arial"/>
              <a:buNone/>
            </a:pPr>
            <a:r>
              <a:t/>
            </a:r>
            <a:endParaRPr b="1" i="0" sz="2500" u="none" cap="none" strike="noStrike">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37970cbc09a_0_53"/>
          <p:cNvSpPr txBox="1"/>
          <p:nvPr>
            <p:ph idx="1" type="body"/>
          </p:nvPr>
        </p:nvSpPr>
        <p:spPr>
          <a:xfrm>
            <a:off x="1774400" y="612247"/>
            <a:ext cx="12142800" cy="7401900"/>
          </a:xfrm>
          <a:prstGeom prst="rect">
            <a:avLst/>
          </a:prstGeom>
          <a:noFill/>
          <a:ln>
            <a:noFill/>
          </a:ln>
        </p:spPr>
        <p:txBody>
          <a:bodyPr anchorCtr="0" anchor="t" bIns="146275" lIns="146275" spcFirstLastPara="1" rIns="146275" wrap="square" tIns="146275">
            <a:noAutofit/>
          </a:bodyPr>
          <a:lstStyle/>
          <a:p>
            <a:pPr indent="-355600" lvl="0" marL="457200" rtl="0" algn="l">
              <a:lnSpc>
                <a:spcPct val="115000"/>
              </a:lnSpc>
              <a:spcBef>
                <a:spcPts val="1200"/>
              </a:spcBef>
              <a:spcAft>
                <a:spcPts val="0"/>
              </a:spcAft>
              <a:buClr>
                <a:schemeClr val="lt1"/>
              </a:buClr>
              <a:buSzPts val="2000"/>
              <a:buFont typeface="Arial"/>
              <a:buAutoNum type="arabicPeriod"/>
            </a:pPr>
            <a:r>
              <a:rPr b="1" lang="en-US" sz="2000">
                <a:latin typeface="Arial"/>
                <a:ea typeface="Arial"/>
                <a:cs typeface="Arial"/>
                <a:sym typeface="Arial"/>
              </a:rPr>
              <a:t>Señales en Linux</a:t>
            </a:r>
            <a:br>
              <a:rPr b="1" lang="en-US" sz="2000">
                <a:latin typeface="Arial"/>
                <a:ea typeface="Arial"/>
                <a:cs typeface="Arial"/>
                <a:sym typeface="Arial"/>
              </a:rPr>
            </a:br>
            <a:endParaRPr b="1"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Char char="○"/>
            </a:pPr>
            <a:r>
              <a:rPr b="1" lang="en-US" sz="2000">
                <a:latin typeface="Arial"/>
                <a:ea typeface="Arial"/>
                <a:cs typeface="Arial"/>
                <a:sym typeface="Arial"/>
              </a:rPr>
              <a:t>Robustez y Resiliencia:</a:t>
            </a:r>
            <a:r>
              <a:rPr lang="en-US" sz="2000">
                <a:latin typeface="Arial"/>
                <a:ea typeface="Arial"/>
                <a:cs typeface="Arial"/>
                <a:sym typeface="Arial"/>
              </a:rPr>
              <a:t> Diseñar sistemas que puedan recuperarse de eventos inesperados.</a:t>
            </a:r>
            <a:endParaRPr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Char char="○"/>
            </a:pPr>
            <a:r>
              <a:rPr b="1" lang="en-US" sz="2000">
                <a:latin typeface="Arial"/>
                <a:ea typeface="Arial"/>
                <a:cs typeface="Arial"/>
                <a:sym typeface="Arial"/>
              </a:rPr>
              <a:t>Adaptabilidad:</a:t>
            </a:r>
            <a:r>
              <a:rPr lang="en-US" sz="2000">
                <a:latin typeface="Arial"/>
                <a:ea typeface="Arial"/>
                <a:cs typeface="Arial"/>
                <a:sym typeface="Arial"/>
              </a:rPr>
              <a:t> Crear software que se ajuste a diferentes situaciones.</a:t>
            </a:r>
            <a:endParaRPr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Char char="○"/>
            </a:pPr>
            <a:r>
              <a:rPr b="1" lang="en-US" sz="2000">
                <a:latin typeface="Arial"/>
                <a:ea typeface="Arial"/>
                <a:cs typeface="Arial"/>
                <a:sym typeface="Arial"/>
              </a:rPr>
              <a:t>Meticulosidad:</a:t>
            </a:r>
            <a:r>
              <a:rPr lang="en-US" sz="2000">
                <a:latin typeface="Arial"/>
                <a:ea typeface="Arial"/>
                <a:cs typeface="Arial"/>
                <a:sym typeface="Arial"/>
              </a:rPr>
              <a:t> Prestar atención a los detalles para evitar errores.</a:t>
            </a:r>
            <a:endParaRPr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Char char="○"/>
            </a:pPr>
            <a:r>
              <a:rPr b="1" lang="en-US" sz="2000">
                <a:latin typeface="Arial"/>
                <a:ea typeface="Arial"/>
                <a:cs typeface="Arial"/>
                <a:sym typeface="Arial"/>
              </a:rPr>
              <a:t>Seguridad:</a:t>
            </a:r>
            <a:r>
              <a:rPr lang="en-US" sz="2000">
                <a:latin typeface="Arial"/>
                <a:ea typeface="Arial"/>
                <a:cs typeface="Arial"/>
                <a:sym typeface="Arial"/>
              </a:rPr>
              <a:t> Priorizar la protección del sistema frente a vulnerabilidades.</a:t>
            </a:r>
            <a:endParaRPr sz="2000">
              <a:latin typeface="Arial"/>
              <a:ea typeface="Arial"/>
              <a:cs typeface="Arial"/>
              <a:sym typeface="Arial"/>
            </a:endParaRPr>
          </a:p>
          <a:p>
            <a:pPr indent="-355600" lvl="0" marL="457200" rtl="0" algn="l">
              <a:lnSpc>
                <a:spcPct val="115000"/>
              </a:lnSpc>
              <a:spcBef>
                <a:spcPts val="0"/>
              </a:spcBef>
              <a:spcAft>
                <a:spcPts val="0"/>
              </a:spcAft>
              <a:buClr>
                <a:schemeClr val="lt1"/>
              </a:buClr>
              <a:buSzPts val="2000"/>
              <a:buFont typeface="Arial"/>
              <a:buAutoNum type="arabicPeriod"/>
            </a:pPr>
            <a:r>
              <a:rPr b="1" lang="en-US" sz="2000">
                <a:latin typeface="Arial"/>
                <a:ea typeface="Arial"/>
                <a:cs typeface="Arial"/>
                <a:sym typeface="Arial"/>
              </a:rPr>
              <a:t>Introducción a la Programación Concurrente</a:t>
            </a:r>
            <a:br>
              <a:rPr b="1" lang="en-US" sz="2000">
                <a:latin typeface="Arial"/>
                <a:ea typeface="Arial"/>
                <a:cs typeface="Arial"/>
                <a:sym typeface="Arial"/>
              </a:rPr>
            </a:br>
            <a:endParaRPr b="1"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Char char="○"/>
            </a:pPr>
            <a:r>
              <a:rPr b="1" lang="en-US" sz="2000">
                <a:latin typeface="Arial"/>
                <a:ea typeface="Arial"/>
                <a:cs typeface="Arial"/>
                <a:sym typeface="Arial"/>
              </a:rPr>
              <a:t>Pensamiento Sistémico:</a:t>
            </a:r>
            <a:r>
              <a:rPr lang="en-US" sz="2000">
                <a:latin typeface="Arial"/>
                <a:ea typeface="Arial"/>
                <a:cs typeface="Arial"/>
                <a:sym typeface="Arial"/>
              </a:rPr>
              <a:t> Ver el programa como un todo interconectado.</a:t>
            </a:r>
            <a:endParaRPr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Char char="○"/>
            </a:pPr>
            <a:r>
              <a:rPr b="1" lang="en-US" sz="2000">
                <a:latin typeface="Arial"/>
                <a:ea typeface="Arial"/>
                <a:cs typeface="Arial"/>
                <a:sym typeface="Arial"/>
              </a:rPr>
              <a:t>Visión Holística:</a:t>
            </a:r>
            <a:r>
              <a:rPr lang="en-US" sz="2000">
                <a:latin typeface="Arial"/>
                <a:ea typeface="Arial"/>
                <a:cs typeface="Arial"/>
                <a:sym typeface="Arial"/>
              </a:rPr>
              <a:t> Entender cómo las partes trabajan juntas.</a:t>
            </a:r>
            <a:endParaRPr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Char char="○"/>
            </a:pPr>
            <a:r>
              <a:rPr b="1" lang="en-US" sz="2000">
                <a:latin typeface="Arial"/>
                <a:ea typeface="Arial"/>
                <a:cs typeface="Arial"/>
                <a:sym typeface="Arial"/>
              </a:rPr>
              <a:t>Resolución Creativa de Problemas:</a:t>
            </a:r>
            <a:r>
              <a:rPr lang="en-US" sz="2000">
                <a:latin typeface="Arial"/>
                <a:ea typeface="Arial"/>
                <a:cs typeface="Arial"/>
                <a:sym typeface="Arial"/>
              </a:rPr>
              <a:t> Encontrar soluciones ingeniosas a desafíos complejos.</a:t>
            </a:r>
            <a:endParaRPr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Char char="○"/>
            </a:pPr>
            <a:r>
              <a:rPr b="1" lang="en-US" sz="2000">
                <a:latin typeface="Arial"/>
                <a:ea typeface="Arial"/>
                <a:cs typeface="Arial"/>
                <a:sym typeface="Arial"/>
              </a:rPr>
              <a:t>Paciencia y Persistencia:</a:t>
            </a:r>
            <a:r>
              <a:rPr lang="en-US" sz="2000">
                <a:latin typeface="Arial"/>
                <a:ea typeface="Arial"/>
                <a:cs typeface="Arial"/>
                <a:sym typeface="Arial"/>
              </a:rPr>
              <a:t> Mantener la calma y seguir adelante ante las dificultades.</a:t>
            </a:r>
            <a:endParaRPr sz="2000">
              <a:latin typeface="Arial"/>
              <a:ea typeface="Arial"/>
              <a:cs typeface="Arial"/>
              <a:sym typeface="Arial"/>
            </a:endParaRPr>
          </a:p>
          <a:p>
            <a:pPr indent="-355600" lvl="0" marL="457200" rtl="0" algn="l">
              <a:lnSpc>
                <a:spcPct val="115000"/>
              </a:lnSpc>
              <a:spcBef>
                <a:spcPts val="0"/>
              </a:spcBef>
              <a:spcAft>
                <a:spcPts val="0"/>
              </a:spcAft>
              <a:buClr>
                <a:schemeClr val="lt1"/>
              </a:buClr>
              <a:buSzPts val="2000"/>
              <a:buFont typeface="Arial"/>
              <a:buAutoNum type="arabicPeriod"/>
            </a:pPr>
            <a:r>
              <a:rPr b="1" lang="en-US" sz="2000">
                <a:latin typeface="Arial"/>
                <a:ea typeface="Arial"/>
                <a:cs typeface="Arial"/>
                <a:sym typeface="Arial"/>
              </a:rPr>
              <a:t>Concepto de Hilo (Thread) vs Go Rutina de Go</a:t>
            </a:r>
            <a:br>
              <a:rPr b="1" lang="en-US" sz="2000">
                <a:latin typeface="Arial"/>
                <a:ea typeface="Arial"/>
                <a:cs typeface="Arial"/>
                <a:sym typeface="Arial"/>
              </a:rPr>
            </a:br>
            <a:endParaRPr b="1"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Char char="○"/>
            </a:pPr>
            <a:r>
              <a:rPr b="1" lang="en-US" sz="2000">
                <a:latin typeface="Arial"/>
                <a:ea typeface="Arial"/>
                <a:cs typeface="Arial"/>
                <a:sym typeface="Arial"/>
              </a:rPr>
              <a:t>Juicio y Discernimiento:</a:t>
            </a:r>
            <a:r>
              <a:rPr lang="en-US" sz="2000">
                <a:latin typeface="Arial"/>
                <a:ea typeface="Arial"/>
                <a:cs typeface="Arial"/>
                <a:sym typeface="Arial"/>
              </a:rPr>
              <a:t> Evaluar y elegir la herramienta adecuada para cada situación.</a:t>
            </a:r>
            <a:endParaRPr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Char char="○"/>
            </a:pPr>
            <a:r>
              <a:rPr b="1" lang="en-US" sz="2000">
                <a:latin typeface="Arial"/>
                <a:ea typeface="Arial"/>
                <a:cs typeface="Arial"/>
                <a:sym typeface="Arial"/>
              </a:rPr>
              <a:t>Capacidad de Evaluación:</a:t>
            </a:r>
            <a:r>
              <a:rPr lang="en-US" sz="2000">
                <a:latin typeface="Arial"/>
                <a:ea typeface="Arial"/>
                <a:cs typeface="Arial"/>
                <a:sym typeface="Arial"/>
              </a:rPr>
              <a:t> Analizar las opciones de manera informada.</a:t>
            </a:r>
            <a:endParaRPr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Char char="○"/>
            </a:pPr>
            <a:r>
              <a:rPr b="1" lang="en-US" sz="2000">
                <a:latin typeface="Arial"/>
                <a:ea typeface="Arial"/>
                <a:cs typeface="Arial"/>
                <a:sym typeface="Arial"/>
              </a:rPr>
              <a:t>Optimización:</a:t>
            </a:r>
            <a:r>
              <a:rPr lang="en-US" sz="2000">
                <a:latin typeface="Arial"/>
                <a:ea typeface="Arial"/>
                <a:cs typeface="Arial"/>
                <a:sym typeface="Arial"/>
              </a:rPr>
              <a:t> Buscar la máxima eficiencia en el diseño.</a:t>
            </a:r>
            <a:endParaRPr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Char char="○"/>
            </a:pPr>
            <a:r>
              <a:rPr b="1" lang="en-US" sz="2000">
                <a:latin typeface="Arial"/>
                <a:ea typeface="Arial"/>
                <a:cs typeface="Arial"/>
                <a:sym typeface="Arial"/>
              </a:rPr>
              <a:t>Adaptabilidad:</a:t>
            </a:r>
            <a:r>
              <a:rPr lang="en-US" sz="2000">
                <a:latin typeface="Arial"/>
                <a:ea typeface="Arial"/>
                <a:cs typeface="Arial"/>
                <a:sym typeface="Arial"/>
              </a:rPr>
              <a:t> Estar abierto a nuevos paradigmas y enfoques.</a:t>
            </a:r>
            <a:endParaRPr sz="2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360973c0f73_0_1013"/>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Conclusiones </a:t>
            </a:r>
            <a:endParaRPr/>
          </a:p>
        </p:txBody>
      </p:sp>
      <p:sp>
        <p:nvSpPr>
          <p:cNvPr id="515" name="Google Shape;515;g360973c0f73_0_1013"/>
          <p:cNvSpPr txBox="1"/>
          <p:nvPr>
            <p:ph idx="1" type="body"/>
          </p:nvPr>
        </p:nvSpPr>
        <p:spPr>
          <a:xfrm>
            <a:off x="2076000" y="1649360"/>
            <a:ext cx="11262300" cy="5516700"/>
          </a:xfrm>
          <a:prstGeom prst="rect">
            <a:avLst/>
          </a:prstGeom>
          <a:noFill/>
          <a:ln>
            <a:noFill/>
          </a:ln>
        </p:spPr>
        <p:txBody>
          <a:bodyPr anchorCtr="0" anchor="t" bIns="146275" lIns="146275" spcFirstLastPara="1" rIns="146275" wrap="square" tIns="146275">
            <a:noAutofit/>
          </a:bodyPr>
          <a:lstStyle/>
          <a:p>
            <a:pPr indent="0" lvl="0" marL="0" rtl="0" algn="l">
              <a:lnSpc>
                <a:spcPct val="105000"/>
              </a:lnSpc>
              <a:spcBef>
                <a:spcPts val="1400"/>
              </a:spcBef>
              <a:spcAft>
                <a:spcPts val="0"/>
              </a:spcAft>
              <a:buSzPts val="770"/>
              <a:buNone/>
            </a:pPr>
            <a:r>
              <a:rPr b="1" lang="en-US" sz="2000">
                <a:latin typeface="Arial"/>
                <a:ea typeface="Arial"/>
                <a:cs typeface="Arial"/>
                <a:sym typeface="Arial"/>
              </a:rPr>
              <a:t>Creación y Terminación de Procesos</a:t>
            </a:r>
            <a:endParaRPr b="1" sz="2000">
              <a:latin typeface="Arial"/>
              <a:ea typeface="Arial"/>
              <a:cs typeface="Arial"/>
              <a:sym typeface="Arial"/>
            </a:endParaRPr>
          </a:p>
          <a:p>
            <a:pPr indent="0" lvl="0" marL="0" rtl="0" algn="l">
              <a:lnSpc>
                <a:spcPct val="105000"/>
              </a:lnSpc>
              <a:spcBef>
                <a:spcPts val="1200"/>
              </a:spcBef>
              <a:spcAft>
                <a:spcPts val="0"/>
              </a:spcAft>
              <a:buSzPts val="770"/>
              <a:buNone/>
            </a:pPr>
            <a:r>
              <a:rPr lang="en-US" sz="2000">
                <a:latin typeface="Arial"/>
                <a:ea typeface="Arial"/>
                <a:cs typeface="Arial"/>
                <a:sym typeface="Arial"/>
              </a:rPr>
              <a:t>La gestión adecuada de la creación y terminación de procesos es la </a:t>
            </a:r>
            <a:r>
              <a:rPr b="1" lang="en-US" sz="2000">
                <a:latin typeface="Arial"/>
                <a:ea typeface="Arial"/>
                <a:cs typeface="Arial"/>
                <a:sym typeface="Arial"/>
              </a:rPr>
              <a:t>base para un sistema operativo estable y eficiente</a:t>
            </a:r>
            <a:r>
              <a:rPr lang="en-US" sz="2000">
                <a:latin typeface="Arial"/>
                <a:ea typeface="Arial"/>
                <a:cs typeface="Arial"/>
                <a:sym typeface="Arial"/>
              </a:rPr>
              <a:t>. Requiere </a:t>
            </a:r>
            <a:r>
              <a:rPr b="1" lang="en-US" sz="2000">
                <a:latin typeface="Arial"/>
                <a:ea typeface="Arial"/>
                <a:cs typeface="Arial"/>
                <a:sym typeface="Arial"/>
              </a:rPr>
              <a:t>responsabilidad</a:t>
            </a:r>
            <a:r>
              <a:rPr lang="en-US" sz="2000">
                <a:latin typeface="Arial"/>
                <a:ea typeface="Arial"/>
                <a:cs typeface="Arial"/>
                <a:sym typeface="Arial"/>
              </a:rPr>
              <a:t>, </a:t>
            </a:r>
            <a:r>
              <a:rPr b="1" lang="en-US" sz="2000">
                <a:latin typeface="Arial"/>
                <a:ea typeface="Arial"/>
                <a:cs typeface="Arial"/>
                <a:sym typeface="Arial"/>
              </a:rPr>
              <a:t>cautela</a:t>
            </a:r>
            <a:r>
              <a:rPr lang="en-US" sz="2000">
                <a:latin typeface="Arial"/>
                <a:ea typeface="Arial"/>
                <a:cs typeface="Arial"/>
                <a:sym typeface="Arial"/>
              </a:rPr>
              <a:t> y una mentalidad orientada al </a:t>
            </a:r>
            <a:r>
              <a:rPr b="1" lang="en-US" sz="2000">
                <a:latin typeface="Arial"/>
                <a:ea typeface="Arial"/>
                <a:cs typeface="Arial"/>
                <a:sym typeface="Arial"/>
              </a:rPr>
              <a:t>orden</a:t>
            </a:r>
            <a:r>
              <a:rPr lang="en-US" sz="2000">
                <a:latin typeface="Arial"/>
                <a:ea typeface="Arial"/>
                <a:cs typeface="Arial"/>
                <a:sym typeface="Arial"/>
              </a:rPr>
              <a:t> para evitar el derroche de recursos y posibles fallos.</a:t>
            </a:r>
            <a:endParaRPr sz="2000">
              <a:latin typeface="Arial"/>
              <a:ea typeface="Arial"/>
              <a:cs typeface="Arial"/>
              <a:sym typeface="Arial"/>
            </a:endParaRPr>
          </a:p>
          <a:p>
            <a:pPr indent="0" lvl="0" marL="0" rtl="0" algn="l">
              <a:lnSpc>
                <a:spcPct val="105000"/>
              </a:lnSpc>
              <a:spcBef>
                <a:spcPts val="1400"/>
              </a:spcBef>
              <a:spcAft>
                <a:spcPts val="0"/>
              </a:spcAft>
              <a:buSzPts val="770"/>
              <a:buNone/>
            </a:pPr>
            <a:r>
              <a:rPr b="1" lang="en-US" sz="2000">
                <a:latin typeface="Arial"/>
                <a:ea typeface="Arial"/>
                <a:cs typeface="Arial"/>
                <a:sym typeface="Arial"/>
              </a:rPr>
              <a:t>Comandos para Gestión de Procesos en Linux</a:t>
            </a:r>
            <a:endParaRPr b="1" sz="2000">
              <a:latin typeface="Arial"/>
              <a:ea typeface="Arial"/>
              <a:cs typeface="Arial"/>
              <a:sym typeface="Arial"/>
            </a:endParaRPr>
          </a:p>
          <a:p>
            <a:pPr indent="0" lvl="0" marL="0" rtl="0" algn="l">
              <a:lnSpc>
                <a:spcPct val="105000"/>
              </a:lnSpc>
              <a:spcBef>
                <a:spcPts val="1200"/>
              </a:spcBef>
              <a:spcAft>
                <a:spcPts val="0"/>
              </a:spcAft>
              <a:buSzPts val="770"/>
              <a:buNone/>
            </a:pPr>
            <a:r>
              <a:rPr lang="en-US" sz="2000">
                <a:latin typeface="Arial"/>
                <a:ea typeface="Arial"/>
                <a:cs typeface="Arial"/>
                <a:sym typeface="Arial"/>
              </a:rPr>
              <a:t>El dominio de los comandos de gestión de procesos en Linux es una </a:t>
            </a:r>
            <a:r>
              <a:rPr b="1" lang="en-US" sz="2000">
                <a:latin typeface="Arial"/>
                <a:ea typeface="Arial"/>
                <a:cs typeface="Arial"/>
                <a:sym typeface="Arial"/>
              </a:rPr>
              <a:t>habilidad indispensable</a:t>
            </a:r>
            <a:r>
              <a:rPr lang="en-US" sz="2000">
                <a:latin typeface="Arial"/>
                <a:ea typeface="Arial"/>
                <a:cs typeface="Arial"/>
                <a:sym typeface="Arial"/>
              </a:rPr>
              <a:t> para cualquier administrador de sistemas o desarrollador. Facilita la depuración, el monitoreo y la optimización, exigiendo un enfoque </a:t>
            </a:r>
            <a:r>
              <a:rPr b="1" lang="en-US" sz="2000">
                <a:latin typeface="Arial"/>
                <a:ea typeface="Arial"/>
                <a:cs typeface="Arial"/>
                <a:sym typeface="Arial"/>
              </a:rPr>
              <a:t>práctico</a:t>
            </a:r>
            <a:r>
              <a:rPr lang="en-US" sz="2000">
                <a:latin typeface="Arial"/>
                <a:ea typeface="Arial"/>
                <a:cs typeface="Arial"/>
                <a:sym typeface="Arial"/>
              </a:rPr>
              <a:t>, </a:t>
            </a:r>
            <a:r>
              <a:rPr b="1" lang="en-US" sz="2000">
                <a:latin typeface="Arial"/>
                <a:ea typeface="Arial"/>
                <a:cs typeface="Arial"/>
                <a:sym typeface="Arial"/>
              </a:rPr>
              <a:t>curioso</a:t>
            </a:r>
            <a:r>
              <a:rPr lang="en-US" sz="2000">
                <a:latin typeface="Arial"/>
                <a:ea typeface="Arial"/>
                <a:cs typeface="Arial"/>
                <a:sym typeface="Arial"/>
              </a:rPr>
              <a:t> y </a:t>
            </a:r>
            <a:r>
              <a:rPr b="1" lang="en-US" sz="2000">
                <a:latin typeface="Arial"/>
                <a:ea typeface="Arial"/>
                <a:cs typeface="Arial"/>
                <a:sym typeface="Arial"/>
              </a:rPr>
              <a:t>metódico</a:t>
            </a:r>
            <a:r>
              <a:rPr lang="en-US" sz="2000">
                <a:latin typeface="Arial"/>
                <a:ea typeface="Arial"/>
                <a:cs typeface="Arial"/>
                <a:sym typeface="Arial"/>
              </a:rPr>
              <a:t>.</a:t>
            </a:r>
            <a:endParaRPr sz="2000">
              <a:latin typeface="Arial"/>
              <a:ea typeface="Arial"/>
              <a:cs typeface="Arial"/>
              <a:sym typeface="Arial"/>
            </a:endParaRPr>
          </a:p>
          <a:p>
            <a:pPr indent="0" lvl="0" marL="0" rtl="0" algn="l">
              <a:lnSpc>
                <a:spcPct val="105000"/>
              </a:lnSpc>
              <a:spcBef>
                <a:spcPts val="1400"/>
              </a:spcBef>
              <a:spcAft>
                <a:spcPts val="0"/>
              </a:spcAft>
              <a:buSzPts val="770"/>
              <a:buNone/>
            </a:pPr>
            <a:r>
              <a:rPr b="1" lang="en-US" sz="2000">
                <a:latin typeface="Arial"/>
                <a:ea typeface="Arial"/>
                <a:cs typeface="Arial"/>
                <a:sym typeface="Arial"/>
              </a:rPr>
              <a:t>Señales en Linux</a:t>
            </a:r>
            <a:endParaRPr b="1" sz="2000">
              <a:latin typeface="Arial"/>
              <a:ea typeface="Arial"/>
              <a:cs typeface="Arial"/>
              <a:sym typeface="Arial"/>
            </a:endParaRPr>
          </a:p>
          <a:p>
            <a:pPr indent="0" lvl="0" marL="0" rtl="0" algn="l">
              <a:lnSpc>
                <a:spcPct val="105000"/>
              </a:lnSpc>
              <a:spcBef>
                <a:spcPts val="1200"/>
              </a:spcBef>
              <a:spcAft>
                <a:spcPts val="0"/>
              </a:spcAft>
              <a:buSzPts val="770"/>
              <a:buNone/>
            </a:pPr>
            <a:r>
              <a:rPr lang="en-US" sz="2000">
                <a:latin typeface="Arial"/>
                <a:ea typeface="Arial"/>
                <a:cs typeface="Arial"/>
                <a:sym typeface="Arial"/>
              </a:rPr>
              <a:t>El manejo de señales es </a:t>
            </a:r>
            <a:r>
              <a:rPr b="1" lang="en-US" sz="2000">
                <a:latin typeface="Arial"/>
                <a:ea typeface="Arial"/>
                <a:cs typeface="Arial"/>
                <a:sym typeface="Arial"/>
              </a:rPr>
              <a:t>fundamental para construir aplicaciones Linux resilientes y bien comportadas</a:t>
            </a:r>
            <a:r>
              <a:rPr lang="en-US" sz="2000">
                <a:latin typeface="Arial"/>
                <a:ea typeface="Arial"/>
                <a:cs typeface="Arial"/>
                <a:sym typeface="Arial"/>
              </a:rPr>
              <a:t>. Exige </a:t>
            </a:r>
            <a:r>
              <a:rPr b="1" lang="en-US" sz="2000">
                <a:latin typeface="Arial"/>
                <a:ea typeface="Arial"/>
                <a:cs typeface="Arial"/>
                <a:sym typeface="Arial"/>
              </a:rPr>
              <a:t>precisión</a:t>
            </a:r>
            <a:r>
              <a:rPr lang="en-US" sz="2000">
                <a:latin typeface="Arial"/>
                <a:ea typeface="Arial"/>
                <a:cs typeface="Arial"/>
                <a:sym typeface="Arial"/>
              </a:rPr>
              <a:t> en la implementación y una comprensión profunda de su naturaleza asíncrona para garantizar la </a:t>
            </a:r>
            <a:r>
              <a:rPr b="1" lang="en-US" sz="2000">
                <a:latin typeface="Arial"/>
                <a:ea typeface="Arial"/>
                <a:cs typeface="Arial"/>
                <a:sym typeface="Arial"/>
              </a:rPr>
              <a:t>robustez y seguridad</a:t>
            </a:r>
            <a:r>
              <a:rPr lang="en-US" sz="2000">
                <a:latin typeface="Arial"/>
                <a:ea typeface="Arial"/>
                <a:cs typeface="Arial"/>
                <a:sym typeface="Arial"/>
              </a:rPr>
              <a:t> del software.</a:t>
            </a:r>
            <a:endParaRPr sz="2000">
              <a:latin typeface="Arial"/>
              <a:ea typeface="Arial"/>
              <a:cs typeface="Arial"/>
              <a:sym typeface="Arial"/>
            </a:endParaRPr>
          </a:p>
          <a:p>
            <a:pPr indent="0" lvl="0" marL="0" rtl="0" algn="l">
              <a:lnSpc>
                <a:spcPct val="105000"/>
              </a:lnSpc>
              <a:spcBef>
                <a:spcPts val="1200"/>
              </a:spcBef>
              <a:spcAft>
                <a:spcPts val="0"/>
              </a:spcAft>
              <a:buSzPts val="770"/>
              <a:buNone/>
            </a:pPr>
            <a:r>
              <a:t/>
            </a:r>
            <a:endParaRPr b="1" sz="20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g37970cbc09a_0_59"/>
          <p:cNvSpPr txBox="1"/>
          <p:nvPr>
            <p:ph idx="1" type="body"/>
          </p:nvPr>
        </p:nvSpPr>
        <p:spPr>
          <a:xfrm>
            <a:off x="1788100" y="387773"/>
            <a:ext cx="11550300" cy="6778200"/>
          </a:xfrm>
          <a:prstGeom prst="rect">
            <a:avLst/>
          </a:prstGeom>
          <a:noFill/>
          <a:ln>
            <a:noFill/>
          </a:ln>
        </p:spPr>
        <p:txBody>
          <a:bodyPr anchorCtr="0" anchor="t" bIns="146275" lIns="146275" spcFirstLastPara="1" rIns="146275" wrap="square" tIns="146275">
            <a:noAutofit/>
          </a:bodyPr>
          <a:lstStyle/>
          <a:p>
            <a:pPr indent="0" lvl="0" marL="0" rtl="0" algn="l">
              <a:lnSpc>
                <a:spcPct val="105000"/>
              </a:lnSpc>
              <a:spcBef>
                <a:spcPts val="1400"/>
              </a:spcBef>
              <a:spcAft>
                <a:spcPts val="0"/>
              </a:spcAft>
              <a:buClr>
                <a:srgbClr val="000000"/>
              </a:buClr>
              <a:buSzPts val="770"/>
              <a:buFont typeface="Arial"/>
              <a:buNone/>
            </a:pPr>
            <a:r>
              <a:rPr b="1" lang="en-US" sz="2000">
                <a:latin typeface="Arial"/>
                <a:ea typeface="Arial"/>
                <a:cs typeface="Arial"/>
                <a:sym typeface="Arial"/>
              </a:rPr>
              <a:t>Introducción a la Programación Concurrente</a:t>
            </a:r>
            <a:endParaRPr b="1" sz="2000">
              <a:latin typeface="Arial"/>
              <a:ea typeface="Arial"/>
              <a:cs typeface="Arial"/>
              <a:sym typeface="Arial"/>
            </a:endParaRPr>
          </a:p>
          <a:p>
            <a:pPr indent="0" lvl="0" marL="0" rtl="0" algn="l">
              <a:lnSpc>
                <a:spcPct val="105000"/>
              </a:lnSpc>
              <a:spcBef>
                <a:spcPts val="1200"/>
              </a:spcBef>
              <a:spcAft>
                <a:spcPts val="0"/>
              </a:spcAft>
              <a:buClr>
                <a:srgbClr val="000000"/>
              </a:buClr>
              <a:buSzPts val="770"/>
              <a:buFont typeface="Arial"/>
              <a:buNone/>
            </a:pPr>
            <a:r>
              <a:rPr lang="en-US" sz="2000">
                <a:latin typeface="Arial"/>
                <a:ea typeface="Arial"/>
                <a:cs typeface="Arial"/>
                <a:sym typeface="Arial"/>
              </a:rPr>
              <a:t>La programación concurrente es </a:t>
            </a:r>
            <a:r>
              <a:rPr b="1" lang="en-US" sz="2000">
                <a:latin typeface="Arial"/>
                <a:ea typeface="Arial"/>
                <a:cs typeface="Arial"/>
                <a:sym typeface="Arial"/>
              </a:rPr>
              <a:t>esencial para aprovechar los sistemas multinúcleo y mejorar la capacidad de respuesta</a:t>
            </a:r>
            <a:r>
              <a:rPr lang="en-US" sz="2000">
                <a:latin typeface="Arial"/>
                <a:ea typeface="Arial"/>
                <a:cs typeface="Arial"/>
                <a:sym typeface="Arial"/>
              </a:rPr>
              <a:t>. Sin embargo, su complejidad exige un </a:t>
            </a:r>
            <a:r>
              <a:rPr b="1" lang="en-US" sz="2000">
                <a:latin typeface="Arial"/>
                <a:ea typeface="Arial"/>
                <a:cs typeface="Arial"/>
                <a:sym typeface="Arial"/>
              </a:rPr>
              <a:t>pensamiento sistémico</a:t>
            </a:r>
            <a:r>
              <a:rPr lang="en-US" sz="2000">
                <a:latin typeface="Arial"/>
                <a:ea typeface="Arial"/>
                <a:cs typeface="Arial"/>
                <a:sym typeface="Arial"/>
              </a:rPr>
              <a:t>, </a:t>
            </a:r>
            <a:r>
              <a:rPr b="1" lang="en-US" sz="2000">
                <a:latin typeface="Arial"/>
                <a:ea typeface="Arial"/>
                <a:cs typeface="Arial"/>
                <a:sym typeface="Arial"/>
              </a:rPr>
              <a:t>creatividad</a:t>
            </a:r>
            <a:r>
              <a:rPr lang="en-US" sz="2000">
                <a:latin typeface="Arial"/>
                <a:ea typeface="Arial"/>
                <a:cs typeface="Arial"/>
                <a:sym typeface="Arial"/>
              </a:rPr>
              <a:t> en la resolución de problemas y una considerable </a:t>
            </a:r>
            <a:r>
              <a:rPr b="1" lang="en-US" sz="2000">
                <a:latin typeface="Arial"/>
                <a:ea typeface="Arial"/>
                <a:cs typeface="Arial"/>
                <a:sym typeface="Arial"/>
              </a:rPr>
              <a:t>paciencia</a:t>
            </a:r>
            <a:r>
              <a:rPr lang="en-US" sz="2000">
                <a:latin typeface="Arial"/>
                <a:ea typeface="Arial"/>
                <a:cs typeface="Arial"/>
                <a:sym typeface="Arial"/>
              </a:rPr>
              <a:t> para dominar sus desafíos.</a:t>
            </a:r>
            <a:endParaRPr sz="2000">
              <a:latin typeface="Arial"/>
              <a:ea typeface="Arial"/>
              <a:cs typeface="Arial"/>
              <a:sym typeface="Arial"/>
            </a:endParaRPr>
          </a:p>
          <a:p>
            <a:pPr indent="0" lvl="0" marL="0" rtl="0" algn="l">
              <a:lnSpc>
                <a:spcPct val="105000"/>
              </a:lnSpc>
              <a:spcBef>
                <a:spcPts val="1400"/>
              </a:spcBef>
              <a:spcAft>
                <a:spcPts val="0"/>
              </a:spcAft>
              <a:buClr>
                <a:srgbClr val="000000"/>
              </a:buClr>
              <a:buSzPts val="770"/>
              <a:buFont typeface="Arial"/>
              <a:buNone/>
            </a:pPr>
            <a:r>
              <a:rPr b="1" lang="en-US" sz="2000">
                <a:latin typeface="Arial"/>
                <a:ea typeface="Arial"/>
                <a:cs typeface="Arial"/>
                <a:sym typeface="Arial"/>
              </a:rPr>
              <a:t>Concepto de Hilo (Thread) vs Go Rutina de Go</a:t>
            </a:r>
            <a:endParaRPr b="1" sz="2000">
              <a:latin typeface="Arial"/>
              <a:ea typeface="Arial"/>
              <a:cs typeface="Arial"/>
              <a:sym typeface="Arial"/>
            </a:endParaRPr>
          </a:p>
          <a:p>
            <a:pPr indent="0" lvl="0" marL="0" rtl="0" algn="l">
              <a:lnSpc>
                <a:spcPct val="105000"/>
              </a:lnSpc>
              <a:spcBef>
                <a:spcPts val="1200"/>
              </a:spcBef>
              <a:spcAft>
                <a:spcPts val="0"/>
              </a:spcAft>
              <a:buClr>
                <a:srgbClr val="000000"/>
              </a:buClr>
              <a:buSzPts val="770"/>
              <a:buFont typeface="Arial"/>
              <a:buNone/>
            </a:pPr>
            <a:r>
              <a:rPr lang="en-US" sz="2000">
                <a:latin typeface="Arial"/>
                <a:ea typeface="Arial"/>
                <a:cs typeface="Arial"/>
                <a:sym typeface="Arial"/>
              </a:rPr>
              <a:t>La elección entre hilos y gorutinas (o modelos similares) es una </a:t>
            </a:r>
            <a:r>
              <a:rPr b="1" lang="en-US" sz="2000">
                <a:latin typeface="Arial"/>
                <a:ea typeface="Arial"/>
                <a:cs typeface="Arial"/>
                <a:sym typeface="Arial"/>
              </a:rPr>
              <a:t>decisión de diseño fundamental</a:t>
            </a:r>
            <a:r>
              <a:rPr lang="en-US" sz="2000">
                <a:latin typeface="Arial"/>
                <a:ea typeface="Arial"/>
                <a:cs typeface="Arial"/>
                <a:sym typeface="Arial"/>
              </a:rPr>
              <a:t> que impacta la escalabilidad y la eficiencia de una aplicación concurrente. Requiere </a:t>
            </a:r>
            <a:r>
              <a:rPr b="1" lang="en-US" sz="2000">
                <a:latin typeface="Arial"/>
                <a:ea typeface="Arial"/>
                <a:cs typeface="Arial"/>
                <a:sym typeface="Arial"/>
              </a:rPr>
              <a:t>juicio</a:t>
            </a:r>
            <a:r>
              <a:rPr lang="en-US" sz="2000">
                <a:latin typeface="Arial"/>
                <a:ea typeface="Arial"/>
                <a:cs typeface="Arial"/>
                <a:sym typeface="Arial"/>
              </a:rPr>
              <a:t>, una mentalidad de </a:t>
            </a:r>
            <a:r>
              <a:rPr b="1" lang="en-US" sz="2000">
                <a:latin typeface="Arial"/>
                <a:ea typeface="Arial"/>
                <a:cs typeface="Arial"/>
                <a:sym typeface="Arial"/>
              </a:rPr>
              <a:t>optimización</a:t>
            </a:r>
            <a:r>
              <a:rPr lang="en-US" sz="2000">
                <a:latin typeface="Arial"/>
                <a:ea typeface="Arial"/>
                <a:cs typeface="Arial"/>
                <a:sym typeface="Arial"/>
              </a:rPr>
              <a:t> y </a:t>
            </a:r>
            <a:r>
              <a:rPr b="1" lang="en-US" sz="2000">
                <a:latin typeface="Arial"/>
                <a:ea typeface="Arial"/>
                <a:cs typeface="Arial"/>
                <a:sym typeface="Arial"/>
              </a:rPr>
              <a:t>adaptabilidad</a:t>
            </a:r>
            <a:r>
              <a:rPr lang="en-US" sz="2000">
                <a:latin typeface="Arial"/>
                <a:ea typeface="Arial"/>
                <a:cs typeface="Arial"/>
                <a:sym typeface="Arial"/>
              </a:rPr>
              <a:t> para seleccionar la herramienta más adecuada para cada problema.</a:t>
            </a:r>
            <a:endParaRPr sz="2000">
              <a:latin typeface="Arial"/>
              <a:ea typeface="Arial"/>
              <a:cs typeface="Arial"/>
              <a:sym typeface="Arial"/>
            </a:endParaRPr>
          </a:p>
          <a:p>
            <a:pPr indent="0" lvl="0" marL="0" rtl="0" algn="l">
              <a:lnSpc>
                <a:spcPct val="105000"/>
              </a:lnSpc>
              <a:spcBef>
                <a:spcPts val="1400"/>
              </a:spcBef>
              <a:spcAft>
                <a:spcPts val="0"/>
              </a:spcAft>
              <a:buClr>
                <a:srgbClr val="000000"/>
              </a:buClr>
              <a:buSzPts val="770"/>
              <a:buFont typeface="Arial"/>
              <a:buNone/>
            </a:pPr>
            <a:r>
              <a:rPr b="1" lang="en-US" sz="2000">
                <a:latin typeface="Arial"/>
                <a:ea typeface="Arial"/>
                <a:cs typeface="Arial"/>
                <a:sym typeface="Arial"/>
              </a:rPr>
              <a:t>Planificación de Procesos</a:t>
            </a:r>
            <a:endParaRPr b="1" sz="2000">
              <a:latin typeface="Arial"/>
              <a:ea typeface="Arial"/>
              <a:cs typeface="Arial"/>
              <a:sym typeface="Arial"/>
            </a:endParaRPr>
          </a:p>
          <a:p>
            <a:pPr indent="0" lvl="0" marL="0" rtl="0" algn="l">
              <a:lnSpc>
                <a:spcPct val="105000"/>
              </a:lnSpc>
              <a:spcBef>
                <a:spcPts val="1200"/>
              </a:spcBef>
              <a:spcAft>
                <a:spcPts val="0"/>
              </a:spcAft>
              <a:buClr>
                <a:srgbClr val="000000"/>
              </a:buClr>
              <a:buSzPts val="770"/>
              <a:buFont typeface="Arial"/>
              <a:buNone/>
            </a:pPr>
            <a:r>
              <a:rPr lang="en-US" sz="2000">
                <a:latin typeface="Arial"/>
                <a:ea typeface="Arial"/>
                <a:cs typeface="Arial"/>
                <a:sym typeface="Arial"/>
              </a:rPr>
              <a:t>La planificación de procesos es el </a:t>
            </a:r>
            <a:r>
              <a:rPr b="1" lang="en-US" sz="2000">
                <a:latin typeface="Arial"/>
                <a:ea typeface="Arial"/>
                <a:cs typeface="Arial"/>
                <a:sym typeface="Arial"/>
              </a:rPr>
              <a:t>cerebro que gestiona el tiempo de la CPU</a:t>
            </a:r>
            <a:r>
              <a:rPr lang="en-US" sz="2000">
                <a:latin typeface="Arial"/>
                <a:ea typeface="Arial"/>
                <a:cs typeface="Arial"/>
                <a:sym typeface="Arial"/>
              </a:rPr>
              <a:t>. Su comprensión es vital para el diseño de sistemas operativos y la optimización de aplicaciones. Requiere un enfoque </a:t>
            </a:r>
            <a:r>
              <a:rPr b="1" lang="en-US" sz="2000">
                <a:latin typeface="Arial"/>
                <a:ea typeface="Arial"/>
                <a:cs typeface="Arial"/>
                <a:sym typeface="Arial"/>
              </a:rPr>
              <a:t>equilibrado</a:t>
            </a:r>
            <a:r>
              <a:rPr lang="en-US" sz="2000">
                <a:latin typeface="Arial"/>
                <a:ea typeface="Arial"/>
                <a:cs typeface="Arial"/>
                <a:sym typeface="Arial"/>
              </a:rPr>
              <a:t> entre equidad y rendimiento, y una capacidad de </a:t>
            </a:r>
            <a:r>
              <a:rPr b="1" lang="en-US" sz="2000">
                <a:latin typeface="Arial"/>
                <a:ea typeface="Arial"/>
                <a:cs typeface="Arial"/>
                <a:sym typeface="Arial"/>
              </a:rPr>
              <a:t>análisis crítico</a:t>
            </a:r>
            <a:r>
              <a:rPr lang="en-US" sz="2000">
                <a:latin typeface="Arial"/>
                <a:ea typeface="Arial"/>
                <a:cs typeface="Arial"/>
                <a:sym typeface="Arial"/>
              </a:rPr>
              <a:t> para elegir el algoritmo más apropiado.</a:t>
            </a:r>
            <a:endParaRPr sz="2000">
              <a:latin typeface="Arial"/>
              <a:ea typeface="Arial"/>
              <a:cs typeface="Arial"/>
              <a:sym typeface="Arial"/>
            </a:endParaRPr>
          </a:p>
          <a:p>
            <a:pPr indent="0" lvl="0" marL="0" rtl="0" algn="l">
              <a:lnSpc>
                <a:spcPct val="105000"/>
              </a:lnSpc>
              <a:spcBef>
                <a:spcPts val="1400"/>
              </a:spcBef>
              <a:spcAft>
                <a:spcPts val="0"/>
              </a:spcAft>
              <a:buClr>
                <a:srgbClr val="000000"/>
              </a:buClr>
              <a:buSzPts val="770"/>
              <a:buFont typeface="Arial"/>
              <a:buNone/>
            </a:pPr>
            <a:r>
              <a:rPr b="1" lang="en-US" sz="2000">
                <a:latin typeface="Arial"/>
                <a:ea typeface="Arial"/>
                <a:cs typeface="Arial"/>
                <a:sym typeface="Arial"/>
              </a:rPr>
              <a:t>Comunicación entre Procesos (IPC)</a:t>
            </a:r>
            <a:endParaRPr b="1" sz="2000">
              <a:latin typeface="Arial"/>
              <a:ea typeface="Arial"/>
              <a:cs typeface="Arial"/>
              <a:sym typeface="Arial"/>
            </a:endParaRPr>
          </a:p>
          <a:p>
            <a:pPr indent="0" lvl="0" marL="0" rtl="0" algn="l">
              <a:lnSpc>
                <a:spcPct val="105000"/>
              </a:lnSpc>
              <a:spcBef>
                <a:spcPts val="1200"/>
              </a:spcBef>
              <a:spcAft>
                <a:spcPts val="0"/>
              </a:spcAft>
              <a:buClr>
                <a:srgbClr val="000000"/>
              </a:buClr>
              <a:buSzPts val="770"/>
              <a:buFont typeface="Arial"/>
              <a:buNone/>
            </a:pPr>
            <a:r>
              <a:rPr lang="en-US" sz="2000">
                <a:latin typeface="Arial"/>
                <a:ea typeface="Arial"/>
                <a:cs typeface="Arial"/>
                <a:sym typeface="Arial"/>
              </a:rPr>
              <a:t>La comunicación entre procesos es </a:t>
            </a:r>
            <a:r>
              <a:rPr b="1" lang="en-US" sz="2000">
                <a:latin typeface="Arial"/>
                <a:ea typeface="Arial"/>
                <a:cs typeface="Arial"/>
                <a:sym typeface="Arial"/>
              </a:rPr>
              <a:t>fundamental para construir sistemas distribuidos y modulares</a:t>
            </a:r>
            <a:r>
              <a:rPr lang="en-US" sz="2000">
                <a:latin typeface="Arial"/>
                <a:ea typeface="Arial"/>
                <a:cs typeface="Arial"/>
                <a:sym typeface="Arial"/>
              </a:rPr>
              <a:t>. Su diseño y implementación exigen una actitud de </a:t>
            </a:r>
            <a:r>
              <a:rPr b="1" lang="en-US" sz="2000">
                <a:latin typeface="Arial"/>
                <a:ea typeface="Arial"/>
                <a:cs typeface="Arial"/>
                <a:sym typeface="Arial"/>
              </a:rPr>
              <a:t>colaboración</a:t>
            </a:r>
            <a:r>
              <a:rPr lang="en-US" sz="2000">
                <a:latin typeface="Arial"/>
                <a:ea typeface="Arial"/>
                <a:cs typeface="Arial"/>
                <a:sym typeface="Arial"/>
              </a:rPr>
              <a:t>, un fuerte enfoque en la </a:t>
            </a:r>
            <a:r>
              <a:rPr b="1" lang="en-US" sz="2000">
                <a:latin typeface="Arial"/>
                <a:ea typeface="Arial"/>
                <a:cs typeface="Arial"/>
                <a:sym typeface="Arial"/>
              </a:rPr>
              <a:t>modularidad</a:t>
            </a:r>
            <a:r>
              <a:rPr lang="en-US" sz="2000">
                <a:latin typeface="Arial"/>
                <a:ea typeface="Arial"/>
                <a:cs typeface="Arial"/>
                <a:sym typeface="Arial"/>
              </a:rPr>
              <a:t> y la </a:t>
            </a:r>
            <a:r>
              <a:rPr b="1" lang="en-US" sz="2000">
                <a:latin typeface="Arial"/>
                <a:ea typeface="Arial"/>
                <a:cs typeface="Arial"/>
                <a:sym typeface="Arial"/>
              </a:rPr>
              <a:t>prevención de conflictos</a:t>
            </a:r>
            <a:r>
              <a:rPr lang="en-US" sz="2000">
                <a:latin typeface="Arial"/>
                <a:ea typeface="Arial"/>
                <a:cs typeface="Arial"/>
                <a:sym typeface="Arial"/>
              </a:rPr>
              <a:t> para garantizar la integridad y el buen funcionamiento del sistema.</a:t>
            </a:r>
            <a:endParaRPr sz="2000">
              <a:latin typeface="Arial"/>
              <a:ea typeface="Arial"/>
              <a:cs typeface="Arial"/>
              <a:sym typeface="Arial"/>
            </a:endParaRPr>
          </a:p>
          <a:p>
            <a:pPr indent="0" lvl="0" marL="0" rtl="0" algn="l">
              <a:lnSpc>
                <a:spcPct val="105000"/>
              </a:lnSpc>
              <a:spcBef>
                <a:spcPts val="1200"/>
              </a:spcBef>
              <a:spcAft>
                <a:spcPts val="0"/>
              </a:spcAft>
              <a:buClr>
                <a:srgbClr val="000000"/>
              </a:buClr>
              <a:buSzPts val="770"/>
              <a:buFont typeface="Arial"/>
              <a:buNone/>
            </a:pPr>
            <a:r>
              <a:t/>
            </a:r>
            <a:endParaRPr b="1" sz="2000">
              <a:latin typeface="Arial"/>
              <a:ea typeface="Arial"/>
              <a:cs typeface="Arial"/>
              <a:sym typeface="Arial"/>
            </a:endParaRPr>
          </a:p>
          <a:p>
            <a:pPr indent="0" lvl="0" marL="0" rtl="0" algn="l">
              <a:lnSpc>
                <a:spcPct val="115000"/>
              </a:lnSpc>
              <a:spcBef>
                <a:spcPts val="0"/>
              </a:spcBef>
              <a:spcAft>
                <a:spcPts val="0"/>
              </a:spcAft>
              <a:buSzPts val="2100"/>
              <a:buNone/>
            </a:pPr>
            <a:r>
              <a:t/>
            </a:r>
            <a:endParaRPr sz="2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g360973c0f73_0_1018"/>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REFERENCIAS</a:t>
            </a:r>
            <a:endParaRPr/>
          </a:p>
        </p:txBody>
      </p:sp>
      <p:sp>
        <p:nvSpPr>
          <p:cNvPr id="527" name="Google Shape;527;g360973c0f73_0_1018"/>
          <p:cNvSpPr txBox="1"/>
          <p:nvPr>
            <p:ph idx="1" type="body"/>
          </p:nvPr>
        </p:nvSpPr>
        <p:spPr>
          <a:xfrm>
            <a:off x="2076000" y="2011520"/>
            <a:ext cx="11262300" cy="56073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1200"/>
              </a:spcBef>
              <a:spcAft>
                <a:spcPts val="0"/>
              </a:spcAft>
              <a:buSzPts val="2100"/>
              <a:buNone/>
            </a:pPr>
            <a:r>
              <a:rPr b="1" lang="en-US" sz="2500">
                <a:latin typeface="Arial"/>
                <a:ea typeface="Arial"/>
                <a:cs typeface="Arial"/>
                <a:sym typeface="Arial"/>
              </a:rPr>
              <a:t>Referencias (Links):</a:t>
            </a:r>
            <a:endParaRPr b="1" sz="2500">
              <a:latin typeface="Arial"/>
              <a:ea typeface="Arial"/>
              <a:cs typeface="Arial"/>
              <a:sym typeface="Arial"/>
            </a:endParaRPr>
          </a:p>
          <a:p>
            <a:pPr indent="-387350" lvl="0" marL="457200" rtl="0" algn="l">
              <a:lnSpc>
                <a:spcPct val="115000"/>
              </a:lnSpc>
              <a:spcBef>
                <a:spcPts val="1200"/>
              </a:spcBef>
              <a:spcAft>
                <a:spcPts val="0"/>
              </a:spcAft>
              <a:buClr>
                <a:schemeClr val="lt1"/>
              </a:buClr>
              <a:buSzPts val="2500"/>
              <a:buFont typeface="Arial"/>
              <a:buChar char="●"/>
            </a:pPr>
            <a:r>
              <a:rPr b="1" lang="en-US" sz="2500">
                <a:latin typeface="Arial"/>
                <a:ea typeface="Arial"/>
                <a:cs typeface="Arial"/>
                <a:sym typeface="Arial"/>
              </a:rPr>
              <a:t>Interprocess Communication (IPC) in Linux:</a:t>
            </a:r>
            <a:r>
              <a:rPr lang="en-US" sz="2500">
                <a:solidFill>
                  <a:schemeClr val="hlink"/>
                </a:solidFill>
                <a:uFill>
                  <a:noFill/>
                </a:uFill>
                <a:latin typeface="Arial"/>
                <a:ea typeface="Arial"/>
                <a:cs typeface="Arial"/>
                <a:sym typeface="Arial"/>
                <a:hlinkClick r:id="rId3"/>
              </a:rPr>
              <a:t> </a:t>
            </a:r>
            <a:r>
              <a:rPr lang="en-US" sz="2500" u="sng">
                <a:solidFill>
                  <a:schemeClr val="hlink"/>
                </a:solidFill>
                <a:latin typeface="Arial"/>
                <a:ea typeface="Arial"/>
                <a:cs typeface="Arial"/>
                <a:sym typeface="Arial"/>
                <a:hlinkClick r:id="rId4"/>
              </a:rPr>
              <a:t>https://www.geeksforgeeks.org/interprocess-communication-ipc-in-linux/</a:t>
            </a:r>
            <a:endParaRPr sz="2500" u="sng">
              <a:latin typeface="Arial"/>
              <a:ea typeface="Arial"/>
              <a:cs typeface="Arial"/>
              <a:sym typeface="Arial"/>
            </a:endParaRPr>
          </a:p>
          <a:p>
            <a:pPr indent="-387350" lvl="0" marL="457200" rtl="0" algn="l">
              <a:lnSpc>
                <a:spcPct val="115000"/>
              </a:lnSpc>
              <a:spcBef>
                <a:spcPts val="0"/>
              </a:spcBef>
              <a:spcAft>
                <a:spcPts val="0"/>
              </a:spcAft>
              <a:buClr>
                <a:schemeClr val="lt1"/>
              </a:buClr>
              <a:buSzPts val="2500"/>
              <a:buFont typeface="Arial"/>
              <a:buChar char="●"/>
            </a:pPr>
            <a:r>
              <a:rPr b="1" lang="en-US" sz="2500">
                <a:latin typeface="Arial"/>
                <a:ea typeface="Arial"/>
                <a:cs typeface="Arial"/>
                <a:sym typeface="Arial"/>
              </a:rPr>
              <a:t>Linux </a:t>
            </a:r>
            <a:r>
              <a:rPr b="1" lang="en-US" sz="2500">
                <a:latin typeface="Roboto Mono"/>
                <a:ea typeface="Roboto Mono"/>
                <a:cs typeface="Roboto Mono"/>
                <a:sym typeface="Roboto Mono"/>
              </a:rPr>
              <a:t>pipe()</a:t>
            </a:r>
            <a:r>
              <a:rPr b="1" lang="en-US" sz="2500">
                <a:latin typeface="Arial"/>
                <a:ea typeface="Arial"/>
                <a:cs typeface="Arial"/>
                <a:sym typeface="Arial"/>
              </a:rPr>
              <a:t> System Call Tutorial:</a:t>
            </a:r>
            <a:r>
              <a:rPr lang="en-US" sz="2500">
                <a:solidFill>
                  <a:schemeClr val="hlink"/>
                </a:solidFill>
                <a:uFill>
                  <a:noFill/>
                </a:uFill>
                <a:latin typeface="Arial"/>
                <a:ea typeface="Arial"/>
                <a:cs typeface="Arial"/>
                <a:sym typeface="Arial"/>
                <a:hlinkClick r:id="rId5"/>
              </a:rPr>
              <a:t> </a:t>
            </a:r>
            <a:r>
              <a:rPr lang="en-US" sz="2500" u="sng">
                <a:solidFill>
                  <a:schemeClr val="hlink"/>
                </a:solidFill>
                <a:latin typeface="Arial"/>
                <a:ea typeface="Arial"/>
                <a:cs typeface="Arial"/>
                <a:sym typeface="Arial"/>
                <a:hlinkClick r:id="rId6"/>
              </a:rPr>
              <a:t>https://www.tutorialspoint.com/inter_process_communication/inter_process_communication_pipe.htm</a:t>
            </a:r>
            <a:endParaRPr sz="2500" u="sng">
              <a:latin typeface="Arial"/>
              <a:ea typeface="Arial"/>
              <a:cs typeface="Arial"/>
              <a:sym typeface="Arial"/>
            </a:endParaRPr>
          </a:p>
          <a:p>
            <a:pPr indent="-387350" lvl="0" marL="457200" rtl="0" algn="l">
              <a:lnSpc>
                <a:spcPct val="115000"/>
              </a:lnSpc>
              <a:spcBef>
                <a:spcPts val="0"/>
              </a:spcBef>
              <a:spcAft>
                <a:spcPts val="0"/>
              </a:spcAft>
              <a:buClr>
                <a:schemeClr val="lt1"/>
              </a:buClr>
              <a:buSzPts val="2500"/>
              <a:buFont typeface="Arial"/>
              <a:buChar char="●"/>
            </a:pPr>
            <a:r>
              <a:rPr b="1" lang="en-US" sz="2500">
                <a:latin typeface="Arial"/>
                <a:ea typeface="Arial"/>
                <a:cs typeface="Arial"/>
                <a:sym typeface="Arial"/>
              </a:rPr>
              <a:t>Shared Memory in Linux:</a:t>
            </a:r>
            <a:r>
              <a:rPr lang="en-US" sz="2500">
                <a:solidFill>
                  <a:schemeClr val="hlink"/>
                </a:solidFill>
                <a:uFill>
                  <a:noFill/>
                </a:uFill>
                <a:latin typeface="Arial"/>
                <a:ea typeface="Arial"/>
                <a:cs typeface="Arial"/>
                <a:sym typeface="Arial"/>
                <a:hlinkClick r:id="rId7"/>
              </a:rPr>
              <a:t> </a:t>
            </a:r>
            <a:r>
              <a:rPr lang="en-US" sz="2500" u="sng">
                <a:solidFill>
                  <a:schemeClr val="hlink"/>
                </a:solidFill>
                <a:latin typeface="Arial"/>
                <a:ea typeface="Arial"/>
                <a:cs typeface="Arial"/>
                <a:sym typeface="Arial"/>
                <a:hlinkClick r:id="rId8"/>
              </a:rPr>
              <a:t>https://www.cs.cmu.edu/afs/cs/academic/class/15412-f15/www/notes/shared-memory.html</a:t>
            </a:r>
            <a:endParaRPr sz="2500" u="sng">
              <a:latin typeface="Arial"/>
              <a:ea typeface="Arial"/>
              <a:cs typeface="Arial"/>
              <a:sym typeface="Arial"/>
            </a:endParaRPr>
          </a:p>
          <a:p>
            <a:pPr indent="-387350" lvl="0" marL="457200" rtl="0" algn="l">
              <a:lnSpc>
                <a:spcPct val="115000"/>
              </a:lnSpc>
              <a:spcBef>
                <a:spcPts val="0"/>
              </a:spcBef>
              <a:spcAft>
                <a:spcPts val="0"/>
              </a:spcAft>
              <a:buClr>
                <a:schemeClr val="lt1"/>
              </a:buClr>
              <a:buSzPts val="2500"/>
              <a:buFont typeface="Arial"/>
              <a:buChar char="●"/>
            </a:pPr>
            <a:r>
              <a:rPr b="1" lang="en-US" sz="2500">
                <a:latin typeface="Arial"/>
                <a:ea typeface="Arial"/>
                <a:cs typeface="Arial"/>
                <a:sym typeface="Arial"/>
              </a:rPr>
              <a:t>Semaphores in Linux:</a:t>
            </a:r>
            <a:r>
              <a:rPr lang="en-US" sz="2500">
                <a:solidFill>
                  <a:schemeClr val="hlink"/>
                </a:solidFill>
                <a:uFill>
                  <a:noFill/>
                </a:uFill>
                <a:latin typeface="Arial"/>
                <a:ea typeface="Arial"/>
                <a:cs typeface="Arial"/>
                <a:sym typeface="Arial"/>
                <a:hlinkClick r:id="rId9"/>
              </a:rPr>
              <a:t> </a:t>
            </a:r>
            <a:r>
              <a:rPr lang="en-US" sz="2500" u="sng">
                <a:solidFill>
                  <a:schemeClr val="hlink"/>
                </a:solidFill>
                <a:latin typeface="Arial"/>
                <a:ea typeface="Arial"/>
                <a:cs typeface="Arial"/>
                <a:sym typeface="Arial"/>
                <a:hlinkClick r:id="rId10"/>
              </a:rPr>
              <a:t>https://www.cs.cornell.edu/courses/cs414/2004fa/lectures/lecture08.pdf</a:t>
            </a:r>
            <a:r>
              <a:rPr lang="en-US" sz="2500">
                <a:latin typeface="Arial"/>
                <a:ea typeface="Arial"/>
                <a:cs typeface="Arial"/>
                <a:sym typeface="Arial"/>
              </a:rPr>
              <a:t> (Un PDF sobre el uso de semáforos)</a:t>
            </a:r>
            <a:endParaRPr sz="2500">
              <a:latin typeface="Arial"/>
              <a:ea typeface="Arial"/>
              <a:cs typeface="Arial"/>
              <a:sym typeface="Arial"/>
            </a:endParaRPr>
          </a:p>
          <a:p>
            <a:pPr indent="0" lvl="0" marL="0" rtl="0" algn="l">
              <a:lnSpc>
                <a:spcPct val="115000"/>
              </a:lnSpc>
              <a:spcBef>
                <a:spcPts val="1200"/>
              </a:spcBef>
              <a:spcAft>
                <a:spcPts val="0"/>
              </a:spcAft>
              <a:buSzPts val="2100"/>
              <a:buNone/>
            </a:pPr>
            <a:r>
              <a:t/>
            </a:r>
            <a:endParaRPr b="1" sz="2500">
              <a:latin typeface="Arial"/>
              <a:ea typeface="Arial"/>
              <a:cs typeface="Arial"/>
              <a:sym typeface="Arial"/>
            </a:endParaRPr>
          </a:p>
          <a:p>
            <a:pPr indent="0" lvl="0" marL="0" rtl="0" algn="l">
              <a:lnSpc>
                <a:spcPct val="115000"/>
              </a:lnSpc>
              <a:spcBef>
                <a:spcPts val="1200"/>
              </a:spcBef>
              <a:spcAft>
                <a:spcPts val="0"/>
              </a:spcAft>
              <a:buSzPts val="2100"/>
              <a:buNone/>
            </a:pPr>
            <a:r>
              <a:t/>
            </a:r>
            <a:endParaRPr sz="2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360973c0f73_0_1023"/>
          <p:cNvSpPr txBox="1"/>
          <p:nvPr>
            <p:ph type="ctrTitle"/>
          </p:nvPr>
        </p:nvSpPr>
        <p:spPr>
          <a:xfrm>
            <a:off x="5659440" y="2525440"/>
            <a:ext cx="8028000" cy="25263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6400"/>
              <a:buNone/>
            </a:pPr>
            <a:r>
              <a:t/>
            </a:r>
            <a:endParaRPr/>
          </a:p>
        </p:txBody>
      </p:sp>
      <p:sp>
        <p:nvSpPr>
          <p:cNvPr id="533" name="Google Shape;533;g360973c0f73_0_1023"/>
          <p:cNvSpPr txBox="1"/>
          <p:nvPr>
            <p:ph idx="1" type="subTitle"/>
          </p:nvPr>
        </p:nvSpPr>
        <p:spPr>
          <a:xfrm>
            <a:off x="8134320" y="6279880"/>
            <a:ext cx="5553000" cy="8097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2100"/>
              <a:buNone/>
            </a:pPr>
            <a:r>
              <a:t/>
            </a:r>
            <a:endParaRPr/>
          </a:p>
        </p:txBody>
      </p:sp>
      <p:pic>
        <p:nvPicPr>
          <p:cNvPr id="534" name="Google Shape;534;g360973c0f73_0_1023"/>
          <p:cNvPicPr preferRelativeResize="0"/>
          <p:nvPr/>
        </p:nvPicPr>
        <p:blipFill rotWithShape="1">
          <a:blip r:embed="rId3">
            <a:alphaModFix/>
          </a:blip>
          <a:srcRect b="0" l="0" r="0" t="0"/>
          <a:stretch/>
        </p:blipFill>
        <p:spPr>
          <a:xfrm>
            <a:off x="19000" y="0"/>
            <a:ext cx="14592399" cy="8229600"/>
          </a:xfrm>
          <a:prstGeom prst="rect">
            <a:avLst/>
          </a:prstGeom>
          <a:noFill/>
          <a:ln>
            <a:noFill/>
          </a:ln>
        </p:spPr>
      </p:pic>
      <p:sp>
        <p:nvSpPr>
          <p:cNvPr id="535" name="Google Shape;535;g360973c0f73_0_1023"/>
          <p:cNvSpPr txBox="1"/>
          <p:nvPr/>
        </p:nvSpPr>
        <p:spPr>
          <a:xfrm>
            <a:off x="6516800" y="3363800"/>
            <a:ext cx="9031800" cy="911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2900"/>
              <a:buFont typeface="Arial"/>
              <a:buNone/>
            </a:pPr>
            <a:r>
              <a:rPr b="0" i="0" lang="en-US" sz="4000" u="none" cap="none" strike="noStrike">
                <a:solidFill>
                  <a:schemeClr val="dk1"/>
                </a:solidFill>
                <a:latin typeface="Impact"/>
                <a:ea typeface="Impact"/>
                <a:cs typeface="Impact"/>
                <a:sym typeface="Impact"/>
              </a:rPr>
              <a:t>GRACIAS</a:t>
            </a:r>
            <a:endParaRPr b="0" i="0" sz="4000" u="none" cap="none" strike="noStrike">
              <a:solidFill>
                <a:schemeClr val="dk1"/>
              </a:solidFill>
              <a:latin typeface="Impact"/>
              <a:ea typeface="Impact"/>
              <a:cs typeface="Impact"/>
              <a:sym typeface="Impac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2024-11-04T04:14:22Z</dcterms:created>
  <dc:creator>PptxGenJS</dc:creator>
</cp:coreProperties>
</file>