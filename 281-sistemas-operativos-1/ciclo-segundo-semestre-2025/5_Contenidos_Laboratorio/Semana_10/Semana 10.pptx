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81" r:id="rId5"/>
    <p:sldMasterId id="2147483694" r:id="rId6"/>
    <p:sldMasterId id="214748369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Lst>
  <p:sldSz cy="8229600" cx="14630400"/>
  <p:notesSz cx="8229600" cy="14630400"/>
  <p:embeddedFontLst>
    <p:embeddedFont>
      <p:font typeface="Nunito"/>
      <p:regular r:id="rId52"/>
      <p:bold r:id="rId53"/>
      <p:italic r:id="rId54"/>
      <p:boldItalic r:id="rId55"/>
    </p:embeddedFont>
    <p:embeddedFont>
      <p:font typeface="Montserrat"/>
      <p:regular r:id="rId56"/>
      <p:bold r:id="rId57"/>
      <p:italic r:id="rId58"/>
      <p:boldItalic r:id="rId59"/>
    </p:embeddedFont>
    <p:embeddedFont>
      <p:font typeface="Inter"/>
      <p:regular r:id="rId60"/>
      <p:bold r:id="rId61"/>
      <p:italic r:id="rId62"/>
      <p:boldItalic r:id="rId63"/>
    </p:embeddedFont>
    <p:embeddedFont>
      <p:font typeface="Noto Sans SC"/>
      <p:regular r:id="rId64"/>
      <p:bold r:id="rId65"/>
    </p:embeddedFont>
    <p:embeddedFont>
      <p:font typeface="Open Sans"/>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0" roundtripDataSignature="AMtx7misnRpsr6LatmcmYo0DkayUc7p+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C4A2EF-F1D6-4392-B4B2-9A0B7026FD9F}">
  <a:tblStyle styleId="{5CC4A2EF-F1D6-4392-B4B2-9A0B7026FD9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3A13200-62AE-410A-8498-04230269489E}"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70" Type="http://customschemas.google.com/relationships/presentationmetadata" Target="meta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Inter-italic.fntdata"/><Relationship Id="rId61" Type="http://schemas.openxmlformats.org/officeDocument/2006/relationships/font" Target="fonts/Inter-bold.fntdata"/><Relationship Id="rId20" Type="http://schemas.openxmlformats.org/officeDocument/2006/relationships/slide" Target="slides/slide12.xml"/><Relationship Id="rId64" Type="http://schemas.openxmlformats.org/officeDocument/2006/relationships/font" Target="fonts/NotoSansSC-regular.fntdata"/><Relationship Id="rId63" Type="http://schemas.openxmlformats.org/officeDocument/2006/relationships/font" Target="fonts/Inter-boldItalic.fntdata"/><Relationship Id="rId22" Type="http://schemas.openxmlformats.org/officeDocument/2006/relationships/slide" Target="slides/slide14.xml"/><Relationship Id="rId66" Type="http://schemas.openxmlformats.org/officeDocument/2006/relationships/font" Target="fonts/OpenSans-regular.fntdata"/><Relationship Id="rId21" Type="http://schemas.openxmlformats.org/officeDocument/2006/relationships/slide" Target="slides/slide13.xml"/><Relationship Id="rId65" Type="http://schemas.openxmlformats.org/officeDocument/2006/relationships/font" Target="fonts/NotoSansSC-bold.fntdata"/><Relationship Id="rId24" Type="http://schemas.openxmlformats.org/officeDocument/2006/relationships/slide" Target="slides/slide16.xml"/><Relationship Id="rId68" Type="http://schemas.openxmlformats.org/officeDocument/2006/relationships/font" Target="fonts/OpenSans-italic.fntdata"/><Relationship Id="rId23" Type="http://schemas.openxmlformats.org/officeDocument/2006/relationships/slide" Target="slides/slide15.xml"/><Relationship Id="rId67" Type="http://schemas.openxmlformats.org/officeDocument/2006/relationships/font" Target="fonts/OpenSans-bold.fntdata"/><Relationship Id="rId60" Type="http://schemas.openxmlformats.org/officeDocument/2006/relationships/font" Target="fonts/Inter-regular.fntdata"/><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OpenSans-boldItalic.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font" Target="fonts/Nunito-bold.fntdata"/><Relationship Id="rId52" Type="http://schemas.openxmlformats.org/officeDocument/2006/relationships/font" Target="fonts/Nunito-regular.fntdata"/><Relationship Id="rId11" Type="http://schemas.openxmlformats.org/officeDocument/2006/relationships/slide" Target="slides/slide3.xml"/><Relationship Id="rId55" Type="http://schemas.openxmlformats.org/officeDocument/2006/relationships/font" Target="fonts/Nunito-boldItalic.fntdata"/><Relationship Id="rId10" Type="http://schemas.openxmlformats.org/officeDocument/2006/relationships/slide" Target="slides/slide2.xml"/><Relationship Id="rId54" Type="http://schemas.openxmlformats.org/officeDocument/2006/relationships/font" Target="fonts/Nunito-italic.fntdata"/><Relationship Id="rId13" Type="http://schemas.openxmlformats.org/officeDocument/2006/relationships/slide" Target="slides/slide5.xml"/><Relationship Id="rId57" Type="http://schemas.openxmlformats.org/officeDocument/2006/relationships/font" Target="fonts/Montserrat-bold.fntdata"/><Relationship Id="rId12" Type="http://schemas.openxmlformats.org/officeDocument/2006/relationships/slide" Target="slides/slide4.xml"/><Relationship Id="rId56" Type="http://schemas.openxmlformats.org/officeDocument/2006/relationships/font" Target="fonts/Montserrat-regular.fntdata"/><Relationship Id="rId15" Type="http://schemas.openxmlformats.org/officeDocument/2006/relationships/slide" Target="slides/slide7.xml"/><Relationship Id="rId59" Type="http://schemas.openxmlformats.org/officeDocument/2006/relationships/font" Target="fonts/Montserrat-boldItalic.fntdata"/><Relationship Id="rId14" Type="http://schemas.openxmlformats.org/officeDocument/2006/relationships/slide" Target="slides/slide6.xml"/><Relationship Id="rId58" Type="http://schemas.openxmlformats.org/officeDocument/2006/relationships/font" Target="fonts/Montserrat-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6626736f9f_0_53: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g36626736f9f_0_53: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d13e538ef5_0_0:notes"/>
          <p:cNvSpPr/>
          <p:nvPr>
            <p:ph idx="2" type="sldImg"/>
          </p:nvPr>
        </p:nvSpPr>
        <p:spPr>
          <a:xfrm>
            <a:off x="822960" y="1371600"/>
            <a:ext cx="6583800" cy="37032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314" name="Google Shape;314;g3d13e538ef5_0_0:notes"/>
          <p:cNvSpPr txBox="1"/>
          <p:nvPr>
            <p:ph idx="1" type="body"/>
          </p:nvPr>
        </p:nvSpPr>
        <p:spPr>
          <a:xfrm>
            <a:off x="822960" y="5280660"/>
            <a:ext cx="6583800" cy="432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315" name="Google Shape;315;g3d13e538ef5_0_0:notes"/>
          <p:cNvSpPr txBox="1"/>
          <p:nvPr>
            <p:ph idx="12" type="sldNum"/>
          </p:nvPr>
        </p:nvSpPr>
        <p:spPr>
          <a:xfrm>
            <a:off x="4661536" y="10422256"/>
            <a:ext cx="3566100" cy="5505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6097594562_0_365: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36097594562_0_365:notes"/>
          <p:cNvSpPr txBox="1"/>
          <p:nvPr>
            <p:ph idx="1" type="body"/>
          </p:nvPr>
        </p:nvSpPr>
        <p:spPr>
          <a:xfrm>
            <a:off x="822960" y="6949440"/>
            <a:ext cx="6583800" cy="6583800"/>
          </a:xfrm>
          <a:prstGeom prst="rect">
            <a:avLst/>
          </a:prstGeom>
          <a:noFill/>
          <a:ln>
            <a:noFill/>
          </a:ln>
        </p:spPr>
        <p:txBody>
          <a:bodyPr anchorCtr="0" anchor="t" bIns="124175" lIns="124175" spcFirstLastPara="1" rIns="124175" wrap="square" tIns="124175">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6097594562_0_370: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g36097594562_0_370:notes"/>
          <p:cNvSpPr txBox="1"/>
          <p:nvPr>
            <p:ph idx="1" type="body"/>
          </p:nvPr>
        </p:nvSpPr>
        <p:spPr>
          <a:xfrm>
            <a:off x="822960" y="6949440"/>
            <a:ext cx="6583800" cy="6583800"/>
          </a:xfrm>
          <a:prstGeom prst="rect">
            <a:avLst/>
          </a:prstGeom>
          <a:noFill/>
          <a:ln>
            <a:noFill/>
          </a:ln>
        </p:spPr>
        <p:txBody>
          <a:bodyPr anchorCtr="0" anchor="t" bIns="124175" lIns="124175" spcFirstLastPara="1" rIns="124175" wrap="square" tIns="124175">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13e538ef5_0_6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13e538ef5_0_6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3d13e538ef5_0_65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13e538ef5_0_140:notes"/>
          <p:cNvSpPr/>
          <p:nvPr>
            <p:ph idx="2" type="sldImg"/>
          </p:nvPr>
        </p:nvSpPr>
        <p:spPr>
          <a:xfrm>
            <a:off x="822960" y="1371600"/>
            <a:ext cx="6583800" cy="37032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356" name="Google Shape;356;g3d13e538ef5_0_140:notes"/>
          <p:cNvSpPr txBox="1"/>
          <p:nvPr>
            <p:ph idx="1" type="body"/>
          </p:nvPr>
        </p:nvSpPr>
        <p:spPr>
          <a:xfrm>
            <a:off x="822960" y="5280660"/>
            <a:ext cx="6583800" cy="432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357" name="Google Shape;357;g3d13e538ef5_0_140:notes"/>
          <p:cNvSpPr txBox="1"/>
          <p:nvPr>
            <p:ph idx="12" type="sldNum"/>
          </p:nvPr>
        </p:nvSpPr>
        <p:spPr>
          <a:xfrm>
            <a:off x="4661536" y="10422256"/>
            <a:ext cx="3566100" cy="5505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13e538ef5_0_157:notes"/>
          <p:cNvSpPr/>
          <p:nvPr>
            <p:ph idx="2" type="sldImg"/>
          </p:nvPr>
        </p:nvSpPr>
        <p:spPr>
          <a:xfrm>
            <a:off x="822960" y="1371600"/>
            <a:ext cx="6583800" cy="37032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374" name="Google Shape;374;g3d13e538ef5_0_157:notes"/>
          <p:cNvSpPr txBox="1"/>
          <p:nvPr>
            <p:ph idx="1" type="body"/>
          </p:nvPr>
        </p:nvSpPr>
        <p:spPr>
          <a:xfrm>
            <a:off x="822960" y="5280660"/>
            <a:ext cx="6583800" cy="432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375" name="Google Shape;375;g3d13e538ef5_0_157:notes"/>
          <p:cNvSpPr txBox="1"/>
          <p:nvPr>
            <p:ph idx="12" type="sldNum"/>
          </p:nvPr>
        </p:nvSpPr>
        <p:spPr>
          <a:xfrm>
            <a:off x="4661536" y="10422256"/>
            <a:ext cx="3566100" cy="5505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6d17ca111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g36d17ca111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g36d17ca111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6d17ca1112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g36d17ca1112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g36d17ca1112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6d17ca1112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36d17ca1112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 name="Google Shape;399;g36d17ca1112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6d17ca1112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g36d17ca1112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g36d17ca1112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5" name="Google Shape;42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 name="Google Shape;44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5" name="Google Shape;45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 name="Google Shape;4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8" name="Google Shape;4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5" name="Google Shape;52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0" name="Google Shape;55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4" name="Google Shape;56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2" name="Google Shape;58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 name="Google Shape;58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8" name="Google Shape;58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6626736f9f_0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 name="Google Shape;625;g36626736f9f_0_2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g36626736f9f_0_2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d13e538ef5_0_432:notes"/>
          <p:cNvSpPr/>
          <p:nvPr>
            <p:ph idx="2" type="sldImg"/>
          </p:nvPr>
        </p:nvSpPr>
        <p:spPr>
          <a:xfrm>
            <a:off x="822960" y="1371600"/>
            <a:ext cx="6583800" cy="37032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633" name="Google Shape;633;g3d13e538ef5_0_432:notes"/>
          <p:cNvSpPr txBox="1"/>
          <p:nvPr>
            <p:ph idx="1" type="body"/>
          </p:nvPr>
        </p:nvSpPr>
        <p:spPr>
          <a:xfrm>
            <a:off x="822960" y="5280660"/>
            <a:ext cx="6583800" cy="432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634" name="Google Shape;634;g3d13e538ef5_0_432:notes"/>
          <p:cNvSpPr txBox="1"/>
          <p:nvPr>
            <p:ph idx="12" type="sldNum"/>
          </p:nvPr>
        </p:nvSpPr>
        <p:spPr>
          <a:xfrm>
            <a:off x="4661536" y="10422256"/>
            <a:ext cx="3566100" cy="5505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d13e538ef5_0_449:notes"/>
          <p:cNvSpPr/>
          <p:nvPr>
            <p:ph idx="2" type="sldImg"/>
          </p:nvPr>
        </p:nvSpPr>
        <p:spPr>
          <a:xfrm>
            <a:off x="822960" y="1371600"/>
            <a:ext cx="6583800" cy="37032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651" name="Google Shape;651;g3d13e538ef5_0_449:notes"/>
          <p:cNvSpPr txBox="1"/>
          <p:nvPr>
            <p:ph idx="1" type="body"/>
          </p:nvPr>
        </p:nvSpPr>
        <p:spPr>
          <a:xfrm>
            <a:off x="822960" y="5280660"/>
            <a:ext cx="6583800" cy="432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652" name="Google Shape;652;g3d13e538ef5_0_449:notes"/>
          <p:cNvSpPr txBox="1"/>
          <p:nvPr>
            <p:ph idx="12" type="sldNum"/>
          </p:nvPr>
        </p:nvSpPr>
        <p:spPr>
          <a:xfrm>
            <a:off x="4661536" y="10422256"/>
            <a:ext cx="3566100" cy="5505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d13e538ef5_0_457: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g3d13e538ef5_0_457: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60a3851fa7_0_154: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6" name="Google Shape;666;g360a3851fa7_0_154:notes"/>
          <p:cNvSpPr txBox="1"/>
          <p:nvPr>
            <p:ph idx="1" type="body"/>
          </p:nvPr>
        </p:nvSpPr>
        <p:spPr>
          <a:xfrm>
            <a:off x="822960" y="6949440"/>
            <a:ext cx="6583800" cy="65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60a3851fa7_0_159: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g360a3851fa7_0_159:notes"/>
          <p:cNvSpPr txBox="1"/>
          <p:nvPr>
            <p:ph idx="1" type="body"/>
          </p:nvPr>
        </p:nvSpPr>
        <p:spPr>
          <a:xfrm>
            <a:off x="822960" y="6949440"/>
            <a:ext cx="6583800" cy="65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d13e538ef5_0_462:notes"/>
          <p:cNvSpPr/>
          <p:nvPr>
            <p:ph idx="2" type="sldImg"/>
          </p:nvPr>
        </p:nvSpPr>
        <p:spPr>
          <a:xfrm>
            <a:off x="822960" y="1371600"/>
            <a:ext cx="6583800" cy="37032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678" name="Google Shape;678;g3d13e538ef5_0_462:notes"/>
          <p:cNvSpPr txBox="1"/>
          <p:nvPr>
            <p:ph idx="1" type="body"/>
          </p:nvPr>
        </p:nvSpPr>
        <p:spPr>
          <a:xfrm>
            <a:off x="822960" y="5280660"/>
            <a:ext cx="6583800" cy="432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679" name="Google Shape;679;g3d13e538ef5_0_462:notes"/>
          <p:cNvSpPr txBox="1"/>
          <p:nvPr>
            <p:ph idx="12" type="sldNum"/>
          </p:nvPr>
        </p:nvSpPr>
        <p:spPr>
          <a:xfrm>
            <a:off x="4661536" y="10422256"/>
            <a:ext cx="3566100" cy="5505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d13e538ef5_0_478:notes"/>
          <p:cNvSpPr/>
          <p:nvPr>
            <p:ph idx="2" type="sldImg"/>
          </p:nvPr>
        </p:nvSpPr>
        <p:spPr>
          <a:xfrm>
            <a:off x="822960" y="1371600"/>
            <a:ext cx="6583800" cy="37032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695" name="Google Shape;695;g3d13e538ef5_0_478:notes"/>
          <p:cNvSpPr txBox="1"/>
          <p:nvPr>
            <p:ph idx="1" type="body"/>
          </p:nvPr>
        </p:nvSpPr>
        <p:spPr>
          <a:xfrm>
            <a:off x="822960" y="5280660"/>
            <a:ext cx="6583800" cy="432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696" name="Google Shape;696;g3d13e538ef5_0_478:notes"/>
          <p:cNvSpPr txBox="1"/>
          <p:nvPr>
            <p:ph idx="12" type="sldNum"/>
          </p:nvPr>
        </p:nvSpPr>
        <p:spPr>
          <a:xfrm>
            <a:off x="4661536" y="10422256"/>
            <a:ext cx="3566100" cy="5505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60a3851fa7_0_164: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g360a3851fa7_0_164:notes"/>
          <p:cNvSpPr txBox="1"/>
          <p:nvPr>
            <p:ph idx="1" type="body"/>
          </p:nvPr>
        </p:nvSpPr>
        <p:spPr>
          <a:xfrm>
            <a:off x="822960" y="6949440"/>
            <a:ext cx="6583800" cy="65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d13e538ef5_0_486: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d13e538ef5_0_486: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13e538ef5_0_491:notes"/>
          <p:cNvSpPr/>
          <p:nvPr>
            <p:ph idx="2" type="sldImg"/>
          </p:nvPr>
        </p:nvSpPr>
        <p:spPr>
          <a:xfrm>
            <a:off x="822960" y="1371600"/>
            <a:ext cx="6583800" cy="37032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716" name="Google Shape;716;g3d13e538ef5_0_491:notes"/>
          <p:cNvSpPr txBox="1"/>
          <p:nvPr>
            <p:ph idx="1" type="body"/>
          </p:nvPr>
        </p:nvSpPr>
        <p:spPr>
          <a:xfrm>
            <a:off x="822960" y="5280660"/>
            <a:ext cx="6583800" cy="432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717" name="Google Shape;717;g3d13e538ef5_0_491:notes"/>
          <p:cNvSpPr txBox="1"/>
          <p:nvPr>
            <p:ph idx="12" type="sldNum"/>
          </p:nvPr>
        </p:nvSpPr>
        <p:spPr>
          <a:xfrm>
            <a:off x="4661536" y="10422256"/>
            <a:ext cx="3566100" cy="5505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13e538ef5_0_510:notes"/>
          <p:cNvSpPr/>
          <p:nvPr>
            <p:ph idx="2" type="sldImg"/>
          </p:nvPr>
        </p:nvSpPr>
        <p:spPr>
          <a:xfrm>
            <a:off x="822960" y="1371600"/>
            <a:ext cx="6583800" cy="37032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736" name="Google Shape;736;g3d13e538ef5_0_510:notes"/>
          <p:cNvSpPr txBox="1"/>
          <p:nvPr>
            <p:ph idx="1" type="body"/>
          </p:nvPr>
        </p:nvSpPr>
        <p:spPr>
          <a:xfrm>
            <a:off x="822960" y="5280660"/>
            <a:ext cx="6583800" cy="432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737" name="Google Shape;737;g3d13e538ef5_0_510:notes"/>
          <p:cNvSpPr txBox="1"/>
          <p:nvPr>
            <p:ph idx="12" type="sldNum"/>
          </p:nvPr>
        </p:nvSpPr>
        <p:spPr>
          <a:xfrm>
            <a:off x="4661536" y="10422256"/>
            <a:ext cx="3566100" cy="5505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g36626736f9f_0_117"/>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5" name="Google Shape;15;g36626736f9f_0_117"/>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algn="l">
              <a:lnSpc>
                <a:spcPct val="115000"/>
              </a:lnSpc>
              <a:spcBef>
                <a:spcPts val="0"/>
              </a:spcBef>
              <a:spcAft>
                <a:spcPts val="0"/>
              </a:spcAft>
              <a:buSzPts val="29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6" name="Google Shape;16;g36626736f9f_0_11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g36626736f9f_0_110"/>
          <p:cNvSpPr txBox="1"/>
          <p:nvPr>
            <p:ph type="ctrTitle"/>
          </p:nvPr>
        </p:nvSpPr>
        <p:spPr>
          <a:xfrm>
            <a:off x="498733" y="1191320"/>
            <a:ext cx="13632900" cy="3284100"/>
          </a:xfrm>
          <a:prstGeom prst="rect">
            <a:avLst/>
          </a:prstGeom>
          <a:noFill/>
          <a:ln>
            <a:noFill/>
          </a:ln>
        </p:spPr>
        <p:txBody>
          <a:bodyPr anchorCtr="0" anchor="b" bIns="146275" lIns="146275" spcFirstLastPara="1" rIns="146275" wrap="square" tIns="146275">
            <a:normAutofit/>
          </a:bodyPr>
          <a:lstStyle>
            <a:lvl1pPr lvl="0" algn="ctr">
              <a:lnSpc>
                <a:spcPct val="100000"/>
              </a:lnSpc>
              <a:spcBef>
                <a:spcPts val="0"/>
              </a:spcBef>
              <a:spcAft>
                <a:spcPts val="0"/>
              </a:spcAft>
              <a:buSzPts val="8300"/>
              <a:buNone/>
              <a:defRPr sz="8300"/>
            </a:lvl1pPr>
            <a:lvl2pPr lvl="1" algn="ctr">
              <a:lnSpc>
                <a:spcPct val="100000"/>
              </a:lnSpc>
              <a:spcBef>
                <a:spcPts val="0"/>
              </a:spcBef>
              <a:spcAft>
                <a:spcPts val="0"/>
              </a:spcAft>
              <a:buSzPts val="8300"/>
              <a:buNone/>
              <a:defRPr sz="8300"/>
            </a:lvl2pPr>
            <a:lvl3pPr lvl="2" algn="ctr">
              <a:lnSpc>
                <a:spcPct val="100000"/>
              </a:lnSpc>
              <a:spcBef>
                <a:spcPts val="0"/>
              </a:spcBef>
              <a:spcAft>
                <a:spcPts val="0"/>
              </a:spcAft>
              <a:buSzPts val="8300"/>
              <a:buNone/>
              <a:defRPr sz="8300"/>
            </a:lvl3pPr>
            <a:lvl4pPr lvl="3" algn="ctr">
              <a:lnSpc>
                <a:spcPct val="100000"/>
              </a:lnSpc>
              <a:spcBef>
                <a:spcPts val="0"/>
              </a:spcBef>
              <a:spcAft>
                <a:spcPts val="0"/>
              </a:spcAft>
              <a:buSzPts val="8300"/>
              <a:buNone/>
              <a:defRPr sz="8300"/>
            </a:lvl4pPr>
            <a:lvl5pPr lvl="4" algn="ctr">
              <a:lnSpc>
                <a:spcPct val="100000"/>
              </a:lnSpc>
              <a:spcBef>
                <a:spcPts val="0"/>
              </a:spcBef>
              <a:spcAft>
                <a:spcPts val="0"/>
              </a:spcAft>
              <a:buSzPts val="8300"/>
              <a:buNone/>
              <a:defRPr sz="8300"/>
            </a:lvl5pPr>
            <a:lvl6pPr lvl="5" algn="ctr">
              <a:lnSpc>
                <a:spcPct val="100000"/>
              </a:lnSpc>
              <a:spcBef>
                <a:spcPts val="0"/>
              </a:spcBef>
              <a:spcAft>
                <a:spcPts val="0"/>
              </a:spcAft>
              <a:buSzPts val="8300"/>
              <a:buNone/>
              <a:defRPr sz="8300"/>
            </a:lvl6pPr>
            <a:lvl7pPr lvl="6" algn="ctr">
              <a:lnSpc>
                <a:spcPct val="100000"/>
              </a:lnSpc>
              <a:spcBef>
                <a:spcPts val="0"/>
              </a:spcBef>
              <a:spcAft>
                <a:spcPts val="0"/>
              </a:spcAft>
              <a:buSzPts val="8300"/>
              <a:buNone/>
              <a:defRPr sz="8300"/>
            </a:lvl7pPr>
            <a:lvl8pPr lvl="7" algn="ctr">
              <a:lnSpc>
                <a:spcPct val="100000"/>
              </a:lnSpc>
              <a:spcBef>
                <a:spcPts val="0"/>
              </a:spcBef>
              <a:spcAft>
                <a:spcPts val="0"/>
              </a:spcAft>
              <a:buSzPts val="8300"/>
              <a:buNone/>
              <a:defRPr sz="8300"/>
            </a:lvl8pPr>
            <a:lvl9pPr lvl="8" algn="ctr">
              <a:lnSpc>
                <a:spcPct val="100000"/>
              </a:lnSpc>
              <a:spcBef>
                <a:spcPts val="0"/>
              </a:spcBef>
              <a:spcAft>
                <a:spcPts val="0"/>
              </a:spcAft>
              <a:buSzPts val="8300"/>
              <a:buNone/>
              <a:defRPr sz="8300"/>
            </a:lvl9pPr>
          </a:lstStyle>
          <a:p/>
        </p:txBody>
      </p:sp>
      <p:sp>
        <p:nvSpPr>
          <p:cNvPr id="19" name="Google Shape;19;g36626736f9f_0_110"/>
          <p:cNvSpPr txBox="1"/>
          <p:nvPr>
            <p:ph idx="1" type="subTitle"/>
          </p:nvPr>
        </p:nvSpPr>
        <p:spPr>
          <a:xfrm>
            <a:off x="498720" y="4534600"/>
            <a:ext cx="13632900" cy="1268100"/>
          </a:xfrm>
          <a:prstGeom prst="rect">
            <a:avLst/>
          </a:prstGeom>
          <a:noFill/>
          <a:ln>
            <a:noFill/>
          </a:ln>
        </p:spPr>
        <p:txBody>
          <a:bodyPr anchorCtr="0" anchor="t" bIns="146275" lIns="146275" spcFirstLastPara="1" rIns="146275" wrap="square" tIns="146275">
            <a:norm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20" name="Google Shape;20;g36626736f9f_0_11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21" name="Shape 21"/>
        <p:cNvGrpSpPr/>
        <p:nvPr/>
      </p:nvGrpSpPr>
      <p:grpSpPr>
        <a:xfrm>
          <a:off x="0" y="0"/>
          <a:ext cx="0" cy="0"/>
          <a:chOff x="0" y="0"/>
          <a:chExt cx="0" cy="0"/>
        </a:xfrm>
      </p:grpSpPr>
      <p:sp>
        <p:nvSpPr>
          <p:cNvPr id="22" name="Google Shape;22;g36626736f9f_0_151"/>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g36626736f9f_0_15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4" name="Google Shape;24;g36626736f9f_0_151">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25" name="Shape 25"/>
        <p:cNvGrpSpPr/>
        <p:nvPr/>
      </p:nvGrpSpPr>
      <p:grpSpPr>
        <a:xfrm>
          <a:off x="0" y="0"/>
          <a:ext cx="0" cy="0"/>
          <a:chOff x="0" y="0"/>
          <a:chExt cx="0" cy="0"/>
        </a:xfrm>
      </p:grpSpPr>
      <p:sp>
        <p:nvSpPr>
          <p:cNvPr id="26" name="Google Shape;26;g36626736f9f_0_155"/>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g36626736f9f_0_15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8" name="Google Shape;28;g36626736f9f_0_155">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29" name="Shape 29"/>
        <p:cNvGrpSpPr/>
        <p:nvPr/>
      </p:nvGrpSpPr>
      <p:grpSpPr>
        <a:xfrm>
          <a:off x="0" y="0"/>
          <a:ext cx="0" cy="0"/>
          <a:chOff x="0" y="0"/>
          <a:chExt cx="0" cy="0"/>
        </a:xfrm>
      </p:grpSpPr>
      <p:sp>
        <p:nvSpPr>
          <p:cNvPr id="30" name="Google Shape;30;g36626736f9f_0_159"/>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g36626736f9f_0_15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 name="Google Shape;32;g36626736f9f_0_159">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33" name="Shape 33"/>
        <p:cNvGrpSpPr/>
        <p:nvPr/>
      </p:nvGrpSpPr>
      <p:grpSpPr>
        <a:xfrm>
          <a:off x="0" y="0"/>
          <a:ext cx="0" cy="0"/>
          <a:chOff x="0" y="0"/>
          <a:chExt cx="0" cy="0"/>
        </a:xfrm>
      </p:grpSpPr>
      <p:sp>
        <p:nvSpPr>
          <p:cNvPr id="34" name="Google Shape;34;g36626736f9f_0_163"/>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g36626736f9f_0_16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 name="Google Shape;36;g36626736f9f_0_163">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37" name="Shape 37"/>
        <p:cNvGrpSpPr/>
        <p:nvPr/>
      </p:nvGrpSpPr>
      <p:grpSpPr>
        <a:xfrm>
          <a:off x="0" y="0"/>
          <a:ext cx="0" cy="0"/>
          <a:chOff x="0" y="0"/>
          <a:chExt cx="0" cy="0"/>
        </a:xfrm>
      </p:grpSpPr>
      <p:sp>
        <p:nvSpPr>
          <p:cNvPr id="38" name="Google Shape;38;g36626736f9f_0_167"/>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g36626736f9f_0_16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 name="Google Shape;40;g36626736f9f_0_167">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41" name="Shape 41"/>
        <p:cNvGrpSpPr/>
        <p:nvPr/>
      </p:nvGrpSpPr>
      <p:grpSpPr>
        <a:xfrm>
          <a:off x="0" y="0"/>
          <a:ext cx="0" cy="0"/>
          <a:chOff x="0" y="0"/>
          <a:chExt cx="0" cy="0"/>
        </a:xfrm>
      </p:grpSpPr>
      <p:sp>
        <p:nvSpPr>
          <p:cNvPr id="42" name="Google Shape;42;g36626736f9f_0_171"/>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g36626736f9f_0_17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 name="Google Shape;44;g36626736f9f_0_171">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45" name="Shape 45"/>
        <p:cNvGrpSpPr/>
        <p:nvPr/>
      </p:nvGrpSpPr>
      <p:grpSpPr>
        <a:xfrm>
          <a:off x="0" y="0"/>
          <a:ext cx="0" cy="0"/>
          <a:chOff x="0" y="0"/>
          <a:chExt cx="0" cy="0"/>
        </a:xfrm>
      </p:grpSpPr>
      <p:sp>
        <p:nvSpPr>
          <p:cNvPr id="46" name="Google Shape;46;g36626736f9f_0_175"/>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36626736f9f_0_17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8" name="Google Shape;48;g36626736f9f_0_175">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49" name="Shape 49"/>
        <p:cNvGrpSpPr/>
        <p:nvPr/>
      </p:nvGrpSpPr>
      <p:grpSpPr>
        <a:xfrm>
          <a:off x="0" y="0"/>
          <a:ext cx="0" cy="0"/>
          <a:chOff x="0" y="0"/>
          <a:chExt cx="0" cy="0"/>
        </a:xfrm>
      </p:grpSpPr>
      <p:sp>
        <p:nvSpPr>
          <p:cNvPr id="50" name="Google Shape;50;g36626736f9f_0_179"/>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g36626736f9f_0_17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2" name="Google Shape;52;g36626736f9f_0_179">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53" name="Shape 53"/>
        <p:cNvGrpSpPr/>
        <p:nvPr/>
      </p:nvGrpSpPr>
      <p:grpSpPr>
        <a:xfrm>
          <a:off x="0" y="0"/>
          <a:ext cx="0" cy="0"/>
          <a:chOff x="0" y="0"/>
          <a:chExt cx="0" cy="0"/>
        </a:xfrm>
      </p:grpSpPr>
      <p:sp>
        <p:nvSpPr>
          <p:cNvPr id="54" name="Google Shape;54;g36626736f9f_0_183"/>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g36626736f9f_0_18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6" name="Google Shape;56;g36626736f9f_0_183">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57" name="Shape 57"/>
        <p:cNvGrpSpPr/>
        <p:nvPr/>
      </p:nvGrpSpPr>
      <p:grpSpPr>
        <a:xfrm>
          <a:off x="0" y="0"/>
          <a:ext cx="0" cy="0"/>
          <a:chOff x="0" y="0"/>
          <a:chExt cx="0" cy="0"/>
        </a:xfrm>
      </p:grpSpPr>
      <p:sp>
        <p:nvSpPr>
          <p:cNvPr id="58" name="Google Shape;58;g36626736f9f_0_187"/>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g36626736f9f_0_18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0" name="Google Shape;60;g36626736f9f_0_187">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61" name="Shape 61"/>
        <p:cNvGrpSpPr/>
        <p:nvPr/>
      </p:nvGrpSpPr>
      <p:grpSpPr>
        <a:xfrm>
          <a:off x="0" y="0"/>
          <a:ext cx="0" cy="0"/>
          <a:chOff x="0" y="0"/>
          <a:chExt cx="0" cy="0"/>
        </a:xfrm>
      </p:grpSpPr>
      <p:sp>
        <p:nvSpPr>
          <p:cNvPr id="62" name="Google Shape;62;g36626736f9f_0_191"/>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g36626736f9f_0_19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4" name="Google Shape;64;g36626736f9f_0_191">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65" name="Shape 65"/>
        <p:cNvGrpSpPr/>
        <p:nvPr/>
      </p:nvGrpSpPr>
      <p:grpSpPr>
        <a:xfrm>
          <a:off x="0" y="0"/>
          <a:ext cx="0" cy="0"/>
          <a:chOff x="0" y="0"/>
          <a:chExt cx="0" cy="0"/>
        </a:xfrm>
      </p:grpSpPr>
      <p:sp>
        <p:nvSpPr>
          <p:cNvPr id="66" name="Google Shape;66;g36626736f9f_0_195"/>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g36626736f9f_0_19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8" name="Google Shape;68;g36626736f9f_0_195">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69" name="Shape 69"/>
        <p:cNvGrpSpPr/>
        <p:nvPr/>
      </p:nvGrpSpPr>
      <p:grpSpPr>
        <a:xfrm>
          <a:off x="0" y="0"/>
          <a:ext cx="0" cy="0"/>
          <a:chOff x="0" y="0"/>
          <a:chExt cx="0" cy="0"/>
        </a:xfrm>
      </p:grpSpPr>
      <p:sp>
        <p:nvSpPr>
          <p:cNvPr id="70" name="Google Shape;70;g36626736f9f_0_199"/>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36626736f9f_0_19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2" name="Google Shape;72;g36626736f9f_0_199">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73" name="Shape 73"/>
        <p:cNvGrpSpPr/>
        <p:nvPr/>
      </p:nvGrpSpPr>
      <p:grpSpPr>
        <a:xfrm>
          <a:off x="0" y="0"/>
          <a:ext cx="0" cy="0"/>
          <a:chOff x="0" y="0"/>
          <a:chExt cx="0" cy="0"/>
        </a:xfrm>
      </p:grpSpPr>
      <p:sp>
        <p:nvSpPr>
          <p:cNvPr id="74" name="Google Shape;74;g36626736f9f_0_203"/>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g36626736f9f_0_20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6" name="Google Shape;76;g36626736f9f_0_203">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77" name="Shape 77"/>
        <p:cNvGrpSpPr/>
        <p:nvPr/>
      </p:nvGrpSpPr>
      <p:grpSpPr>
        <a:xfrm>
          <a:off x="0" y="0"/>
          <a:ext cx="0" cy="0"/>
          <a:chOff x="0" y="0"/>
          <a:chExt cx="0" cy="0"/>
        </a:xfrm>
      </p:grpSpPr>
      <p:sp>
        <p:nvSpPr>
          <p:cNvPr id="78" name="Google Shape;78;g36626736f9f_0_207"/>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g36626736f9f_0_20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0" name="Google Shape;80;g36626736f9f_0_207">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81" name="Shape 81"/>
        <p:cNvGrpSpPr/>
        <p:nvPr/>
      </p:nvGrpSpPr>
      <p:grpSpPr>
        <a:xfrm>
          <a:off x="0" y="0"/>
          <a:ext cx="0" cy="0"/>
          <a:chOff x="0" y="0"/>
          <a:chExt cx="0" cy="0"/>
        </a:xfrm>
      </p:grpSpPr>
      <p:sp>
        <p:nvSpPr>
          <p:cNvPr id="82" name="Google Shape;82;g36626736f9f_0_211"/>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g36626736f9f_0_21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4" name="Google Shape;84;g36626736f9f_0_211">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85" name="Shape 85"/>
        <p:cNvGrpSpPr/>
        <p:nvPr/>
      </p:nvGrpSpPr>
      <p:grpSpPr>
        <a:xfrm>
          <a:off x="0" y="0"/>
          <a:ext cx="0" cy="0"/>
          <a:chOff x="0" y="0"/>
          <a:chExt cx="0" cy="0"/>
        </a:xfrm>
      </p:grpSpPr>
      <p:sp>
        <p:nvSpPr>
          <p:cNvPr id="86" name="Google Shape;86;g36626736f9f_0_215"/>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g36626736f9f_0_21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8" name="Google Shape;88;g36626736f9f_0_215">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spTree>
      <p:nvGrpSpPr>
        <p:cNvPr id="89" name="Shape 89"/>
        <p:cNvGrpSpPr/>
        <p:nvPr/>
      </p:nvGrpSpPr>
      <p:grpSpPr>
        <a:xfrm>
          <a:off x="0" y="0"/>
          <a:ext cx="0" cy="0"/>
          <a:chOff x="0" y="0"/>
          <a:chExt cx="0" cy="0"/>
        </a:xfrm>
      </p:grpSpPr>
      <p:sp>
        <p:nvSpPr>
          <p:cNvPr id="90" name="Google Shape;90;g36626736f9f_0_219"/>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36626736f9f_0_21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2" name="Google Shape;92;g36626736f9f_0_219">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spTree>
      <p:nvGrpSpPr>
        <p:cNvPr id="93" name="Shape 93"/>
        <p:cNvGrpSpPr/>
        <p:nvPr/>
      </p:nvGrpSpPr>
      <p:grpSpPr>
        <a:xfrm>
          <a:off x="0" y="0"/>
          <a:ext cx="0" cy="0"/>
          <a:chOff x="0" y="0"/>
          <a:chExt cx="0" cy="0"/>
        </a:xfrm>
      </p:grpSpPr>
      <p:sp>
        <p:nvSpPr>
          <p:cNvPr id="94" name="Google Shape;94;g36626736f9f_0_223"/>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36626736f9f_0_22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6" name="Google Shape;96;g36626736f9f_0_223">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spTree>
      <p:nvGrpSpPr>
        <p:cNvPr id="97" name="Shape 97"/>
        <p:cNvGrpSpPr/>
        <p:nvPr/>
      </p:nvGrpSpPr>
      <p:grpSpPr>
        <a:xfrm>
          <a:off x="0" y="0"/>
          <a:ext cx="0" cy="0"/>
          <a:chOff x="0" y="0"/>
          <a:chExt cx="0" cy="0"/>
        </a:xfrm>
      </p:grpSpPr>
      <p:sp>
        <p:nvSpPr>
          <p:cNvPr id="98" name="Google Shape;98;g36626736f9f_0_227"/>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g36626736f9f_0_22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0" name="Google Shape;100;g36626736f9f_0_227">
            <a:hlinkClick r:id="rId2"/>
          </p:cNvPr>
          <p:cNvPicPr preferRelativeResize="0"/>
          <p:nvPr/>
        </p:nvPicPr>
        <p:blipFill rotWithShape="1">
          <a:blip r:embed="rId3">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1" name="Shape 101"/>
        <p:cNvGrpSpPr/>
        <p:nvPr/>
      </p:nvGrpSpPr>
      <p:grpSpPr>
        <a:xfrm>
          <a:off x="0" y="0"/>
          <a:ext cx="0" cy="0"/>
          <a:chOff x="0" y="0"/>
          <a:chExt cx="0" cy="0"/>
        </a:xfrm>
      </p:grpSpPr>
      <p:sp>
        <p:nvSpPr>
          <p:cNvPr id="102" name="Google Shape;102;g36626736f9f_0_114"/>
          <p:cNvSpPr txBox="1"/>
          <p:nvPr>
            <p:ph type="title"/>
          </p:nvPr>
        </p:nvSpPr>
        <p:spPr>
          <a:xfrm>
            <a:off x="498720" y="3441360"/>
            <a:ext cx="13632900" cy="13470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SzPts val="5800"/>
              <a:buNone/>
              <a:defRPr sz="5800"/>
            </a:lvl1pPr>
            <a:lvl2pPr lvl="1" algn="ctr">
              <a:lnSpc>
                <a:spcPct val="100000"/>
              </a:lnSpc>
              <a:spcBef>
                <a:spcPts val="0"/>
              </a:spcBef>
              <a:spcAft>
                <a:spcPts val="0"/>
              </a:spcAft>
              <a:buSzPts val="5800"/>
              <a:buNone/>
              <a:defRPr sz="5800"/>
            </a:lvl2pPr>
            <a:lvl3pPr lvl="2" algn="ctr">
              <a:lnSpc>
                <a:spcPct val="100000"/>
              </a:lnSpc>
              <a:spcBef>
                <a:spcPts val="0"/>
              </a:spcBef>
              <a:spcAft>
                <a:spcPts val="0"/>
              </a:spcAft>
              <a:buSzPts val="5800"/>
              <a:buNone/>
              <a:defRPr sz="5800"/>
            </a:lvl3pPr>
            <a:lvl4pPr lvl="3" algn="ctr">
              <a:lnSpc>
                <a:spcPct val="100000"/>
              </a:lnSpc>
              <a:spcBef>
                <a:spcPts val="0"/>
              </a:spcBef>
              <a:spcAft>
                <a:spcPts val="0"/>
              </a:spcAft>
              <a:buSzPts val="5800"/>
              <a:buNone/>
              <a:defRPr sz="5800"/>
            </a:lvl4pPr>
            <a:lvl5pPr lvl="4" algn="ctr">
              <a:lnSpc>
                <a:spcPct val="100000"/>
              </a:lnSpc>
              <a:spcBef>
                <a:spcPts val="0"/>
              </a:spcBef>
              <a:spcAft>
                <a:spcPts val="0"/>
              </a:spcAft>
              <a:buSzPts val="5800"/>
              <a:buNone/>
              <a:defRPr sz="5800"/>
            </a:lvl5pPr>
            <a:lvl6pPr lvl="5" algn="ctr">
              <a:lnSpc>
                <a:spcPct val="100000"/>
              </a:lnSpc>
              <a:spcBef>
                <a:spcPts val="0"/>
              </a:spcBef>
              <a:spcAft>
                <a:spcPts val="0"/>
              </a:spcAft>
              <a:buSzPts val="5800"/>
              <a:buNone/>
              <a:defRPr sz="5800"/>
            </a:lvl6pPr>
            <a:lvl7pPr lvl="6" algn="ctr">
              <a:lnSpc>
                <a:spcPct val="100000"/>
              </a:lnSpc>
              <a:spcBef>
                <a:spcPts val="0"/>
              </a:spcBef>
              <a:spcAft>
                <a:spcPts val="0"/>
              </a:spcAft>
              <a:buSzPts val="5800"/>
              <a:buNone/>
              <a:defRPr sz="5800"/>
            </a:lvl7pPr>
            <a:lvl8pPr lvl="7" algn="ctr">
              <a:lnSpc>
                <a:spcPct val="100000"/>
              </a:lnSpc>
              <a:spcBef>
                <a:spcPts val="0"/>
              </a:spcBef>
              <a:spcAft>
                <a:spcPts val="0"/>
              </a:spcAft>
              <a:buSzPts val="5800"/>
              <a:buNone/>
              <a:defRPr sz="5800"/>
            </a:lvl8pPr>
            <a:lvl9pPr lvl="8" algn="ctr">
              <a:lnSpc>
                <a:spcPct val="100000"/>
              </a:lnSpc>
              <a:spcBef>
                <a:spcPts val="0"/>
              </a:spcBef>
              <a:spcAft>
                <a:spcPts val="0"/>
              </a:spcAft>
              <a:buSzPts val="5800"/>
              <a:buNone/>
              <a:defRPr sz="5800"/>
            </a:lvl9pPr>
          </a:lstStyle>
          <a:p/>
        </p:txBody>
      </p:sp>
      <p:sp>
        <p:nvSpPr>
          <p:cNvPr id="103" name="Google Shape;103;g36626736f9f_0_11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4" name="Shape 104"/>
        <p:cNvGrpSpPr/>
        <p:nvPr/>
      </p:nvGrpSpPr>
      <p:grpSpPr>
        <a:xfrm>
          <a:off x="0" y="0"/>
          <a:ext cx="0" cy="0"/>
          <a:chOff x="0" y="0"/>
          <a:chExt cx="0" cy="0"/>
        </a:xfrm>
      </p:grpSpPr>
      <p:sp>
        <p:nvSpPr>
          <p:cNvPr id="105" name="Google Shape;105;g36626736f9f_0_121"/>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06" name="Google Shape;106;g36626736f9f_0_121"/>
          <p:cNvSpPr txBox="1"/>
          <p:nvPr>
            <p:ph idx="1" type="body"/>
          </p:nvPr>
        </p:nvSpPr>
        <p:spPr>
          <a:xfrm>
            <a:off x="498720" y="1843960"/>
            <a:ext cx="6399900" cy="5466300"/>
          </a:xfrm>
          <a:prstGeom prst="rect">
            <a:avLst/>
          </a:prstGeom>
          <a:noFill/>
          <a:ln>
            <a:noFill/>
          </a:ln>
        </p:spPr>
        <p:txBody>
          <a:bodyPr anchorCtr="0" anchor="t" bIns="146275" lIns="146275" spcFirstLastPara="1" rIns="146275" wrap="square" tIns="146275">
            <a:normAutofit/>
          </a:bodyPr>
          <a:lstStyle>
            <a:lvl1pPr indent="-368300" lvl="0" marL="457200" algn="l">
              <a:lnSpc>
                <a:spcPct val="115000"/>
              </a:lnSpc>
              <a:spcBef>
                <a:spcPts val="0"/>
              </a:spcBef>
              <a:spcAft>
                <a:spcPts val="0"/>
              </a:spcAft>
              <a:buSzPts val="2200"/>
              <a:buChar char="●"/>
              <a:defRPr sz="2200"/>
            </a:lvl1pPr>
            <a:lvl2pPr indent="-349250" lvl="1" marL="914400" algn="l">
              <a:lnSpc>
                <a:spcPct val="115000"/>
              </a:lnSpc>
              <a:spcBef>
                <a:spcPts val="0"/>
              </a:spcBef>
              <a:spcAft>
                <a:spcPts val="0"/>
              </a:spcAft>
              <a:buSzPts val="1900"/>
              <a:buChar char="○"/>
              <a:defRPr sz="1900"/>
            </a:lvl2pPr>
            <a:lvl3pPr indent="-349250" lvl="2" marL="1371600" algn="l">
              <a:lnSpc>
                <a:spcPct val="115000"/>
              </a:lnSpc>
              <a:spcBef>
                <a:spcPts val="0"/>
              </a:spcBef>
              <a:spcAft>
                <a:spcPts val="0"/>
              </a:spcAft>
              <a:buSzPts val="1900"/>
              <a:buChar char="■"/>
              <a:defRPr sz="1900"/>
            </a:lvl3pPr>
            <a:lvl4pPr indent="-349250" lvl="3" marL="1828800" algn="l">
              <a:lnSpc>
                <a:spcPct val="115000"/>
              </a:lnSpc>
              <a:spcBef>
                <a:spcPts val="0"/>
              </a:spcBef>
              <a:spcAft>
                <a:spcPts val="0"/>
              </a:spcAft>
              <a:buSzPts val="1900"/>
              <a:buChar char="●"/>
              <a:defRPr sz="1900"/>
            </a:lvl4pPr>
            <a:lvl5pPr indent="-349250" lvl="4" marL="2286000" algn="l">
              <a:lnSpc>
                <a:spcPct val="115000"/>
              </a:lnSpc>
              <a:spcBef>
                <a:spcPts val="0"/>
              </a:spcBef>
              <a:spcAft>
                <a:spcPts val="0"/>
              </a:spcAft>
              <a:buSzPts val="1900"/>
              <a:buChar char="○"/>
              <a:defRPr sz="1900"/>
            </a:lvl5pPr>
            <a:lvl6pPr indent="-349250" lvl="5" marL="2743200" algn="l">
              <a:lnSpc>
                <a:spcPct val="115000"/>
              </a:lnSpc>
              <a:spcBef>
                <a:spcPts val="0"/>
              </a:spcBef>
              <a:spcAft>
                <a:spcPts val="0"/>
              </a:spcAft>
              <a:buSzPts val="1900"/>
              <a:buChar char="■"/>
              <a:defRPr sz="1900"/>
            </a:lvl6pPr>
            <a:lvl7pPr indent="-349250" lvl="6" marL="3200400" algn="l">
              <a:lnSpc>
                <a:spcPct val="115000"/>
              </a:lnSpc>
              <a:spcBef>
                <a:spcPts val="0"/>
              </a:spcBef>
              <a:spcAft>
                <a:spcPts val="0"/>
              </a:spcAft>
              <a:buSzPts val="1900"/>
              <a:buChar char="●"/>
              <a:defRPr sz="1900"/>
            </a:lvl7pPr>
            <a:lvl8pPr indent="-349250" lvl="7" marL="3657600" algn="l">
              <a:lnSpc>
                <a:spcPct val="115000"/>
              </a:lnSpc>
              <a:spcBef>
                <a:spcPts val="0"/>
              </a:spcBef>
              <a:spcAft>
                <a:spcPts val="0"/>
              </a:spcAft>
              <a:buSzPts val="1900"/>
              <a:buChar char="○"/>
              <a:defRPr sz="1900"/>
            </a:lvl8pPr>
            <a:lvl9pPr indent="-349250" lvl="8" marL="4114800" algn="l">
              <a:lnSpc>
                <a:spcPct val="115000"/>
              </a:lnSpc>
              <a:spcBef>
                <a:spcPts val="0"/>
              </a:spcBef>
              <a:spcAft>
                <a:spcPts val="0"/>
              </a:spcAft>
              <a:buSzPts val="1900"/>
              <a:buChar char="■"/>
              <a:defRPr sz="1900"/>
            </a:lvl9pPr>
          </a:lstStyle>
          <a:p/>
        </p:txBody>
      </p:sp>
      <p:sp>
        <p:nvSpPr>
          <p:cNvPr id="107" name="Google Shape;107;g36626736f9f_0_121"/>
          <p:cNvSpPr txBox="1"/>
          <p:nvPr>
            <p:ph idx="2" type="body"/>
          </p:nvPr>
        </p:nvSpPr>
        <p:spPr>
          <a:xfrm>
            <a:off x="7731840" y="1843960"/>
            <a:ext cx="6399900" cy="5466300"/>
          </a:xfrm>
          <a:prstGeom prst="rect">
            <a:avLst/>
          </a:prstGeom>
          <a:noFill/>
          <a:ln>
            <a:noFill/>
          </a:ln>
        </p:spPr>
        <p:txBody>
          <a:bodyPr anchorCtr="0" anchor="t" bIns="146275" lIns="146275" spcFirstLastPara="1" rIns="146275" wrap="square" tIns="146275">
            <a:normAutofit/>
          </a:bodyPr>
          <a:lstStyle>
            <a:lvl1pPr indent="-368300" lvl="0" marL="457200" algn="l">
              <a:lnSpc>
                <a:spcPct val="115000"/>
              </a:lnSpc>
              <a:spcBef>
                <a:spcPts val="0"/>
              </a:spcBef>
              <a:spcAft>
                <a:spcPts val="0"/>
              </a:spcAft>
              <a:buSzPts val="2200"/>
              <a:buChar char="●"/>
              <a:defRPr sz="2200"/>
            </a:lvl1pPr>
            <a:lvl2pPr indent="-349250" lvl="1" marL="914400" algn="l">
              <a:lnSpc>
                <a:spcPct val="115000"/>
              </a:lnSpc>
              <a:spcBef>
                <a:spcPts val="0"/>
              </a:spcBef>
              <a:spcAft>
                <a:spcPts val="0"/>
              </a:spcAft>
              <a:buSzPts val="1900"/>
              <a:buChar char="○"/>
              <a:defRPr sz="1900"/>
            </a:lvl2pPr>
            <a:lvl3pPr indent="-349250" lvl="2" marL="1371600" algn="l">
              <a:lnSpc>
                <a:spcPct val="115000"/>
              </a:lnSpc>
              <a:spcBef>
                <a:spcPts val="0"/>
              </a:spcBef>
              <a:spcAft>
                <a:spcPts val="0"/>
              </a:spcAft>
              <a:buSzPts val="1900"/>
              <a:buChar char="■"/>
              <a:defRPr sz="1900"/>
            </a:lvl3pPr>
            <a:lvl4pPr indent="-349250" lvl="3" marL="1828800" algn="l">
              <a:lnSpc>
                <a:spcPct val="115000"/>
              </a:lnSpc>
              <a:spcBef>
                <a:spcPts val="0"/>
              </a:spcBef>
              <a:spcAft>
                <a:spcPts val="0"/>
              </a:spcAft>
              <a:buSzPts val="1900"/>
              <a:buChar char="●"/>
              <a:defRPr sz="1900"/>
            </a:lvl4pPr>
            <a:lvl5pPr indent="-349250" lvl="4" marL="2286000" algn="l">
              <a:lnSpc>
                <a:spcPct val="115000"/>
              </a:lnSpc>
              <a:spcBef>
                <a:spcPts val="0"/>
              </a:spcBef>
              <a:spcAft>
                <a:spcPts val="0"/>
              </a:spcAft>
              <a:buSzPts val="1900"/>
              <a:buChar char="○"/>
              <a:defRPr sz="1900"/>
            </a:lvl5pPr>
            <a:lvl6pPr indent="-349250" lvl="5" marL="2743200" algn="l">
              <a:lnSpc>
                <a:spcPct val="115000"/>
              </a:lnSpc>
              <a:spcBef>
                <a:spcPts val="0"/>
              </a:spcBef>
              <a:spcAft>
                <a:spcPts val="0"/>
              </a:spcAft>
              <a:buSzPts val="1900"/>
              <a:buChar char="■"/>
              <a:defRPr sz="1900"/>
            </a:lvl6pPr>
            <a:lvl7pPr indent="-349250" lvl="6" marL="3200400" algn="l">
              <a:lnSpc>
                <a:spcPct val="115000"/>
              </a:lnSpc>
              <a:spcBef>
                <a:spcPts val="0"/>
              </a:spcBef>
              <a:spcAft>
                <a:spcPts val="0"/>
              </a:spcAft>
              <a:buSzPts val="1900"/>
              <a:buChar char="●"/>
              <a:defRPr sz="1900"/>
            </a:lvl7pPr>
            <a:lvl8pPr indent="-349250" lvl="7" marL="3657600" algn="l">
              <a:lnSpc>
                <a:spcPct val="115000"/>
              </a:lnSpc>
              <a:spcBef>
                <a:spcPts val="0"/>
              </a:spcBef>
              <a:spcAft>
                <a:spcPts val="0"/>
              </a:spcAft>
              <a:buSzPts val="1900"/>
              <a:buChar char="○"/>
              <a:defRPr sz="1900"/>
            </a:lvl8pPr>
            <a:lvl9pPr indent="-349250" lvl="8" marL="4114800" algn="l">
              <a:lnSpc>
                <a:spcPct val="115000"/>
              </a:lnSpc>
              <a:spcBef>
                <a:spcPts val="0"/>
              </a:spcBef>
              <a:spcAft>
                <a:spcPts val="0"/>
              </a:spcAft>
              <a:buSzPts val="1900"/>
              <a:buChar char="■"/>
              <a:defRPr sz="1900"/>
            </a:lvl9pPr>
          </a:lstStyle>
          <a:p/>
        </p:txBody>
      </p:sp>
      <p:sp>
        <p:nvSpPr>
          <p:cNvPr id="108" name="Google Shape;108;g36626736f9f_0_121"/>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9" name="Shape 109"/>
        <p:cNvGrpSpPr/>
        <p:nvPr/>
      </p:nvGrpSpPr>
      <p:grpSpPr>
        <a:xfrm>
          <a:off x="0" y="0"/>
          <a:ext cx="0" cy="0"/>
          <a:chOff x="0" y="0"/>
          <a:chExt cx="0" cy="0"/>
        </a:xfrm>
      </p:grpSpPr>
      <p:sp>
        <p:nvSpPr>
          <p:cNvPr id="110" name="Google Shape;110;g36626736f9f_0_126"/>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11" name="Google Shape;111;g36626736f9f_0_12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2" name="Shape 112"/>
        <p:cNvGrpSpPr/>
        <p:nvPr/>
      </p:nvGrpSpPr>
      <p:grpSpPr>
        <a:xfrm>
          <a:off x="0" y="0"/>
          <a:ext cx="0" cy="0"/>
          <a:chOff x="0" y="0"/>
          <a:chExt cx="0" cy="0"/>
        </a:xfrm>
      </p:grpSpPr>
      <p:sp>
        <p:nvSpPr>
          <p:cNvPr id="113" name="Google Shape;113;g36626736f9f_0_129"/>
          <p:cNvSpPr txBox="1"/>
          <p:nvPr>
            <p:ph type="title"/>
          </p:nvPr>
        </p:nvSpPr>
        <p:spPr>
          <a:xfrm>
            <a:off x="498720" y="888960"/>
            <a:ext cx="4492800" cy="1209000"/>
          </a:xfrm>
          <a:prstGeom prst="rect">
            <a:avLst/>
          </a:prstGeom>
          <a:noFill/>
          <a:ln>
            <a:noFill/>
          </a:ln>
        </p:spPr>
        <p:txBody>
          <a:bodyPr anchorCtr="0" anchor="b"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114" name="Google Shape;114;g36626736f9f_0_129"/>
          <p:cNvSpPr txBox="1"/>
          <p:nvPr>
            <p:ph idx="1" type="body"/>
          </p:nvPr>
        </p:nvSpPr>
        <p:spPr>
          <a:xfrm>
            <a:off x="498720" y="2223360"/>
            <a:ext cx="4492800" cy="5087100"/>
          </a:xfrm>
          <a:prstGeom prst="rect">
            <a:avLst/>
          </a:prstGeom>
          <a:noFill/>
          <a:ln>
            <a:noFill/>
          </a:ln>
        </p:spPr>
        <p:txBody>
          <a:bodyPr anchorCtr="0" anchor="t" bIns="146275" lIns="146275" spcFirstLastPara="1" rIns="146275" wrap="square" tIns="146275">
            <a:normAutofit/>
          </a:bodyPr>
          <a:lstStyle>
            <a:lvl1pPr indent="-349250" lvl="0" marL="457200" algn="l">
              <a:lnSpc>
                <a:spcPct val="115000"/>
              </a:lnSpc>
              <a:spcBef>
                <a:spcPts val="0"/>
              </a:spcBef>
              <a:spcAft>
                <a:spcPts val="0"/>
              </a:spcAft>
              <a:buSzPts val="1900"/>
              <a:buChar char="●"/>
              <a:defRPr sz="1900"/>
            </a:lvl1pPr>
            <a:lvl2pPr indent="-349250" lvl="1" marL="914400" algn="l">
              <a:lnSpc>
                <a:spcPct val="115000"/>
              </a:lnSpc>
              <a:spcBef>
                <a:spcPts val="0"/>
              </a:spcBef>
              <a:spcAft>
                <a:spcPts val="0"/>
              </a:spcAft>
              <a:buSzPts val="1900"/>
              <a:buChar char="○"/>
              <a:defRPr sz="1900"/>
            </a:lvl2pPr>
            <a:lvl3pPr indent="-349250" lvl="2" marL="1371600" algn="l">
              <a:lnSpc>
                <a:spcPct val="115000"/>
              </a:lnSpc>
              <a:spcBef>
                <a:spcPts val="0"/>
              </a:spcBef>
              <a:spcAft>
                <a:spcPts val="0"/>
              </a:spcAft>
              <a:buSzPts val="1900"/>
              <a:buChar char="■"/>
              <a:defRPr sz="1900"/>
            </a:lvl3pPr>
            <a:lvl4pPr indent="-349250" lvl="3" marL="1828800" algn="l">
              <a:lnSpc>
                <a:spcPct val="115000"/>
              </a:lnSpc>
              <a:spcBef>
                <a:spcPts val="0"/>
              </a:spcBef>
              <a:spcAft>
                <a:spcPts val="0"/>
              </a:spcAft>
              <a:buSzPts val="1900"/>
              <a:buChar char="●"/>
              <a:defRPr sz="1900"/>
            </a:lvl4pPr>
            <a:lvl5pPr indent="-349250" lvl="4" marL="2286000" algn="l">
              <a:lnSpc>
                <a:spcPct val="115000"/>
              </a:lnSpc>
              <a:spcBef>
                <a:spcPts val="0"/>
              </a:spcBef>
              <a:spcAft>
                <a:spcPts val="0"/>
              </a:spcAft>
              <a:buSzPts val="1900"/>
              <a:buChar char="○"/>
              <a:defRPr sz="1900"/>
            </a:lvl5pPr>
            <a:lvl6pPr indent="-349250" lvl="5" marL="2743200" algn="l">
              <a:lnSpc>
                <a:spcPct val="115000"/>
              </a:lnSpc>
              <a:spcBef>
                <a:spcPts val="0"/>
              </a:spcBef>
              <a:spcAft>
                <a:spcPts val="0"/>
              </a:spcAft>
              <a:buSzPts val="1900"/>
              <a:buChar char="■"/>
              <a:defRPr sz="1900"/>
            </a:lvl6pPr>
            <a:lvl7pPr indent="-349250" lvl="6" marL="3200400" algn="l">
              <a:lnSpc>
                <a:spcPct val="115000"/>
              </a:lnSpc>
              <a:spcBef>
                <a:spcPts val="0"/>
              </a:spcBef>
              <a:spcAft>
                <a:spcPts val="0"/>
              </a:spcAft>
              <a:buSzPts val="1900"/>
              <a:buChar char="●"/>
              <a:defRPr sz="1900"/>
            </a:lvl7pPr>
            <a:lvl8pPr indent="-349250" lvl="7" marL="3657600" algn="l">
              <a:lnSpc>
                <a:spcPct val="115000"/>
              </a:lnSpc>
              <a:spcBef>
                <a:spcPts val="0"/>
              </a:spcBef>
              <a:spcAft>
                <a:spcPts val="0"/>
              </a:spcAft>
              <a:buSzPts val="1900"/>
              <a:buChar char="○"/>
              <a:defRPr sz="1900"/>
            </a:lvl8pPr>
            <a:lvl9pPr indent="-349250" lvl="8" marL="4114800" algn="l">
              <a:lnSpc>
                <a:spcPct val="115000"/>
              </a:lnSpc>
              <a:spcBef>
                <a:spcPts val="0"/>
              </a:spcBef>
              <a:spcAft>
                <a:spcPts val="0"/>
              </a:spcAft>
              <a:buSzPts val="1900"/>
              <a:buChar char="■"/>
              <a:defRPr sz="1900"/>
            </a:lvl9pPr>
          </a:lstStyle>
          <a:p/>
        </p:txBody>
      </p:sp>
      <p:sp>
        <p:nvSpPr>
          <p:cNvPr id="115" name="Google Shape;115;g36626736f9f_0_129"/>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6" name="Shape 116"/>
        <p:cNvGrpSpPr/>
        <p:nvPr/>
      </p:nvGrpSpPr>
      <p:grpSpPr>
        <a:xfrm>
          <a:off x="0" y="0"/>
          <a:ext cx="0" cy="0"/>
          <a:chOff x="0" y="0"/>
          <a:chExt cx="0" cy="0"/>
        </a:xfrm>
      </p:grpSpPr>
      <p:sp>
        <p:nvSpPr>
          <p:cNvPr id="117" name="Google Shape;117;g36626736f9f_0_133"/>
          <p:cNvSpPr txBox="1"/>
          <p:nvPr>
            <p:ph type="title"/>
          </p:nvPr>
        </p:nvSpPr>
        <p:spPr>
          <a:xfrm>
            <a:off x="784400" y="720240"/>
            <a:ext cx="10188600" cy="65454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SzPts val="7700"/>
              <a:buNone/>
              <a:defRPr sz="7700"/>
            </a:lvl1pPr>
            <a:lvl2pPr lvl="1" algn="l">
              <a:lnSpc>
                <a:spcPct val="100000"/>
              </a:lnSpc>
              <a:spcBef>
                <a:spcPts val="0"/>
              </a:spcBef>
              <a:spcAft>
                <a:spcPts val="0"/>
              </a:spcAft>
              <a:buSzPts val="7700"/>
              <a:buNone/>
              <a:defRPr sz="7700"/>
            </a:lvl2pPr>
            <a:lvl3pPr lvl="2" algn="l">
              <a:lnSpc>
                <a:spcPct val="100000"/>
              </a:lnSpc>
              <a:spcBef>
                <a:spcPts val="0"/>
              </a:spcBef>
              <a:spcAft>
                <a:spcPts val="0"/>
              </a:spcAft>
              <a:buSzPts val="7700"/>
              <a:buNone/>
              <a:defRPr sz="7700"/>
            </a:lvl3pPr>
            <a:lvl4pPr lvl="3" algn="l">
              <a:lnSpc>
                <a:spcPct val="100000"/>
              </a:lnSpc>
              <a:spcBef>
                <a:spcPts val="0"/>
              </a:spcBef>
              <a:spcAft>
                <a:spcPts val="0"/>
              </a:spcAft>
              <a:buSzPts val="7700"/>
              <a:buNone/>
              <a:defRPr sz="7700"/>
            </a:lvl4pPr>
            <a:lvl5pPr lvl="4" algn="l">
              <a:lnSpc>
                <a:spcPct val="100000"/>
              </a:lnSpc>
              <a:spcBef>
                <a:spcPts val="0"/>
              </a:spcBef>
              <a:spcAft>
                <a:spcPts val="0"/>
              </a:spcAft>
              <a:buSzPts val="7700"/>
              <a:buNone/>
              <a:defRPr sz="7700"/>
            </a:lvl5pPr>
            <a:lvl6pPr lvl="5" algn="l">
              <a:lnSpc>
                <a:spcPct val="100000"/>
              </a:lnSpc>
              <a:spcBef>
                <a:spcPts val="0"/>
              </a:spcBef>
              <a:spcAft>
                <a:spcPts val="0"/>
              </a:spcAft>
              <a:buSzPts val="7700"/>
              <a:buNone/>
              <a:defRPr sz="7700"/>
            </a:lvl6pPr>
            <a:lvl7pPr lvl="6" algn="l">
              <a:lnSpc>
                <a:spcPct val="100000"/>
              </a:lnSpc>
              <a:spcBef>
                <a:spcPts val="0"/>
              </a:spcBef>
              <a:spcAft>
                <a:spcPts val="0"/>
              </a:spcAft>
              <a:buSzPts val="7700"/>
              <a:buNone/>
              <a:defRPr sz="7700"/>
            </a:lvl7pPr>
            <a:lvl8pPr lvl="7" algn="l">
              <a:lnSpc>
                <a:spcPct val="100000"/>
              </a:lnSpc>
              <a:spcBef>
                <a:spcPts val="0"/>
              </a:spcBef>
              <a:spcAft>
                <a:spcPts val="0"/>
              </a:spcAft>
              <a:buSzPts val="7700"/>
              <a:buNone/>
              <a:defRPr sz="7700"/>
            </a:lvl8pPr>
            <a:lvl9pPr lvl="8" algn="l">
              <a:lnSpc>
                <a:spcPct val="100000"/>
              </a:lnSpc>
              <a:spcBef>
                <a:spcPts val="0"/>
              </a:spcBef>
              <a:spcAft>
                <a:spcPts val="0"/>
              </a:spcAft>
              <a:buSzPts val="7700"/>
              <a:buNone/>
              <a:defRPr sz="7700"/>
            </a:lvl9pPr>
          </a:lstStyle>
          <a:p/>
        </p:txBody>
      </p:sp>
      <p:sp>
        <p:nvSpPr>
          <p:cNvPr id="118" name="Google Shape;118;g36626736f9f_0_133"/>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9" name="Shape 119"/>
        <p:cNvGrpSpPr/>
        <p:nvPr/>
      </p:nvGrpSpPr>
      <p:grpSpPr>
        <a:xfrm>
          <a:off x="0" y="0"/>
          <a:ext cx="0" cy="0"/>
          <a:chOff x="0" y="0"/>
          <a:chExt cx="0" cy="0"/>
        </a:xfrm>
      </p:grpSpPr>
      <p:sp>
        <p:nvSpPr>
          <p:cNvPr id="120" name="Google Shape;120;g36626736f9f_0_136"/>
          <p:cNvSpPr/>
          <p:nvPr/>
        </p:nvSpPr>
        <p:spPr>
          <a:xfrm>
            <a:off x="7315200" y="-200"/>
            <a:ext cx="7315200" cy="8229600"/>
          </a:xfrm>
          <a:prstGeom prst="rect">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36626736f9f_0_136"/>
          <p:cNvSpPr txBox="1"/>
          <p:nvPr>
            <p:ph type="title"/>
          </p:nvPr>
        </p:nvSpPr>
        <p:spPr>
          <a:xfrm>
            <a:off x="424800" y="1973080"/>
            <a:ext cx="6472200" cy="2371800"/>
          </a:xfrm>
          <a:prstGeom prst="rect">
            <a:avLst/>
          </a:prstGeom>
          <a:noFill/>
          <a:ln>
            <a:noFill/>
          </a:ln>
        </p:spPr>
        <p:txBody>
          <a:bodyPr anchorCtr="0" anchor="b" bIns="146275" lIns="146275" spcFirstLastPara="1" rIns="146275" wrap="square" tIns="146275">
            <a:normAutofit/>
          </a:bodyPr>
          <a:lstStyle>
            <a:lvl1pPr lvl="0" algn="ctr">
              <a:lnSpc>
                <a:spcPct val="100000"/>
              </a:lnSpc>
              <a:spcBef>
                <a:spcPts val="0"/>
              </a:spcBef>
              <a:spcAft>
                <a:spcPts val="0"/>
              </a:spcAft>
              <a:buSzPts val="6700"/>
              <a:buNone/>
              <a:defRPr sz="6700"/>
            </a:lvl1pPr>
            <a:lvl2pPr lvl="1" algn="ctr">
              <a:lnSpc>
                <a:spcPct val="100000"/>
              </a:lnSpc>
              <a:spcBef>
                <a:spcPts val="0"/>
              </a:spcBef>
              <a:spcAft>
                <a:spcPts val="0"/>
              </a:spcAft>
              <a:buSzPts val="6700"/>
              <a:buNone/>
              <a:defRPr sz="6700"/>
            </a:lvl2pPr>
            <a:lvl3pPr lvl="2" algn="ctr">
              <a:lnSpc>
                <a:spcPct val="100000"/>
              </a:lnSpc>
              <a:spcBef>
                <a:spcPts val="0"/>
              </a:spcBef>
              <a:spcAft>
                <a:spcPts val="0"/>
              </a:spcAft>
              <a:buSzPts val="6700"/>
              <a:buNone/>
              <a:defRPr sz="6700"/>
            </a:lvl3pPr>
            <a:lvl4pPr lvl="3" algn="ctr">
              <a:lnSpc>
                <a:spcPct val="100000"/>
              </a:lnSpc>
              <a:spcBef>
                <a:spcPts val="0"/>
              </a:spcBef>
              <a:spcAft>
                <a:spcPts val="0"/>
              </a:spcAft>
              <a:buSzPts val="6700"/>
              <a:buNone/>
              <a:defRPr sz="6700"/>
            </a:lvl4pPr>
            <a:lvl5pPr lvl="4" algn="ctr">
              <a:lnSpc>
                <a:spcPct val="100000"/>
              </a:lnSpc>
              <a:spcBef>
                <a:spcPts val="0"/>
              </a:spcBef>
              <a:spcAft>
                <a:spcPts val="0"/>
              </a:spcAft>
              <a:buSzPts val="6700"/>
              <a:buNone/>
              <a:defRPr sz="6700"/>
            </a:lvl5pPr>
            <a:lvl6pPr lvl="5" algn="ctr">
              <a:lnSpc>
                <a:spcPct val="100000"/>
              </a:lnSpc>
              <a:spcBef>
                <a:spcPts val="0"/>
              </a:spcBef>
              <a:spcAft>
                <a:spcPts val="0"/>
              </a:spcAft>
              <a:buSzPts val="6700"/>
              <a:buNone/>
              <a:defRPr sz="6700"/>
            </a:lvl6pPr>
            <a:lvl7pPr lvl="6" algn="ctr">
              <a:lnSpc>
                <a:spcPct val="100000"/>
              </a:lnSpc>
              <a:spcBef>
                <a:spcPts val="0"/>
              </a:spcBef>
              <a:spcAft>
                <a:spcPts val="0"/>
              </a:spcAft>
              <a:buSzPts val="6700"/>
              <a:buNone/>
              <a:defRPr sz="6700"/>
            </a:lvl7pPr>
            <a:lvl8pPr lvl="7" algn="ctr">
              <a:lnSpc>
                <a:spcPct val="100000"/>
              </a:lnSpc>
              <a:spcBef>
                <a:spcPts val="0"/>
              </a:spcBef>
              <a:spcAft>
                <a:spcPts val="0"/>
              </a:spcAft>
              <a:buSzPts val="6700"/>
              <a:buNone/>
              <a:defRPr sz="6700"/>
            </a:lvl8pPr>
            <a:lvl9pPr lvl="8" algn="ctr">
              <a:lnSpc>
                <a:spcPct val="100000"/>
              </a:lnSpc>
              <a:spcBef>
                <a:spcPts val="0"/>
              </a:spcBef>
              <a:spcAft>
                <a:spcPts val="0"/>
              </a:spcAft>
              <a:buSzPts val="6700"/>
              <a:buNone/>
              <a:defRPr sz="6700"/>
            </a:lvl9pPr>
          </a:lstStyle>
          <a:p/>
        </p:txBody>
      </p:sp>
      <p:sp>
        <p:nvSpPr>
          <p:cNvPr id="122" name="Google Shape;122;g36626736f9f_0_136"/>
          <p:cNvSpPr txBox="1"/>
          <p:nvPr>
            <p:ph idx="1" type="subTitle"/>
          </p:nvPr>
        </p:nvSpPr>
        <p:spPr>
          <a:xfrm>
            <a:off x="424800" y="4484920"/>
            <a:ext cx="6472200" cy="1976100"/>
          </a:xfrm>
          <a:prstGeom prst="rect">
            <a:avLst/>
          </a:prstGeom>
          <a:noFill/>
          <a:ln>
            <a:noFill/>
          </a:ln>
        </p:spPr>
        <p:txBody>
          <a:bodyPr anchorCtr="0" anchor="t" bIns="146275" lIns="146275" spcFirstLastPara="1" rIns="146275" wrap="square" tIns="146275">
            <a:norm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123" name="Google Shape;123;g36626736f9f_0_136"/>
          <p:cNvSpPr txBox="1"/>
          <p:nvPr>
            <p:ph idx="2" type="body"/>
          </p:nvPr>
        </p:nvSpPr>
        <p:spPr>
          <a:xfrm>
            <a:off x="7903200" y="1158520"/>
            <a:ext cx="6139200" cy="5912100"/>
          </a:xfrm>
          <a:prstGeom prst="rect">
            <a:avLst/>
          </a:prstGeom>
          <a:noFill/>
          <a:ln>
            <a:noFill/>
          </a:ln>
        </p:spPr>
        <p:txBody>
          <a:bodyPr anchorCtr="0" anchor="ctr" bIns="146275" lIns="146275" spcFirstLastPara="1" rIns="146275" wrap="square" tIns="146275">
            <a:normAutofit/>
          </a:bodyPr>
          <a:lstStyle>
            <a:lvl1pPr indent="-412750" lvl="0" marL="457200" algn="l">
              <a:lnSpc>
                <a:spcPct val="115000"/>
              </a:lnSpc>
              <a:spcBef>
                <a:spcPts val="0"/>
              </a:spcBef>
              <a:spcAft>
                <a:spcPts val="0"/>
              </a:spcAft>
              <a:buSzPts val="29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24" name="Google Shape;124;g36626736f9f_0_13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5" name="Shape 125"/>
        <p:cNvGrpSpPr/>
        <p:nvPr/>
      </p:nvGrpSpPr>
      <p:grpSpPr>
        <a:xfrm>
          <a:off x="0" y="0"/>
          <a:ext cx="0" cy="0"/>
          <a:chOff x="0" y="0"/>
          <a:chExt cx="0" cy="0"/>
        </a:xfrm>
      </p:grpSpPr>
      <p:sp>
        <p:nvSpPr>
          <p:cNvPr id="126" name="Google Shape;126;g36626736f9f_0_142"/>
          <p:cNvSpPr txBox="1"/>
          <p:nvPr>
            <p:ph idx="1" type="body"/>
          </p:nvPr>
        </p:nvSpPr>
        <p:spPr>
          <a:xfrm>
            <a:off x="498720" y="6768920"/>
            <a:ext cx="9598200" cy="968100"/>
          </a:xfrm>
          <a:prstGeom prst="rect">
            <a:avLst/>
          </a:prstGeom>
          <a:noFill/>
          <a:ln>
            <a:noFill/>
          </a:ln>
        </p:spPr>
        <p:txBody>
          <a:bodyPr anchorCtr="0" anchor="ctr" bIns="146275" lIns="146275" spcFirstLastPara="1" rIns="146275" wrap="square" tIns="146275">
            <a:normAutofit/>
          </a:bodyPr>
          <a:lstStyle>
            <a:lvl1pPr indent="-228600" lvl="0" marL="457200" algn="l">
              <a:lnSpc>
                <a:spcPct val="100000"/>
              </a:lnSpc>
              <a:spcBef>
                <a:spcPts val="0"/>
              </a:spcBef>
              <a:spcAft>
                <a:spcPts val="0"/>
              </a:spcAft>
              <a:buSzPts val="2900"/>
              <a:buNone/>
              <a:defRPr/>
            </a:lvl1pPr>
          </a:lstStyle>
          <a:p/>
        </p:txBody>
      </p:sp>
      <p:sp>
        <p:nvSpPr>
          <p:cNvPr id="127" name="Google Shape;127;g36626736f9f_0_142"/>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8" name="Shape 128"/>
        <p:cNvGrpSpPr/>
        <p:nvPr/>
      </p:nvGrpSpPr>
      <p:grpSpPr>
        <a:xfrm>
          <a:off x="0" y="0"/>
          <a:ext cx="0" cy="0"/>
          <a:chOff x="0" y="0"/>
          <a:chExt cx="0" cy="0"/>
        </a:xfrm>
      </p:grpSpPr>
      <p:sp>
        <p:nvSpPr>
          <p:cNvPr id="129" name="Google Shape;129;g36626736f9f_0_145"/>
          <p:cNvSpPr txBox="1"/>
          <p:nvPr>
            <p:ph hasCustomPrompt="1" type="title"/>
          </p:nvPr>
        </p:nvSpPr>
        <p:spPr>
          <a:xfrm>
            <a:off x="498720" y="1769800"/>
            <a:ext cx="13632900" cy="3141600"/>
          </a:xfrm>
          <a:prstGeom prst="rect">
            <a:avLst/>
          </a:prstGeom>
          <a:noFill/>
          <a:ln>
            <a:noFill/>
          </a:ln>
        </p:spPr>
        <p:txBody>
          <a:bodyPr anchorCtr="0" anchor="b" bIns="146275" lIns="146275" spcFirstLastPara="1" rIns="146275" wrap="square" tIns="146275">
            <a:normAutofit/>
          </a:bodyPr>
          <a:lstStyle>
            <a:lvl1pPr lvl="0" algn="ctr">
              <a:lnSpc>
                <a:spcPct val="100000"/>
              </a:lnSpc>
              <a:spcBef>
                <a:spcPts val="0"/>
              </a:spcBef>
              <a:spcAft>
                <a:spcPts val="0"/>
              </a:spcAft>
              <a:buSzPts val="19200"/>
              <a:buNone/>
              <a:defRPr sz="19200"/>
            </a:lvl1pPr>
            <a:lvl2pPr lvl="1" algn="ctr">
              <a:lnSpc>
                <a:spcPct val="100000"/>
              </a:lnSpc>
              <a:spcBef>
                <a:spcPts val="0"/>
              </a:spcBef>
              <a:spcAft>
                <a:spcPts val="0"/>
              </a:spcAft>
              <a:buSzPts val="19200"/>
              <a:buNone/>
              <a:defRPr sz="19200"/>
            </a:lvl2pPr>
            <a:lvl3pPr lvl="2" algn="ctr">
              <a:lnSpc>
                <a:spcPct val="100000"/>
              </a:lnSpc>
              <a:spcBef>
                <a:spcPts val="0"/>
              </a:spcBef>
              <a:spcAft>
                <a:spcPts val="0"/>
              </a:spcAft>
              <a:buSzPts val="19200"/>
              <a:buNone/>
              <a:defRPr sz="19200"/>
            </a:lvl3pPr>
            <a:lvl4pPr lvl="3" algn="ctr">
              <a:lnSpc>
                <a:spcPct val="100000"/>
              </a:lnSpc>
              <a:spcBef>
                <a:spcPts val="0"/>
              </a:spcBef>
              <a:spcAft>
                <a:spcPts val="0"/>
              </a:spcAft>
              <a:buSzPts val="19200"/>
              <a:buNone/>
              <a:defRPr sz="19200"/>
            </a:lvl4pPr>
            <a:lvl5pPr lvl="4" algn="ctr">
              <a:lnSpc>
                <a:spcPct val="100000"/>
              </a:lnSpc>
              <a:spcBef>
                <a:spcPts val="0"/>
              </a:spcBef>
              <a:spcAft>
                <a:spcPts val="0"/>
              </a:spcAft>
              <a:buSzPts val="19200"/>
              <a:buNone/>
              <a:defRPr sz="19200"/>
            </a:lvl5pPr>
            <a:lvl6pPr lvl="5" algn="ctr">
              <a:lnSpc>
                <a:spcPct val="100000"/>
              </a:lnSpc>
              <a:spcBef>
                <a:spcPts val="0"/>
              </a:spcBef>
              <a:spcAft>
                <a:spcPts val="0"/>
              </a:spcAft>
              <a:buSzPts val="19200"/>
              <a:buNone/>
              <a:defRPr sz="19200"/>
            </a:lvl6pPr>
            <a:lvl7pPr lvl="6" algn="ctr">
              <a:lnSpc>
                <a:spcPct val="100000"/>
              </a:lnSpc>
              <a:spcBef>
                <a:spcPts val="0"/>
              </a:spcBef>
              <a:spcAft>
                <a:spcPts val="0"/>
              </a:spcAft>
              <a:buSzPts val="19200"/>
              <a:buNone/>
              <a:defRPr sz="19200"/>
            </a:lvl7pPr>
            <a:lvl8pPr lvl="7" algn="ctr">
              <a:lnSpc>
                <a:spcPct val="100000"/>
              </a:lnSpc>
              <a:spcBef>
                <a:spcPts val="0"/>
              </a:spcBef>
              <a:spcAft>
                <a:spcPts val="0"/>
              </a:spcAft>
              <a:buSzPts val="19200"/>
              <a:buNone/>
              <a:defRPr sz="19200"/>
            </a:lvl8pPr>
            <a:lvl9pPr lvl="8" algn="ctr">
              <a:lnSpc>
                <a:spcPct val="100000"/>
              </a:lnSpc>
              <a:spcBef>
                <a:spcPts val="0"/>
              </a:spcBef>
              <a:spcAft>
                <a:spcPts val="0"/>
              </a:spcAft>
              <a:buSzPts val="19200"/>
              <a:buNone/>
              <a:defRPr sz="19200"/>
            </a:lvl9pPr>
          </a:lstStyle>
          <a:p>
            <a:r>
              <a:t>xx%</a:t>
            </a:r>
          </a:p>
        </p:txBody>
      </p:sp>
      <p:sp>
        <p:nvSpPr>
          <p:cNvPr id="130" name="Google Shape;130;g36626736f9f_0_145"/>
          <p:cNvSpPr txBox="1"/>
          <p:nvPr>
            <p:ph idx="1" type="body"/>
          </p:nvPr>
        </p:nvSpPr>
        <p:spPr>
          <a:xfrm>
            <a:off x="498720" y="5043560"/>
            <a:ext cx="13632900" cy="2081400"/>
          </a:xfrm>
          <a:prstGeom prst="rect">
            <a:avLst/>
          </a:prstGeom>
          <a:noFill/>
          <a:ln>
            <a:noFill/>
          </a:ln>
        </p:spPr>
        <p:txBody>
          <a:bodyPr anchorCtr="0" anchor="t" bIns="146275" lIns="146275" spcFirstLastPara="1" rIns="146275" wrap="square" tIns="146275">
            <a:normAutofit/>
          </a:bodyPr>
          <a:lstStyle>
            <a:lvl1pPr indent="-412750" lvl="0" marL="457200" algn="ctr">
              <a:lnSpc>
                <a:spcPct val="115000"/>
              </a:lnSpc>
              <a:spcBef>
                <a:spcPts val="0"/>
              </a:spcBef>
              <a:spcAft>
                <a:spcPts val="0"/>
              </a:spcAft>
              <a:buSzPts val="2900"/>
              <a:buChar char="●"/>
              <a:defRPr/>
            </a:lvl1pPr>
            <a:lvl2pPr indent="-368300" lvl="1" marL="914400" algn="ctr">
              <a:lnSpc>
                <a:spcPct val="115000"/>
              </a:lnSpc>
              <a:spcBef>
                <a:spcPts val="0"/>
              </a:spcBef>
              <a:spcAft>
                <a:spcPts val="0"/>
              </a:spcAft>
              <a:buSzPts val="2200"/>
              <a:buChar char="○"/>
              <a:defRPr/>
            </a:lvl2pPr>
            <a:lvl3pPr indent="-368300" lvl="2" marL="1371600" algn="ctr">
              <a:lnSpc>
                <a:spcPct val="115000"/>
              </a:lnSpc>
              <a:spcBef>
                <a:spcPts val="0"/>
              </a:spcBef>
              <a:spcAft>
                <a:spcPts val="0"/>
              </a:spcAft>
              <a:buSzPts val="2200"/>
              <a:buChar char="■"/>
              <a:defRPr/>
            </a:lvl3pPr>
            <a:lvl4pPr indent="-368300" lvl="3" marL="1828800" algn="ctr">
              <a:lnSpc>
                <a:spcPct val="115000"/>
              </a:lnSpc>
              <a:spcBef>
                <a:spcPts val="0"/>
              </a:spcBef>
              <a:spcAft>
                <a:spcPts val="0"/>
              </a:spcAft>
              <a:buSzPts val="2200"/>
              <a:buChar char="●"/>
              <a:defRPr/>
            </a:lvl4pPr>
            <a:lvl5pPr indent="-368300" lvl="4" marL="2286000" algn="ctr">
              <a:lnSpc>
                <a:spcPct val="115000"/>
              </a:lnSpc>
              <a:spcBef>
                <a:spcPts val="0"/>
              </a:spcBef>
              <a:spcAft>
                <a:spcPts val="0"/>
              </a:spcAft>
              <a:buSzPts val="2200"/>
              <a:buChar char="○"/>
              <a:defRPr/>
            </a:lvl5pPr>
            <a:lvl6pPr indent="-368300" lvl="5" marL="2743200" algn="ctr">
              <a:lnSpc>
                <a:spcPct val="115000"/>
              </a:lnSpc>
              <a:spcBef>
                <a:spcPts val="0"/>
              </a:spcBef>
              <a:spcAft>
                <a:spcPts val="0"/>
              </a:spcAft>
              <a:buSzPts val="2200"/>
              <a:buChar char="■"/>
              <a:defRPr/>
            </a:lvl6pPr>
            <a:lvl7pPr indent="-368300" lvl="6" marL="3200400" algn="ctr">
              <a:lnSpc>
                <a:spcPct val="115000"/>
              </a:lnSpc>
              <a:spcBef>
                <a:spcPts val="0"/>
              </a:spcBef>
              <a:spcAft>
                <a:spcPts val="0"/>
              </a:spcAft>
              <a:buSzPts val="2200"/>
              <a:buChar char="●"/>
              <a:defRPr/>
            </a:lvl7pPr>
            <a:lvl8pPr indent="-368300" lvl="7" marL="3657600" algn="ctr">
              <a:lnSpc>
                <a:spcPct val="115000"/>
              </a:lnSpc>
              <a:spcBef>
                <a:spcPts val="0"/>
              </a:spcBef>
              <a:spcAft>
                <a:spcPts val="0"/>
              </a:spcAft>
              <a:buSzPts val="2200"/>
              <a:buChar char="○"/>
              <a:defRPr/>
            </a:lvl8pPr>
            <a:lvl9pPr indent="-368300" lvl="8" marL="4114800" algn="ctr">
              <a:lnSpc>
                <a:spcPct val="115000"/>
              </a:lnSpc>
              <a:spcBef>
                <a:spcPts val="0"/>
              </a:spcBef>
              <a:spcAft>
                <a:spcPts val="0"/>
              </a:spcAft>
              <a:buSzPts val="2200"/>
              <a:buChar char="■"/>
              <a:defRPr/>
            </a:lvl9pPr>
          </a:lstStyle>
          <a:p/>
        </p:txBody>
      </p:sp>
      <p:sp>
        <p:nvSpPr>
          <p:cNvPr id="131" name="Google Shape;131;g36626736f9f_0_145"/>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g36626736f9f_0_149"/>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4" name="Shape 134"/>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9" name="Shape 139"/>
        <p:cNvGrpSpPr/>
        <p:nvPr/>
      </p:nvGrpSpPr>
      <p:grpSpPr>
        <a:xfrm>
          <a:off x="0" y="0"/>
          <a:ext cx="0" cy="0"/>
          <a:chOff x="0" y="0"/>
          <a:chExt cx="0" cy="0"/>
        </a:xfrm>
      </p:grpSpPr>
      <p:sp>
        <p:nvSpPr>
          <p:cNvPr id="140" name="Google Shape;140;g3d13e538ef5_0_170"/>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41" name="Google Shape;141;g3d13e538ef5_0_170"/>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algn="l">
              <a:lnSpc>
                <a:spcPct val="115000"/>
              </a:lnSpc>
              <a:spcBef>
                <a:spcPts val="0"/>
              </a:spcBef>
              <a:spcAft>
                <a:spcPts val="0"/>
              </a:spcAft>
              <a:buSzPts val="29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42" name="Google Shape;142;g3d13e538ef5_0_17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3" name="Shape 143"/>
        <p:cNvGrpSpPr/>
        <p:nvPr/>
      </p:nvGrpSpPr>
      <p:grpSpPr>
        <a:xfrm>
          <a:off x="0" y="0"/>
          <a:ext cx="0" cy="0"/>
          <a:chOff x="0" y="0"/>
          <a:chExt cx="0" cy="0"/>
        </a:xfrm>
      </p:grpSpPr>
      <p:sp>
        <p:nvSpPr>
          <p:cNvPr id="144" name="Google Shape;144;g3d13e538ef5_0_174"/>
          <p:cNvSpPr txBox="1"/>
          <p:nvPr>
            <p:ph type="ctrTitle"/>
          </p:nvPr>
        </p:nvSpPr>
        <p:spPr>
          <a:xfrm>
            <a:off x="498733" y="1191320"/>
            <a:ext cx="13632900" cy="3284100"/>
          </a:xfrm>
          <a:prstGeom prst="rect">
            <a:avLst/>
          </a:prstGeom>
          <a:noFill/>
          <a:ln>
            <a:noFill/>
          </a:ln>
        </p:spPr>
        <p:txBody>
          <a:bodyPr anchorCtr="0" anchor="b" bIns="146275" lIns="146275" spcFirstLastPara="1" rIns="146275" wrap="square" tIns="146275">
            <a:normAutofit/>
          </a:bodyPr>
          <a:lstStyle>
            <a:lvl1pPr lvl="0" algn="ctr">
              <a:lnSpc>
                <a:spcPct val="100000"/>
              </a:lnSpc>
              <a:spcBef>
                <a:spcPts val="0"/>
              </a:spcBef>
              <a:spcAft>
                <a:spcPts val="0"/>
              </a:spcAft>
              <a:buSzPts val="8300"/>
              <a:buNone/>
              <a:defRPr sz="8300"/>
            </a:lvl1pPr>
            <a:lvl2pPr lvl="1" algn="ctr">
              <a:lnSpc>
                <a:spcPct val="100000"/>
              </a:lnSpc>
              <a:spcBef>
                <a:spcPts val="0"/>
              </a:spcBef>
              <a:spcAft>
                <a:spcPts val="0"/>
              </a:spcAft>
              <a:buSzPts val="8300"/>
              <a:buNone/>
              <a:defRPr sz="8300"/>
            </a:lvl2pPr>
            <a:lvl3pPr lvl="2" algn="ctr">
              <a:lnSpc>
                <a:spcPct val="100000"/>
              </a:lnSpc>
              <a:spcBef>
                <a:spcPts val="0"/>
              </a:spcBef>
              <a:spcAft>
                <a:spcPts val="0"/>
              </a:spcAft>
              <a:buSzPts val="8300"/>
              <a:buNone/>
              <a:defRPr sz="8300"/>
            </a:lvl3pPr>
            <a:lvl4pPr lvl="3" algn="ctr">
              <a:lnSpc>
                <a:spcPct val="100000"/>
              </a:lnSpc>
              <a:spcBef>
                <a:spcPts val="0"/>
              </a:spcBef>
              <a:spcAft>
                <a:spcPts val="0"/>
              </a:spcAft>
              <a:buSzPts val="8300"/>
              <a:buNone/>
              <a:defRPr sz="8300"/>
            </a:lvl4pPr>
            <a:lvl5pPr lvl="4" algn="ctr">
              <a:lnSpc>
                <a:spcPct val="100000"/>
              </a:lnSpc>
              <a:spcBef>
                <a:spcPts val="0"/>
              </a:spcBef>
              <a:spcAft>
                <a:spcPts val="0"/>
              </a:spcAft>
              <a:buSzPts val="8300"/>
              <a:buNone/>
              <a:defRPr sz="8300"/>
            </a:lvl5pPr>
            <a:lvl6pPr lvl="5" algn="ctr">
              <a:lnSpc>
                <a:spcPct val="100000"/>
              </a:lnSpc>
              <a:spcBef>
                <a:spcPts val="0"/>
              </a:spcBef>
              <a:spcAft>
                <a:spcPts val="0"/>
              </a:spcAft>
              <a:buSzPts val="8300"/>
              <a:buNone/>
              <a:defRPr sz="8300"/>
            </a:lvl6pPr>
            <a:lvl7pPr lvl="6" algn="ctr">
              <a:lnSpc>
                <a:spcPct val="100000"/>
              </a:lnSpc>
              <a:spcBef>
                <a:spcPts val="0"/>
              </a:spcBef>
              <a:spcAft>
                <a:spcPts val="0"/>
              </a:spcAft>
              <a:buSzPts val="8300"/>
              <a:buNone/>
              <a:defRPr sz="8300"/>
            </a:lvl7pPr>
            <a:lvl8pPr lvl="7" algn="ctr">
              <a:lnSpc>
                <a:spcPct val="100000"/>
              </a:lnSpc>
              <a:spcBef>
                <a:spcPts val="0"/>
              </a:spcBef>
              <a:spcAft>
                <a:spcPts val="0"/>
              </a:spcAft>
              <a:buSzPts val="8300"/>
              <a:buNone/>
              <a:defRPr sz="8300"/>
            </a:lvl8pPr>
            <a:lvl9pPr lvl="8" algn="ctr">
              <a:lnSpc>
                <a:spcPct val="100000"/>
              </a:lnSpc>
              <a:spcBef>
                <a:spcPts val="0"/>
              </a:spcBef>
              <a:spcAft>
                <a:spcPts val="0"/>
              </a:spcAft>
              <a:buSzPts val="8300"/>
              <a:buNone/>
              <a:defRPr sz="8300"/>
            </a:lvl9pPr>
          </a:lstStyle>
          <a:p/>
        </p:txBody>
      </p:sp>
      <p:sp>
        <p:nvSpPr>
          <p:cNvPr id="145" name="Google Shape;145;g3d13e538ef5_0_174"/>
          <p:cNvSpPr txBox="1"/>
          <p:nvPr>
            <p:ph idx="1" type="subTitle"/>
          </p:nvPr>
        </p:nvSpPr>
        <p:spPr>
          <a:xfrm>
            <a:off x="498720" y="4534600"/>
            <a:ext cx="13632900" cy="1268100"/>
          </a:xfrm>
          <a:prstGeom prst="rect">
            <a:avLst/>
          </a:prstGeom>
          <a:noFill/>
          <a:ln>
            <a:noFill/>
          </a:ln>
        </p:spPr>
        <p:txBody>
          <a:bodyPr anchorCtr="0" anchor="t" bIns="146275" lIns="146275" spcFirstLastPara="1" rIns="146275" wrap="square" tIns="146275">
            <a:norm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146" name="Google Shape;146;g3d13e538ef5_0_17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7" name="Shape 147"/>
        <p:cNvGrpSpPr/>
        <p:nvPr/>
      </p:nvGrpSpPr>
      <p:grpSpPr>
        <a:xfrm>
          <a:off x="0" y="0"/>
          <a:ext cx="0" cy="0"/>
          <a:chOff x="0" y="0"/>
          <a:chExt cx="0" cy="0"/>
        </a:xfrm>
      </p:grpSpPr>
      <p:sp>
        <p:nvSpPr>
          <p:cNvPr id="148" name="Google Shape;148;g3d13e538ef5_0_178"/>
          <p:cNvSpPr txBox="1"/>
          <p:nvPr>
            <p:ph type="title"/>
          </p:nvPr>
        </p:nvSpPr>
        <p:spPr>
          <a:xfrm>
            <a:off x="498720" y="3441360"/>
            <a:ext cx="13632900" cy="13470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SzPts val="5800"/>
              <a:buNone/>
              <a:defRPr sz="5800"/>
            </a:lvl1pPr>
            <a:lvl2pPr lvl="1" algn="ctr">
              <a:lnSpc>
                <a:spcPct val="100000"/>
              </a:lnSpc>
              <a:spcBef>
                <a:spcPts val="0"/>
              </a:spcBef>
              <a:spcAft>
                <a:spcPts val="0"/>
              </a:spcAft>
              <a:buSzPts val="5800"/>
              <a:buNone/>
              <a:defRPr sz="5800"/>
            </a:lvl2pPr>
            <a:lvl3pPr lvl="2" algn="ctr">
              <a:lnSpc>
                <a:spcPct val="100000"/>
              </a:lnSpc>
              <a:spcBef>
                <a:spcPts val="0"/>
              </a:spcBef>
              <a:spcAft>
                <a:spcPts val="0"/>
              </a:spcAft>
              <a:buSzPts val="5800"/>
              <a:buNone/>
              <a:defRPr sz="5800"/>
            </a:lvl3pPr>
            <a:lvl4pPr lvl="3" algn="ctr">
              <a:lnSpc>
                <a:spcPct val="100000"/>
              </a:lnSpc>
              <a:spcBef>
                <a:spcPts val="0"/>
              </a:spcBef>
              <a:spcAft>
                <a:spcPts val="0"/>
              </a:spcAft>
              <a:buSzPts val="5800"/>
              <a:buNone/>
              <a:defRPr sz="5800"/>
            </a:lvl4pPr>
            <a:lvl5pPr lvl="4" algn="ctr">
              <a:lnSpc>
                <a:spcPct val="100000"/>
              </a:lnSpc>
              <a:spcBef>
                <a:spcPts val="0"/>
              </a:spcBef>
              <a:spcAft>
                <a:spcPts val="0"/>
              </a:spcAft>
              <a:buSzPts val="5800"/>
              <a:buNone/>
              <a:defRPr sz="5800"/>
            </a:lvl5pPr>
            <a:lvl6pPr lvl="5" algn="ctr">
              <a:lnSpc>
                <a:spcPct val="100000"/>
              </a:lnSpc>
              <a:spcBef>
                <a:spcPts val="0"/>
              </a:spcBef>
              <a:spcAft>
                <a:spcPts val="0"/>
              </a:spcAft>
              <a:buSzPts val="5800"/>
              <a:buNone/>
              <a:defRPr sz="5800"/>
            </a:lvl6pPr>
            <a:lvl7pPr lvl="6" algn="ctr">
              <a:lnSpc>
                <a:spcPct val="100000"/>
              </a:lnSpc>
              <a:spcBef>
                <a:spcPts val="0"/>
              </a:spcBef>
              <a:spcAft>
                <a:spcPts val="0"/>
              </a:spcAft>
              <a:buSzPts val="5800"/>
              <a:buNone/>
              <a:defRPr sz="5800"/>
            </a:lvl7pPr>
            <a:lvl8pPr lvl="7" algn="ctr">
              <a:lnSpc>
                <a:spcPct val="100000"/>
              </a:lnSpc>
              <a:spcBef>
                <a:spcPts val="0"/>
              </a:spcBef>
              <a:spcAft>
                <a:spcPts val="0"/>
              </a:spcAft>
              <a:buSzPts val="5800"/>
              <a:buNone/>
              <a:defRPr sz="5800"/>
            </a:lvl8pPr>
            <a:lvl9pPr lvl="8" algn="ctr">
              <a:lnSpc>
                <a:spcPct val="100000"/>
              </a:lnSpc>
              <a:spcBef>
                <a:spcPts val="0"/>
              </a:spcBef>
              <a:spcAft>
                <a:spcPts val="0"/>
              </a:spcAft>
              <a:buSzPts val="5800"/>
              <a:buNone/>
              <a:defRPr sz="5800"/>
            </a:lvl9pPr>
          </a:lstStyle>
          <a:p/>
        </p:txBody>
      </p:sp>
      <p:sp>
        <p:nvSpPr>
          <p:cNvPr id="149" name="Google Shape;149;g3d13e538ef5_0_17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0" name="Shape 150"/>
        <p:cNvGrpSpPr/>
        <p:nvPr/>
      </p:nvGrpSpPr>
      <p:grpSpPr>
        <a:xfrm>
          <a:off x="0" y="0"/>
          <a:ext cx="0" cy="0"/>
          <a:chOff x="0" y="0"/>
          <a:chExt cx="0" cy="0"/>
        </a:xfrm>
      </p:grpSpPr>
      <p:sp>
        <p:nvSpPr>
          <p:cNvPr id="151" name="Google Shape;151;g3d13e538ef5_0_181"/>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52" name="Google Shape;152;g3d13e538ef5_0_181"/>
          <p:cNvSpPr txBox="1"/>
          <p:nvPr>
            <p:ph idx="1" type="body"/>
          </p:nvPr>
        </p:nvSpPr>
        <p:spPr>
          <a:xfrm>
            <a:off x="498720" y="1843960"/>
            <a:ext cx="6399900" cy="5466300"/>
          </a:xfrm>
          <a:prstGeom prst="rect">
            <a:avLst/>
          </a:prstGeom>
          <a:noFill/>
          <a:ln>
            <a:noFill/>
          </a:ln>
        </p:spPr>
        <p:txBody>
          <a:bodyPr anchorCtr="0" anchor="t" bIns="146275" lIns="146275" spcFirstLastPara="1" rIns="146275" wrap="square" tIns="146275">
            <a:normAutofit/>
          </a:bodyPr>
          <a:lstStyle>
            <a:lvl1pPr indent="-368300" lvl="0" marL="457200" algn="l">
              <a:lnSpc>
                <a:spcPct val="115000"/>
              </a:lnSpc>
              <a:spcBef>
                <a:spcPts val="0"/>
              </a:spcBef>
              <a:spcAft>
                <a:spcPts val="0"/>
              </a:spcAft>
              <a:buSzPts val="2200"/>
              <a:buChar char="●"/>
              <a:defRPr sz="2200"/>
            </a:lvl1pPr>
            <a:lvl2pPr indent="-349250" lvl="1" marL="914400" algn="l">
              <a:lnSpc>
                <a:spcPct val="115000"/>
              </a:lnSpc>
              <a:spcBef>
                <a:spcPts val="0"/>
              </a:spcBef>
              <a:spcAft>
                <a:spcPts val="0"/>
              </a:spcAft>
              <a:buSzPts val="1900"/>
              <a:buChar char="○"/>
              <a:defRPr sz="1900"/>
            </a:lvl2pPr>
            <a:lvl3pPr indent="-349250" lvl="2" marL="1371600" algn="l">
              <a:lnSpc>
                <a:spcPct val="115000"/>
              </a:lnSpc>
              <a:spcBef>
                <a:spcPts val="0"/>
              </a:spcBef>
              <a:spcAft>
                <a:spcPts val="0"/>
              </a:spcAft>
              <a:buSzPts val="1900"/>
              <a:buChar char="■"/>
              <a:defRPr sz="1900"/>
            </a:lvl3pPr>
            <a:lvl4pPr indent="-349250" lvl="3" marL="1828800" algn="l">
              <a:lnSpc>
                <a:spcPct val="115000"/>
              </a:lnSpc>
              <a:spcBef>
                <a:spcPts val="0"/>
              </a:spcBef>
              <a:spcAft>
                <a:spcPts val="0"/>
              </a:spcAft>
              <a:buSzPts val="1900"/>
              <a:buChar char="●"/>
              <a:defRPr sz="1900"/>
            </a:lvl4pPr>
            <a:lvl5pPr indent="-349250" lvl="4" marL="2286000" algn="l">
              <a:lnSpc>
                <a:spcPct val="115000"/>
              </a:lnSpc>
              <a:spcBef>
                <a:spcPts val="0"/>
              </a:spcBef>
              <a:spcAft>
                <a:spcPts val="0"/>
              </a:spcAft>
              <a:buSzPts val="1900"/>
              <a:buChar char="○"/>
              <a:defRPr sz="1900"/>
            </a:lvl5pPr>
            <a:lvl6pPr indent="-349250" lvl="5" marL="2743200" algn="l">
              <a:lnSpc>
                <a:spcPct val="115000"/>
              </a:lnSpc>
              <a:spcBef>
                <a:spcPts val="0"/>
              </a:spcBef>
              <a:spcAft>
                <a:spcPts val="0"/>
              </a:spcAft>
              <a:buSzPts val="1900"/>
              <a:buChar char="■"/>
              <a:defRPr sz="1900"/>
            </a:lvl6pPr>
            <a:lvl7pPr indent="-349250" lvl="6" marL="3200400" algn="l">
              <a:lnSpc>
                <a:spcPct val="115000"/>
              </a:lnSpc>
              <a:spcBef>
                <a:spcPts val="0"/>
              </a:spcBef>
              <a:spcAft>
                <a:spcPts val="0"/>
              </a:spcAft>
              <a:buSzPts val="1900"/>
              <a:buChar char="●"/>
              <a:defRPr sz="1900"/>
            </a:lvl7pPr>
            <a:lvl8pPr indent="-349250" lvl="7" marL="3657600" algn="l">
              <a:lnSpc>
                <a:spcPct val="115000"/>
              </a:lnSpc>
              <a:spcBef>
                <a:spcPts val="0"/>
              </a:spcBef>
              <a:spcAft>
                <a:spcPts val="0"/>
              </a:spcAft>
              <a:buSzPts val="1900"/>
              <a:buChar char="○"/>
              <a:defRPr sz="1900"/>
            </a:lvl8pPr>
            <a:lvl9pPr indent="-349250" lvl="8" marL="4114800" algn="l">
              <a:lnSpc>
                <a:spcPct val="115000"/>
              </a:lnSpc>
              <a:spcBef>
                <a:spcPts val="0"/>
              </a:spcBef>
              <a:spcAft>
                <a:spcPts val="0"/>
              </a:spcAft>
              <a:buSzPts val="1900"/>
              <a:buChar char="■"/>
              <a:defRPr sz="1900"/>
            </a:lvl9pPr>
          </a:lstStyle>
          <a:p/>
        </p:txBody>
      </p:sp>
      <p:sp>
        <p:nvSpPr>
          <p:cNvPr id="153" name="Google Shape;153;g3d13e538ef5_0_181"/>
          <p:cNvSpPr txBox="1"/>
          <p:nvPr>
            <p:ph idx="2" type="body"/>
          </p:nvPr>
        </p:nvSpPr>
        <p:spPr>
          <a:xfrm>
            <a:off x="7731840" y="1843960"/>
            <a:ext cx="6399900" cy="5466300"/>
          </a:xfrm>
          <a:prstGeom prst="rect">
            <a:avLst/>
          </a:prstGeom>
          <a:noFill/>
          <a:ln>
            <a:noFill/>
          </a:ln>
        </p:spPr>
        <p:txBody>
          <a:bodyPr anchorCtr="0" anchor="t" bIns="146275" lIns="146275" spcFirstLastPara="1" rIns="146275" wrap="square" tIns="146275">
            <a:normAutofit/>
          </a:bodyPr>
          <a:lstStyle>
            <a:lvl1pPr indent="-368300" lvl="0" marL="457200" algn="l">
              <a:lnSpc>
                <a:spcPct val="115000"/>
              </a:lnSpc>
              <a:spcBef>
                <a:spcPts val="0"/>
              </a:spcBef>
              <a:spcAft>
                <a:spcPts val="0"/>
              </a:spcAft>
              <a:buSzPts val="2200"/>
              <a:buChar char="●"/>
              <a:defRPr sz="2200"/>
            </a:lvl1pPr>
            <a:lvl2pPr indent="-349250" lvl="1" marL="914400" algn="l">
              <a:lnSpc>
                <a:spcPct val="115000"/>
              </a:lnSpc>
              <a:spcBef>
                <a:spcPts val="0"/>
              </a:spcBef>
              <a:spcAft>
                <a:spcPts val="0"/>
              </a:spcAft>
              <a:buSzPts val="1900"/>
              <a:buChar char="○"/>
              <a:defRPr sz="1900"/>
            </a:lvl2pPr>
            <a:lvl3pPr indent="-349250" lvl="2" marL="1371600" algn="l">
              <a:lnSpc>
                <a:spcPct val="115000"/>
              </a:lnSpc>
              <a:spcBef>
                <a:spcPts val="0"/>
              </a:spcBef>
              <a:spcAft>
                <a:spcPts val="0"/>
              </a:spcAft>
              <a:buSzPts val="1900"/>
              <a:buChar char="■"/>
              <a:defRPr sz="1900"/>
            </a:lvl3pPr>
            <a:lvl4pPr indent="-349250" lvl="3" marL="1828800" algn="l">
              <a:lnSpc>
                <a:spcPct val="115000"/>
              </a:lnSpc>
              <a:spcBef>
                <a:spcPts val="0"/>
              </a:spcBef>
              <a:spcAft>
                <a:spcPts val="0"/>
              </a:spcAft>
              <a:buSzPts val="1900"/>
              <a:buChar char="●"/>
              <a:defRPr sz="1900"/>
            </a:lvl4pPr>
            <a:lvl5pPr indent="-349250" lvl="4" marL="2286000" algn="l">
              <a:lnSpc>
                <a:spcPct val="115000"/>
              </a:lnSpc>
              <a:spcBef>
                <a:spcPts val="0"/>
              </a:spcBef>
              <a:spcAft>
                <a:spcPts val="0"/>
              </a:spcAft>
              <a:buSzPts val="1900"/>
              <a:buChar char="○"/>
              <a:defRPr sz="1900"/>
            </a:lvl5pPr>
            <a:lvl6pPr indent="-349250" lvl="5" marL="2743200" algn="l">
              <a:lnSpc>
                <a:spcPct val="115000"/>
              </a:lnSpc>
              <a:spcBef>
                <a:spcPts val="0"/>
              </a:spcBef>
              <a:spcAft>
                <a:spcPts val="0"/>
              </a:spcAft>
              <a:buSzPts val="1900"/>
              <a:buChar char="■"/>
              <a:defRPr sz="1900"/>
            </a:lvl6pPr>
            <a:lvl7pPr indent="-349250" lvl="6" marL="3200400" algn="l">
              <a:lnSpc>
                <a:spcPct val="115000"/>
              </a:lnSpc>
              <a:spcBef>
                <a:spcPts val="0"/>
              </a:spcBef>
              <a:spcAft>
                <a:spcPts val="0"/>
              </a:spcAft>
              <a:buSzPts val="1900"/>
              <a:buChar char="●"/>
              <a:defRPr sz="1900"/>
            </a:lvl7pPr>
            <a:lvl8pPr indent="-349250" lvl="7" marL="3657600" algn="l">
              <a:lnSpc>
                <a:spcPct val="115000"/>
              </a:lnSpc>
              <a:spcBef>
                <a:spcPts val="0"/>
              </a:spcBef>
              <a:spcAft>
                <a:spcPts val="0"/>
              </a:spcAft>
              <a:buSzPts val="1900"/>
              <a:buChar char="○"/>
              <a:defRPr sz="1900"/>
            </a:lvl8pPr>
            <a:lvl9pPr indent="-349250" lvl="8" marL="4114800" algn="l">
              <a:lnSpc>
                <a:spcPct val="115000"/>
              </a:lnSpc>
              <a:spcBef>
                <a:spcPts val="0"/>
              </a:spcBef>
              <a:spcAft>
                <a:spcPts val="0"/>
              </a:spcAft>
              <a:buSzPts val="1900"/>
              <a:buChar char="■"/>
              <a:defRPr sz="1900"/>
            </a:lvl9pPr>
          </a:lstStyle>
          <a:p/>
        </p:txBody>
      </p:sp>
      <p:sp>
        <p:nvSpPr>
          <p:cNvPr id="154" name="Google Shape;154;g3d13e538ef5_0_181"/>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5" name="Shape 155"/>
        <p:cNvGrpSpPr/>
        <p:nvPr/>
      </p:nvGrpSpPr>
      <p:grpSpPr>
        <a:xfrm>
          <a:off x="0" y="0"/>
          <a:ext cx="0" cy="0"/>
          <a:chOff x="0" y="0"/>
          <a:chExt cx="0" cy="0"/>
        </a:xfrm>
      </p:grpSpPr>
      <p:sp>
        <p:nvSpPr>
          <p:cNvPr id="156" name="Google Shape;156;g3d13e538ef5_0_186"/>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57" name="Google Shape;157;g3d13e538ef5_0_18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8" name="Shape 158"/>
        <p:cNvGrpSpPr/>
        <p:nvPr/>
      </p:nvGrpSpPr>
      <p:grpSpPr>
        <a:xfrm>
          <a:off x="0" y="0"/>
          <a:ext cx="0" cy="0"/>
          <a:chOff x="0" y="0"/>
          <a:chExt cx="0" cy="0"/>
        </a:xfrm>
      </p:grpSpPr>
      <p:sp>
        <p:nvSpPr>
          <p:cNvPr id="159" name="Google Shape;159;g3d13e538ef5_0_189"/>
          <p:cNvSpPr txBox="1"/>
          <p:nvPr>
            <p:ph type="title"/>
          </p:nvPr>
        </p:nvSpPr>
        <p:spPr>
          <a:xfrm>
            <a:off x="498720" y="888960"/>
            <a:ext cx="4492800" cy="1209000"/>
          </a:xfrm>
          <a:prstGeom prst="rect">
            <a:avLst/>
          </a:prstGeom>
          <a:noFill/>
          <a:ln>
            <a:noFill/>
          </a:ln>
        </p:spPr>
        <p:txBody>
          <a:bodyPr anchorCtr="0" anchor="b"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160" name="Google Shape;160;g3d13e538ef5_0_189"/>
          <p:cNvSpPr txBox="1"/>
          <p:nvPr>
            <p:ph idx="1" type="body"/>
          </p:nvPr>
        </p:nvSpPr>
        <p:spPr>
          <a:xfrm>
            <a:off x="498720" y="2223360"/>
            <a:ext cx="4492800" cy="5087100"/>
          </a:xfrm>
          <a:prstGeom prst="rect">
            <a:avLst/>
          </a:prstGeom>
          <a:noFill/>
          <a:ln>
            <a:noFill/>
          </a:ln>
        </p:spPr>
        <p:txBody>
          <a:bodyPr anchorCtr="0" anchor="t" bIns="146275" lIns="146275" spcFirstLastPara="1" rIns="146275" wrap="square" tIns="146275">
            <a:normAutofit/>
          </a:bodyPr>
          <a:lstStyle>
            <a:lvl1pPr indent="-349250" lvl="0" marL="457200" algn="l">
              <a:lnSpc>
                <a:spcPct val="115000"/>
              </a:lnSpc>
              <a:spcBef>
                <a:spcPts val="0"/>
              </a:spcBef>
              <a:spcAft>
                <a:spcPts val="0"/>
              </a:spcAft>
              <a:buSzPts val="1900"/>
              <a:buChar char="●"/>
              <a:defRPr sz="1900"/>
            </a:lvl1pPr>
            <a:lvl2pPr indent="-349250" lvl="1" marL="914400" algn="l">
              <a:lnSpc>
                <a:spcPct val="115000"/>
              </a:lnSpc>
              <a:spcBef>
                <a:spcPts val="0"/>
              </a:spcBef>
              <a:spcAft>
                <a:spcPts val="0"/>
              </a:spcAft>
              <a:buSzPts val="1900"/>
              <a:buChar char="○"/>
              <a:defRPr sz="1900"/>
            </a:lvl2pPr>
            <a:lvl3pPr indent="-349250" lvl="2" marL="1371600" algn="l">
              <a:lnSpc>
                <a:spcPct val="115000"/>
              </a:lnSpc>
              <a:spcBef>
                <a:spcPts val="0"/>
              </a:spcBef>
              <a:spcAft>
                <a:spcPts val="0"/>
              </a:spcAft>
              <a:buSzPts val="1900"/>
              <a:buChar char="■"/>
              <a:defRPr sz="1900"/>
            </a:lvl3pPr>
            <a:lvl4pPr indent="-349250" lvl="3" marL="1828800" algn="l">
              <a:lnSpc>
                <a:spcPct val="115000"/>
              </a:lnSpc>
              <a:spcBef>
                <a:spcPts val="0"/>
              </a:spcBef>
              <a:spcAft>
                <a:spcPts val="0"/>
              </a:spcAft>
              <a:buSzPts val="1900"/>
              <a:buChar char="●"/>
              <a:defRPr sz="1900"/>
            </a:lvl4pPr>
            <a:lvl5pPr indent="-349250" lvl="4" marL="2286000" algn="l">
              <a:lnSpc>
                <a:spcPct val="115000"/>
              </a:lnSpc>
              <a:spcBef>
                <a:spcPts val="0"/>
              </a:spcBef>
              <a:spcAft>
                <a:spcPts val="0"/>
              </a:spcAft>
              <a:buSzPts val="1900"/>
              <a:buChar char="○"/>
              <a:defRPr sz="1900"/>
            </a:lvl5pPr>
            <a:lvl6pPr indent="-349250" lvl="5" marL="2743200" algn="l">
              <a:lnSpc>
                <a:spcPct val="115000"/>
              </a:lnSpc>
              <a:spcBef>
                <a:spcPts val="0"/>
              </a:spcBef>
              <a:spcAft>
                <a:spcPts val="0"/>
              </a:spcAft>
              <a:buSzPts val="1900"/>
              <a:buChar char="■"/>
              <a:defRPr sz="1900"/>
            </a:lvl6pPr>
            <a:lvl7pPr indent="-349250" lvl="6" marL="3200400" algn="l">
              <a:lnSpc>
                <a:spcPct val="115000"/>
              </a:lnSpc>
              <a:spcBef>
                <a:spcPts val="0"/>
              </a:spcBef>
              <a:spcAft>
                <a:spcPts val="0"/>
              </a:spcAft>
              <a:buSzPts val="1900"/>
              <a:buChar char="●"/>
              <a:defRPr sz="1900"/>
            </a:lvl7pPr>
            <a:lvl8pPr indent="-349250" lvl="7" marL="3657600" algn="l">
              <a:lnSpc>
                <a:spcPct val="115000"/>
              </a:lnSpc>
              <a:spcBef>
                <a:spcPts val="0"/>
              </a:spcBef>
              <a:spcAft>
                <a:spcPts val="0"/>
              </a:spcAft>
              <a:buSzPts val="1900"/>
              <a:buChar char="○"/>
              <a:defRPr sz="1900"/>
            </a:lvl8pPr>
            <a:lvl9pPr indent="-349250" lvl="8" marL="4114800" algn="l">
              <a:lnSpc>
                <a:spcPct val="115000"/>
              </a:lnSpc>
              <a:spcBef>
                <a:spcPts val="0"/>
              </a:spcBef>
              <a:spcAft>
                <a:spcPts val="0"/>
              </a:spcAft>
              <a:buSzPts val="1900"/>
              <a:buChar char="■"/>
              <a:defRPr sz="1900"/>
            </a:lvl9pPr>
          </a:lstStyle>
          <a:p/>
        </p:txBody>
      </p:sp>
      <p:sp>
        <p:nvSpPr>
          <p:cNvPr id="161" name="Google Shape;161;g3d13e538ef5_0_189"/>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2" name="Shape 162"/>
        <p:cNvGrpSpPr/>
        <p:nvPr/>
      </p:nvGrpSpPr>
      <p:grpSpPr>
        <a:xfrm>
          <a:off x="0" y="0"/>
          <a:ext cx="0" cy="0"/>
          <a:chOff x="0" y="0"/>
          <a:chExt cx="0" cy="0"/>
        </a:xfrm>
      </p:grpSpPr>
      <p:sp>
        <p:nvSpPr>
          <p:cNvPr id="163" name="Google Shape;163;g3d13e538ef5_0_193"/>
          <p:cNvSpPr txBox="1"/>
          <p:nvPr>
            <p:ph type="title"/>
          </p:nvPr>
        </p:nvSpPr>
        <p:spPr>
          <a:xfrm>
            <a:off x="784400" y="720240"/>
            <a:ext cx="10188600" cy="65454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SzPts val="7700"/>
              <a:buNone/>
              <a:defRPr sz="7700"/>
            </a:lvl1pPr>
            <a:lvl2pPr lvl="1" algn="l">
              <a:lnSpc>
                <a:spcPct val="100000"/>
              </a:lnSpc>
              <a:spcBef>
                <a:spcPts val="0"/>
              </a:spcBef>
              <a:spcAft>
                <a:spcPts val="0"/>
              </a:spcAft>
              <a:buSzPts val="7700"/>
              <a:buNone/>
              <a:defRPr sz="7700"/>
            </a:lvl2pPr>
            <a:lvl3pPr lvl="2" algn="l">
              <a:lnSpc>
                <a:spcPct val="100000"/>
              </a:lnSpc>
              <a:spcBef>
                <a:spcPts val="0"/>
              </a:spcBef>
              <a:spcAft>
                <a:spcPts val="0"/>
              </a:spcAft>
              <a:buSzPts val="7700"/>
              <a:buNone/>
              <a:defRPr sz="7700"/>
            </a:lvl3pPr>
            <a:lvl4pPr lvl="3" algn="l">
              <a:lnSpc>
                <a:spcPct val="100000"/>
              </a:lnSpc>
              <a:spcBef>
                <a:spcPts val="0"/>
              </a:spcBef>
              <a:spcAft>
                <a:spcPts val="0"/>
              </a:spcAft>
              <a:buSzPts val="7700"/>
              <a:buNone/>
              <a:defRPr sz="7700"/>
            </a:lvl4pPr>
            <a:lvl5pPr lvl="4" algn="l">
              <a:lnSpc>
                <a:spcPct val="100000"/>
              </a:lnSpc>
              <a:spcBef>
                <a:spcPts val="0"/>
              </a:spcBef>
              <a:spcAft>
                <a:spcPts val="0"/>
              </a:spcAft>
              <a:buSzPts val="7700"/>
              <a:buNone/>
              <a:defRPr sz="7700"/>
            </a:lvl5pPr>
            <a:lvl6pPr lvl="5" algn="l">
              <a:lnSpc>
                <a:spcPct val="100000"/>
              </a:lnSpc>
              <a:spcBef>
                <a:spcPts val="0"/>
              </a:spcBef>
              <a:spcAft>
                <a:spcPts val="0"/>
              </a:spcAft>
              <a:buSzPts val="7700"/>
              <a:buNone/>
              <a:defRPr sz="7700"/>
            </a:lvl6pPr>
            <a:lvl7pPr lvl="6" algn="l">
              <a:lnSpc>
                <a:spcPct val="100000"/>
              </a:lnSpc>
              <a:spcBef>
                <a:spcPts val="0"/>
              </a:spcBef>
              <a:spcAft>
                <a:spcPts val="0"/>
              </a:spcAft>
              <a:buSzPts val="7700"/>
              <a:buNone/>
              <a:defRPr sz="7700"/>
            </a:lvl7pPr>
            <a:lvl8pPr lvl="7" algn="l">
              <a:lnSpc>
                <a:spcPct val="100000"/>
              </a:lnSpc>
              <a:spcBef>
                <a:spcPts val="0"/>
              </a:spcBef>
              <a:spcAft>
                <a:spcPts val="0"/>
              </a:spcAft>
              <a:buSzPts val="7700"/>
              <a:buNone/>
              <a:defRPr sz="7700"/>
            </a:lvl8pPr>
            <a:lvl9pPr lvl="8" algn="l">
              <a:lnSpc>
                <a:spcPct val="100000"/>
              </a:lnSpc>
              <a:spcBef>
                <a:spcPts val="0"/>
              </a:spcBef>
              <a:spcAft>
                <a:spcPts val="0"/>
              </a:spcAft>
              <a:buSzPts val="7700"/>
              <a:buNone/>
              <a:defRPr sz="7700"/>
            </a:lvl9pPr>
          </a:lstStyle>
          <a:p/>
        </p:txBody>
      </p:sp>
      <p:sp>
        <p:nvSpPr>
          <p:cNvPr id="164" name="Google Shape;164;g3d13e538ef5_0_193"/>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5" name="Shape 165"/>
        <p:cNvGrpSpPr/>
        <p:nvPr/>
      </p:nvGrpSpPr>
      <p:grpSpPr>
        <a:xfrm>
          <a:off x="0" y="0"/>
          <a:ext cx="0" cy="0"/>
          <a:chOff x="0" y="0"/>
          <a:chExt cx="0" cy="0"/>
        </a:xfrm>
      </p:grpSpPr>
      <p:sp>
        <p:nvSpPr>
          <p:cNvPr id="166" name="Google Shape;166;g3d13e538ef5_0_196"/>
          <p:cNvSpPr/>
          <p:nvPr/>
        </p:nvSpPr>
        <p:spPr>
          <a:xfrm>
            <a:off x="7315200" y="-200"/>
            <a:ext cx="7315200" cy="8229600"/>
          </a:xfrm>
          <a:prstGeom prst="rect">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7" name="Google Shape;167;g3d13e538ef5_0_196"/>
          <p:cNvSpPr txBox="1"/>
          <p:nvPr>
            <p:ph type="title"/>
          </p:nvPr>
        </p:nvSpPr>
        <p:spPr>
          <a:xfrm>
            <a:off x="424800" y="1973080"/>
            <a:ext cx="6472200" cy="2371800"/>
          </a:xfrm>
          <a:prstGeom prst="rect">
            <a:avLst/>
          </a:prstGeom>
          <a:noFill/>
          <a:ln>
            <a:noFill/>
          </a:ln>
        </p:spPr>
        <p:txBody>
          <a:bodyPr anchorCtr="0" anchor="b" bIns="146275" lIns="146275" spcFirstLastPara="1" rIns="146275" wrap="square" tIns="146275">
            <a:normAutofit/>
          </a:bodyPr>
          <a:lstStyle>
            <a:lvl1pPr lvl="0" algn="ctr">
              <a:lnSpc>
                <a:spcPct val="100000"/>
              </a:lnSpc>
              <a:spcBef>
                <a:spcPts val="0"/>
              </a:spcBef>
              <a:spcAft>
                <a:spcPts val="0"/>
              </a:spcAft>
              <a:buSzPts val="6700"/>
              <a:buNone/>
              <a:defRPr sz="6700"/>
            </a:lvl1pPr>
            <a:lvl2pPr lvl="1" algn="ctr">
              <a:lnSpc>
                <a:spcPct val="100000"/>
              </a:lnSpc>
              <a:spcBef>
                <a:spcPts val="0"/>
              </a:spcBef>
              <a:spcAft>
                <a:spcPts val="0"/>
              </a:spcAft>
              <a:buSzPts val="6700"/>
              <a:buNone/>
              <a:defRPr sz="6700"/>
            </a:lvl2pPr>
            <a:lvl3pPr lvl="2" algn="ctr">
              <a:lnSpc>
                <a:spcPct val="100000"/>
              </a:lnSpc>
              <a:spcBef>
                <a:spcPts val="0"/>
              </a:spcBef>
              <a:spcAft>
                <a:spcPts val="0"/>
              </a:spcAft>
              <a:buSzPts val="6700"/>
              <a:buNone/>
              <a:defRPr sz="6700"/>
            </a:lvl3pPr>
            <a:lvl4pPr lvl="3" algn="ctr">
              <a:lnSpc>
                <a:spcPct val="100000"/>
              </a:lnSpc>
              <a:spcBef>
                <a:spcPts val="0"/>
              </a:spcBef>
              <a:spcAft>
                <a:spcPts val="0"/>
              </a:spcAft>
              <a:buSzPts val="6700"/>
              <a:buNone/>
              <a:defRPr sz="6700"/>
            </a:lvl4pPr>
            <a:lvl5pPr lvl="4" algn="ctr">
              <a:lnSpc>
                <a:spcPct val="100000"/>
              </a:lnSpc>
              <a:spcBef>
                <a:spcPts val="0"/>
              </a:spcBef>
              <a:spcAft>
                <a:spcPts val="0"/>
              </a:spcAft>
              <a:buSzPts val="6700"/>
              <a:buNone/>
              <a:defRPr sz="6700"/>
            </a:lvl5pPr>
            <a:lvl6pPr lvl="5" algn="ctr">
              <a:lnSpc>
                <a:spcPct val="100000"/>
              </a:lnSpc>
              <a:spcBef>
                <a:spcPts val="0"/>
              </a:spcBef>
              <a:spcAft>
                <a:spcPts val="0"/>
              </a:spcAft>
              <a:buSzPts val="6700"/>
              <a:buNone/>
              <a:defRPr sz="6700"/>
            </a:lvl6pPr>
            <a:lvl7pPr lvl="6" algn="ctr">
              <a:lnSpc>
                <a:spcPct val="100000"/>
              </a:lnSpc>
              <a:spcBef>
                <a:spcPts val="0"/>
              </a:spcBef>
              <a:spcAft>
                <a:spcPts val="0"/>
              </a:spcAft>
              <a:buSzPts val="6700"/>
              <a:buNone/>
              <a:defRPr sz="6700"/>
            </a:lvl7pPr>
            <a:lvl8pPr lvl="7" algn="ctr">
              <a:lnSpc>
                <a:spcPct val="100000"/>
              </a:lnSpc>
              <a:spcBef>
                <a:spcPts val="0"/>
              </a:spcBef>
              <a:spcAft>
                <a:spcPts val="0"/>
              </a:spcAft>
              <a:buSzPts val="6700"/>
              <a:buNone/>
              <a:defRPr sz="6700"/>
            </a:lvl8pPr>
            <a:lvl9pPr lvl="8" algn="ctr">
              <a:lnSpc>
                <a:spcPct val="100000"/>
              </a:lnSpc>
              <a:spcBef>
                <a:spcPts val="0"/>
              </a:spcBef>
              <a:spcAft>
                <a:spcPts val="0"/>
              </a:spcAft>
              <a:buSzPts val="6700"/>
              <a:buNone/>
              <a:defRPr sz="6700"/>
            </a:lvl9pPr>
          </a:lstStyle>
          <a:p/>
        </p:txBody>
      </p:sp>
      <p:sp>
        <p:nvSpPr>
          <p:cNvPr id="168" name="Google Shape;168;g3d13e538ef5_0_196"/>
          <p:cNvSpPr txBox="1"/>
          <p:nvPr>
            <p:ph idx="1" type="subTitle"/>
          </p:nvPr>
        </p:nvSpPr>
        <p:spPr>
          <a:xfrm>
            <a:off x="424800" y="4484920"/>
            <a:ext cx="6472200" cy="1976100"/>
          </a:xfrm>
          <a:prstGeom prst="rect">
            <a:avLst/>
          </a:prstGeom>
          <a:noFill/>
          <a:ln>
            <a:noFill/>
          </a:ln>
        </p:spPr>
        <p:txBody>
          <a:bodyPr anchorCtr="0" anchor="t" bIns="146275" lIns="146275" spcFirstLastPara="1" rIns="146275" wrap="square" tIns="146275">
            <a:norm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169" name="Google Shape;169;g3d13e538ef5_0_196"/>
          <p:cNvSpPr txBox="1"/>
          <p:nvPr>
            <p:ph idx="2" type="body"/>
          </p:nvPr>
        </p:nvSpPr>
        <p:spPr>
          <a:xfrm>
            <a:off x="7903200" y="1158520"/>
            <a:ext cx="6139200" cy="5912100"/>
          </a:xfrm>
          <a:prstGeom prst="rect">
            <a:avLst/>
          </a:prstGeom>
          <a:noFill/>
          <a:ln>
            <a:noFill/>
          </a:ln>
        </p:spPr>
        <p:txBody>
          <a:bodyPr anchorCtr="0" anchor="ctr" bIns="146275" lIns="146275" spcFirstLastPara="1" rIns="146275" wrap="square" tIns="146275">
            <a:normAutofit/>
          </a:bodyPr>
          <a:lstStyle>
            <a:lvl1pPr indent="-412750" lvl="0" marL="457200" algn="l">
              <a:lnSpc>
                <a:spcPct val="115000"/>
              </a:lnSpc>
              <a:spcBef>
                <a:spcPts val="0"/>
              </a:spcBef>
              <a:spcAft>
                <a:spcPts val="0"/>
              </a:spcAft>
              <a:buSzPts val="29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70" name="Google Shape;170;g3d13e538ef5_0_19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1" name="Shape 171"/>
        <p:cNvGrpSpPr/>
        <p:nvPr/>
      </p:nvGrpSpPr>
      <p:grpSpPr>
        <a:xfrm>
          <a:off x="0" y="0"/>
          <a:ext cx="0" cy="0"/>
          <a:chOff x="0" y="0"/>
          <a:chExt cx="0" cy="0"/>
        </a:xfrm>
      </p:grpSpPr>
      <p:sp>
        <p:nvSpPr>
          <p:cNvPr id="172" name="Google Shape;172;g3d13e538ef5_0_202"/>
          <p:cNvSpPr txBox="1"/>
          <p:nvPr>
            <p:ph idx="1" type="body"/>
          </p:nvPr>
        </p:nvSpPr>
        <p:spPr>
          <a:xfrm>
            <a:off x="498720" y="6768920"/>
            <a:ext cx="9598200" cy="968100"/>
          </a:xfrm>
          <a:prstGeom prst="rect">
            <a:avLst/>
          </a:prstGeom>
          <a:noFill/>
          <a:ln>
            <a:noFill/>
          </a:ln>
        </p:spPr>
        <p:txBody>
          <a:bodyPr anchorCtr="0" anchor="ctr" bIns="146275" lIns="146275" spcFirstLastPara="1" rIns="146275" wrap="square" tIns="146275">
            <a:normAutofit/>
          </a:bodyPr>
          <a:lstStyle>
            <a:lvl1pPr indent="-228600" lvl="0" marL="457200" algn="l">
              <a:lnSpc>
                <a:spcPct val="100000"/>
              </a:lnSpc>
              <a:spcBef>
                <a:spcPts val="0"/>
              </a:spcBef>
              <a:spcAft>
                <a:spcPts val="0"/>
              </a:spcAft>
              <a:buSzPts val="2900"/>
              <a:buNone/>
              <a:defRPr/>
            </a:lvl1pPr>
          </a:lstStyle>
          <a:p/>
        </p:txBody>
      </p:sp>
      <p:sp>
        <p:nvSpPr>
          <p:cNvPr id="173" name="Google Shape;173;g3d13e538ef5_0_202"/>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74" name="Shape 174"/>
        <p:cNvGrpSpPr/>
        <p:nvPr/>
      </p:nvGrpSpPr>
      <p:grpSpPr>
        <a:xfrm>
          <a:off x="0" y="0"/>
          <a:ext cx="0" cy="0"/>
          <a:chOff x="0" y="0"/>
          <a:chExt cx="0" cy="0"/>
        </a:xfrm>
      </p:grpSpPr>
      <p:sp>
        <p:nvSpPr>
          <p:cNvPr id="175" name="Google Shape;175;g3d13e538ef5_0_205"/>
          <p:cNvSpPr txBox="1"/>
          <p:nvPr>
            <p:ph hasCustomPrompt="1" type="title"/>
          </p:nvPr>
        </p:nvSpPr>
        <p:spPr>
          <a:xfrm>
            <a:off x="498720" y="1769800"/>
            <a:ext cx="13632900" cy="3141600"/>
          </a:xfrm>
          <a:prstGeom prst="rect">
            <a:avLst/>
          </a:prstGeom>
          <a:noFill/>
          <a:ln>
            <a:noFill/>
          </a:ln>
        </p:spPr>
        <p:txBody>
          <a:bodyPr anchorCtr="0" anchor="b" bIns="146275" lIns="146275" spcFirstLastPara="1" rIns="146275" wrap="square" tIns="146275">
            <a:normAutofit/>
          </a:bodyPr>
          <a:lstStyle>
            <a:lvl1pPr lvl="0" algn="ctr">
              <a:lnSpc>
                <a:spcPct val="100000"/>
              </a:lnSpc>
              <a:spcBef>
                <a:spcPts val="0"/>
              </a:spcBef>
              <a:spcAft>
                <a:spcPts val="0"/>
              </a:spcAft>
              <a:buSzPts val="19200"/>
              <a:buNone/>
              <a:defRPr sz="19200"/>
            </a:lvl1pPr>
            <a:lvl2pPr lvl="1" algn="ctr">
              <a:lnSpc>
                <a:spcPct val="100000"/>
              </a:lnSpc>
              <a:spcBef>
                <a:spcPts val="0"/>
              </a:spcBef>
              <a:spcAft>
                <a:spcPts val="0"/>
              </a:spcAft>
              <a:buSzPts val="19200"/>
              <a:buNone/>
              <a:defRPr sz="19200"/>
            </a:lvl2pPr>
            <a:lvl3pPr lvl="2" algn="ctr">
              <a:lnSpc>
                <a:spcPct val="100000"/>
              </a:lnSpc>
              <a:spcBef>
                <a:spcPts val="0"/>
              </a:spcBef>
              <a:spcAft>
                <a:spcPts val="0"/>
              </a:spcAft>
              <a:buSzPts val="19200"/>
              <a:buNone/>
              <a:defRPr sz="19200"/>
            </a:lvl3pPr>
            <a:lvl4pPr lvl="3" algn="ctr">
              <a:lnSpc>
                <a:spcPct val="100000"/>
              </a:lnSpc>
              <a:spcBef>
                <a:spcPts val="0"/>
              </a:spcBef>
              <a:spcAft>
                <a:spcPts val="0"/>
              </a:spcAft>
              <a:buSzPts val="19200"/>
              <a:buNone/>
              <a:defRPr sz="19200"/>
            </a:lvl4pPr>
            <a:lvl5pPr lvl="4" algn="ctr">
              <a:lnSpc>
                <a:spcPct val="100000"/>
              </a:lnSpc>
              <a:spcBef>
                <a:spcPts val="0"/>
              </a:spcBef>
              <a:spcAft>
                <a:spcPts val="0"/>
              </a:spcAft>
              <a:buSzPts val="19200"/>
              <a:buNone/>
              <a:defRPr sz="19200"/>
            </a:lvl5pPr>
            <a:lvl6pPr lvl="5" algn="ctr">
              <a:lnSpc>
                <a:spcPct val="100000"/>
              </a:lnSpc>
              <a:spcBef>
                <a:spcPts val="0"/>
              </a:spcBef>
              <a:spcAft>
                <a:spcPts val="0"/>
              </a:spcAft>
              <a:buSzPts val="19200"/>
              <a:buNone/>
              <a:defRPr sz="19200"/>
            </a:lvl6pPr>
            <a:lvl7pPr lvl="6" algn="ctr">
              <a:lnSpc>
                <a:spcPct val="100000"/>
              </a:lnSpc>
              <a:spcBef>
                <a:spcPts val="0"/>
              </a:spcBef>
              <a:spcAft>
                <a:spcPts val="0"/>
              </a:spcAft>
              <a:buSzPts val="19200"/>
              <a:buNone/>
              <a:defRPr sz="19200"/>
            </a:lvl7pPr>
            <a:lvl8pPr lvl="7" algn="ctr">
              <a:lnSpc>
                <a:spcPct val="100000"/>
              </a:lnSpc>
              <a:spcBef>
                <a:spcPts val="0"/>
              </a:spcBef>
              <a:spcAft>
                <a:spcPts val="0"/>
              </a:spcAft>
              <a:buSzPts val="19200"/>
              <a:buNone/>
              <a:defRPr sz="19200"/>
            </a:lvl8pPr>
            <a:lvl9pPr lvl="8" algn="ctr">
              <a:lnSpc>
                <a:spcPct val="100000"/>
              </a:lnSpc>
              <a:spcBef>
                <a:spcPts val="0"/>
              </a:spcBef>
              <a:spcAft>
                <a:spcPts val="0"/>
              </a:spcAft>
              <a:buSzPts val="19200"/>
              <a:buNone/>
              <a:defRPr sz="19200"/>
            </a:lvl9pPr>
          </a:lstStyle>
          <a:p>
            <a:r>
              <a:t>xx%</a:t>
            </a:r>
          </a:p>
        </p:txBody>
      </p:sp>
      <p:sp>
        <p:nvSpPr>
          <p:cNvPr id="176" name="Google Shape;176;g3d13e538ef5_0_205"/>
          <p:cNvSpPr txBox="1"/>
          <p:nvPr>
            <p:ph idx="1" type="body"/>
          </p:nvPr>
        </p:nvSpPr>
        <p:spPr>
          <a:xfrm>
            <a:off x="498720" y="5043560"/>
            <a:ext cx="13632900" cy="2081400"/>
          </a:xfrm>
          <a:prstGeom prst="rect">
            <a:avLst/>
          </a:prstGeom>
          <a:noFill/>
          <a:ln>
            <a:noFill/>
          </a:ln>
        </p:spPr>
        <p:txBody>
          <a:bodyPr anchorCtr="0" anchor="t" bIns="146275" lIns="146275" spcFirstLastPara="1" rIns="146275" wrap="square" tIns="146275">
            <a:normAutofit/>
          </a:bodyPr>
          <a:lstStyle>
            <a:lvl1pPr indent="-412750" lvl="0" marL="457200" algn="ctr">
              <a:lnSpc>
                <a:spcPct val="115000"/>
              </a:lnSpc>
              <a:spcBef>
                <a:spcPts val="0"/>
              </a:spcBef>
              <a:spcAft>
                <a:spcPts val="0"/>
              </a:spcAft>
              <a:buSzPts val="2900"/>
              <a:buChar char="●"/>
              <a:defRPr/>
            </a:lvl1pPr>
            <a:lvl2pPr indent="-368300" lvl="1" marL="914400" algn="ctr">
              <a:lnSpc>
                <a:spcPct val="115000"/>
              </a:lnSpc>
              <a:spcBef>
                <a:spcPts val="0"/>
              </a:spcBef>
              <a:spcAft>
                <a:spcPts val="0"/>
              </a:spcAft>
              <a:buSzPts val="2200"/>
              <a:buChar char="○"/>
              <a:defRPr/>
            </a:lvl2pPr>
            <a:lvl3pPr indent="-368300" lvl="2" marL="1371600" algn="ctr">
              <a:lnSpc>
                <a:spcPct val="115000"/>
              </a:lnSpc>
              <a:spcBef>
                <a:spcPts val="0"/>
              </a:spcBef>
              <a:spcAft>
                <a:spcPts val="0"/>
              </a:spcAft>
              <a:buSzPts val="2200"/>
              <a:buChar char="■"/>
              <a:defRPr/>
            </a:lvl3pPr>
            <a:lvl4pPr indent="-368300" lvl="3" marL="1828800" algn="ctr">
              <a:lnSpc>
                <a:spcPct val="115000"/>
              </a:lnSpc>
              <a:spcBef>
                <a:spcPts val="0"/>
              </a:spcBef>
              <a:spcAft>
                <a:spcPts val="0"/>
              </a:spcAft>
              <a:buSzPts val="2200"/>
              <a:buChar char="●"/>
              <a:defRPr/>
            </a:lvl4pPr>
            <a:lvl5pPr indent="-368300" lvl="4" marL="2286000" algn="ctr">
              <a:lnSpc>
                <a:spcPct val="115000"/>
              </a:lnSpc>
              <a:spcBef>
                <a:spcPts val="0"/>
              </a:spcBef>
              <a:spcAft>
                <a:spcPts val="0"/>
              </a:spcAft>
              <a:buSzPts val="2200"/>
              <a:buChar char="○"/>
              <a:defRPr/>
            </a:lvl5pPr>
            <a:lvl6pPr indent="-368300" lvl="5" marL="2743200" algn="ctr">
              <a:lnSpc>
                <a:spcPct val="115000"/>
              </a:lnSpc>
              <a:spcBef>
                <a:spcPts val="0"/>
              </a:spcBef>
              <a:spcAft>
                <a:spcPts val="0"/>
              </a:spcAft>
              <a:buSzPts val="2200"/>
              <a:buChar char="■"/>
              <a:defRPr/>
            </a:lvl6pPr>
            <a:lvl7pPr indent="-368300" lvl="6" marL="3200400" algn="ctr">
              <a:lnSpc>
                <a:spcPct val="115000"/>
              </a:lnSpc>
              <a:spcBef>
                <a:spcPts val="0"/>
              </a:spcBef>
              <a:spcAft>
                <a:spcPts val="0"/>
              </a:spcAft>
              <a:buSzPts val="2200"/>
              <a:buChar char="●"/>
              <a:defRPr/>
            </a:lvl7pPr>
            <a:lvl8pPr indent="-368300" lvl="7" marL="3657600" algn="ctr">
              <a:lnSpc>
                <a:spcPct val="115000"/>
              </a:lnSpc>
              <a:spcBef>
                <a:spcPts val="0"/>
              </a:spcBef>
              <a:spcAft>
                <a:spcPts val="0"/>
              </a:spcAft>
              <a:buSzPts val="2200"/>
              <a:buChar char="○"/>
              <a:defRPr/>
            </a:lvl8pPr>
            <a:lvl9pPr indent="-368300" lvl="8" marL="4114800" algn="ctr">
              <a:lnSpc>
                <a:spcPct val="115000"/>
              </a:lnSpc>
              <a:spcBef>
                <a:spcPts val="0"/>
              </a:spcBef>
              <a:spcAft>
                <a:spcPts val="0"/>
              </a:spcAft>
              <a:buSzPts val="2200"/>
              <a:buChar char="■"/>
              <a:defRPr/>
            </a:lvl9pPr>
          </a:lstStyle>
          <a:p/>
        </p:txBody>
      </p:sp>
      <p:sp>
        <p:nvSpPr>
          <p:cNvPr id="177" name="Google Shape;177;g3d13e538ef5_0_205"/>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8" name="Shape 178"/>
        <p:cNvGrpSpPr/>
        <p:nvPr/>
      </p:nvGrpSpPr>
      <p:grpSpPr>
        <a:xfrm>
          <a:off x="0" y="0"/>
          <a:ext cx="0" cy="0"/>
          <a:chOff x="0" y="0"/>
          <a:chExt cx="0" cy="0"/>
        </a:xfrm>
      </p:grpSpPr>
      <p:sp>
        <p:nvSpPr>
          <p:cNvPr id="179" name="Google Shape;179;g3d13e538ef5_0_209"/>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0" name="Shape 180"/>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2" name="Shape 182"/>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IST_MASTER">
  <p:cSld name="PPTIST_MASTER">
    <p:bg>
      <p:bgPr>
        <a:solidFill>
          <a:srgbClr val="FFFFFF"/>
        </a:solidFill>
      </p:bgPr>
    </p:bg>
    <p:spTree>
      <p:nvGrpSpPr>
        <p:cNvPr id="183" name="Shape 183"/>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188" name="Shape 188"/>
        <p:cNvGrpSpPr/>
        <p:nvPr/>
      </p:nvGrpSpPr>
      <p:grpSpPr>
        <a:xfrm>
          <a:off x="0" y="0"/>
          <a:ext cx="0" cy="0"/>
          <a:chOff x="0" y="0"/>
          <a:chExt cx="0" cy="0"/>
        </a:xfrm>
      </p:grpSpPr>
      <p:sp>
        <p:nvSpPr>
          <p:cNvPr id="189" name="Google Shape;189;g3d13e538ef5_0_537"/>
          <p:cNvSpPr/>
          <p:nvPr/>
        </p:nvSpPr>
        <p:spPr>
          <a:xfrm>
            <a:off x="50" y="4519200"/>
            <a:ext cx="11792700" cy="3710400"/>
          </a:xfrm>
          <a:prstGeom prst="rtTriangle">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 name="Google Shape;190;g3d13e538ef5_0_537"/>
          <p:cNvSpPr/>
          <p:nvPr/>
        </p:nvSpPr>
        <p:spPr>
          <a:xfrm flipH="1">
            <a:off x="5732100" y="2481120"/>
            <a:ext cx="8898300" cy="5748600"/>
          </a:xfrm>
          <a:prstGeom prst="rtTriangle">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1" name="Google Shape;191;g3d13e538ef5_0_537"/>
          <p:cNvSpPr/>
          <p:nvPr/>
        </p:nvSpPr>
        <p:spPr>
          <a:xfrm rot="10800000">
            <a:off x="8094308" y="60"/>
            <a:ext cx="6536100" cy="3284100"/>
          </a:xfrm>
          <a:prstGeom prst="rtTriangle">
            <a:avLst/>
          </a:pr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2" name="Google Shape;192;g3d13e538ef5_0_537"/>
          <p:cNvSpPr/>
          <p:nvPr/>
        </p:nvSpPr>
        <p:spPr>
          <a:xfrm>
            <a:off x="325240" y="330000"/>
            <a:ext cx="13980000" cy="7569600"/>
          </a:xfrm>
          <a:prstGeom prst="rect">
            <a:avLst/>
          </a:prstGeom>
          <a:solidFill>
            <a:schemeClr val="dk1"/>
          </a:solidFill>
          <a:ln>
            <a:noFill/>
          </a:ln>
          <a:effectLst>
            <a:outerShdw blurRad="365760" sx="101000" rotWithShape="0" algn="ctr" sy="101000">
              <a:srgbClr val="000000">
                <a:alpha val="4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93" name="Google Shape;193;g3d13e538ef5_0_537"/>
          <p:cNvGrpSpPr/>
          <p:nvPr/>
        </p:nvGrpSpPr>
        <p:grpSpPr>
          <a:xfrm>
            <a:off x="408320" y="947"/>
            <a:ext cx="3600581" cy="1670880"/>
            <a:chOff x="255200" y="592"/>
            <a:chExt cx="2250363" cy="1044300"/>
          </a:xfrm>
        </p:grpSpPr>
        <p:sp>
          <p:nvSpPr>
            <p:cNvPr id="194" name="Google Shape;194;g3d13e538ef5_0_537"/>
            <p:cNvSpPr/>
            <p:nvPr/>
          </p:nvSpPr>
          <p:spPr>
            <a:xfrm>
              <a:off x="764063" y="592"/>
              <a:ext cx="1741500" cy="1044300"/>
            </a:xfrm>
            <a:prstGeom prst="parallelogram">
              <a:avLst>
                <a:gd fmla="val 153193" name="adj"/>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 name="Google Shape;195;g3d13e538ef5_0_537"/>
            <p:cNvSpPr/>
            <p:nvPr/>
          </p:nvSpPr>
          <p:spPr>
            <a:xfrm>
              <a:off x="509632" y="592"/>
              <a:ext cx="1741500" cy="1044300"/>
            </a:xfrm>
            <a:prstGeom prst="parallelogram">
              <a:avLst>
                <a:gd fmla="val 153193" name="adj"/>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 name="Google Shape;196;g3d13e538ef5_0_537"/>
            <p:cNvSpPr/>
            <p:nvPr/>
          </p:nvSpPr>
          <p:spPr>
            <a:xfrm>
              <a:off x="255200" y="592"/>
              <a:ext cx="1741500" cy="1044300"/>
            </a:xfrm>
            <a:prstGeom prst="parallelogram">
              <a:avLst>
                <a:gd fmla="val 153193" name="adj"/>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97" name="Google Shape;197;g3d13e538ef5_0_537"/>
          <p:cNvGrpSpPr/>
          <p:nvPr/>
        </p:nvGrpSpPr>
        <p:grpSpPr>
          <a:xfrm>
            <a:off x="1448632" y="947"/>
            <a:ext cx="3600581" cy="1670880"/>
            <a:chOff x="905395" y="592"/>
            <a:chExt cx="2250363" cy="1044300"/>
          </a:xfrm>
        </p:grpSpPr>
        <p:sp>
          <p:nvSpPr>
            <p:cNvPr id="198" name="Google Shape;198;g3d13e538ef5_0_537"/>
            <p:cNvSpPr/>
            <p:nvPr/>
          </p:nvSpPr>
          <p:spPr>
            <a:xfrm>
              <a:off x="1414258" y="592"/>
              <a:ext cx="1741500" cy="1044300"/>
            </a:xfrm>
            <a:prstGeom prst="parallelogram">
              <a:avLst>
                <a:gd fmla="val 153193" name="adj"/>
              </a:avLst>
            </a:prstGeom>
            <a:solidFill>
              <a:schemeClr val="accent6"/>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9" name="Google Shape;199;g3d13e538ef5_0_537"/>
            <p:cNvSpPr/>
            <p:nvPr/>
          </p:nvSpPr>
          <p:spPr>
            <a:xfrm>
              <a:off x="1159826" y="592"/>
              <a:ext cx="1741500" cy="1044300"/>
            </a:xfrm>
            <a:prstGeom prst="parallelogram">
              <a:avLst>
                <a:gd fmla="val 153193" name="adj"/>
              </a:avLst>
            </a:prstGeom>
            <a:solidFill>
              <a:schemeClr val="accent6"/>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0" name="Google Shape;200;g3d13e538ef5_0_537"/>
            <p:cNvSpPr/>
            <p:nvPr/>
          </p:nvSpPr>
          <p:spPr>
            <a:xfrm>
              <a:off x="905395" y="592"/>
              <a:ext cx="1741500" cy="1044300"/>
            </a:xfrm>
            <a:prstGeom prst="parallelogram">
              <a:avLst>
                <a:gd fmla="val 153193" name="adj"/>
              </a:avLst>
            </a:prstGeom>
            <a:solidFill>
              <a:schemeClr val="accent6"/>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01" name="Google Shape;201;g3d13e538ef5_0_537"/>
          <p:cNvGrpSpPr/>
          <p:nvPr/>
        </p:nvGrpSpPr>
        <p:grpSpPr>
          <a:xfrm>
            <a:off x="11291952" y="8141"/>
            <a:ext cx="2962051" cy="1203407"/>
            <a:chOff x="6917201" y="0"/>
            <a:chExt cx="2227776" cy="863400"/>
          </a:xfrm>
        </p:grpSpPr>
        <p:sp>
          <p:nvSpPr>
            <p:cNvPr id="202" name="Google Shape;202;g3d13e538ef5_0_537"/>
            <p:cNvSpPr/>
            <p:nvPr/>
          </p:nvSpPr>
          <p:spPr>
            <a:xfrm>
              <a:off x="7641677" y="0"/>
              <a:ext cx="1503300" cy="863400"/>
            </a:xfrm>
            <a:prstGeom prst="parallelogram">
              <a:avLst>
                <a:gd fmla="val 158024" name="adj"/>
              </a:avLst>
            </a:pr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3" name="Google Shape;203;g3d13e538ef5_0_537"/>
            <p:cNvSpPr/>
            <p:nvPr/>
          </p:nvSpPr>
          <p:spPr>
            <a:xfrm>
              <a:off x="7279439" y="0"/>
              <a:ext cx="1503300" cy="863400"/>
            </a:xfrm>
            <a:prstGeom prst="parallelogram">
              <a:avLst>
                <a:gd fmla="val 158024" name="adj"/>
              </a:avLst>
            </a:pr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4" name="Google Shape;204;g3d13e538ef5_0_537"/>
            <p:cNvSpPr/>
            <p:nvPr/>
          </p:nvSpPr>
          <p:spPr>
            <a:xfrm>
              <a:off x="6917201" y="0"/>
              <a:ext cx="1503300" cy="863400"/>
            </a:xfrm>
            <a:prstGeom prst="parallelogram">
              <a:avLst>
                <a:gd fmla="val 158024" name="adj"/>
              </a:avLst>
            </a:pr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05" name="Google Shape;205;g3d13e538ef5_0_537"/>
          <p:cNvGrpSpPr/>
          <p:nvPr/>
        </p:nvGrpSpPr>
        <p:grpSpPr>
          <a:xfrm>
            <a:off x="10484575" y="6748563"/>
            <a:ext cx="3822418" cy="1481163"/>
            <a:chOff x="6917201" y="0"/>
            <a:chExt cx="2227776" cy="863400"/>
          </a:xfrm>
        </p:grpSpPr>
        <p:sp>
          <p:nvSpPr>
            <p:cNvPr id="206" name="Google Shape;206;g3d13e538ef5_0_537"/>
            <p:cNvSpPr/>
            <p:nvPr/>
          </p:nvSpPr>
          <p:spPr>
            <a:xfrm>
              <a:off x="7641677" y="0"/>
              <a:ext cx="1503300" cy="863400"/>
            </a:xfrm>
            <a:prstGeom prst="parallelogram">
              <a:avLst>
                <a:gd fmla="val 158024" name="adj"/>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7" name="Google Shape;207;g3d13e538ef5_0_537"/>
            <p:cNvSpPr/>
            <p:nvPr/>
          </p:nvSpPr>
          <p:spPr>
            <a:xfrm>
              <a:off x="7279439" y="0"/>
              <a:ext cx="1503300" cy="863400"/>
            </a:xfrm>
            <a:prstGeom prst="parallelogram">
              <a:avLst>
                <a:gd fmla="val 158024" name="adj"/>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8" name="Google Shape;208;g3d13e538ef5_0_537"/>
            <p:cNvSpPr/>
            <p:nvPr/>
          </p:nvSpPr>
          <p:spPr>
            <a:xfrm>
              <a:off x="6917201" y="0"/>
              <a:ext cx="1503300" cy="863400"/>
            </a:xfrm>
            <a:prstGeom prst="parallelogram">
              <a:avLst>
                <a:gd fmla="val 158024" name="adj"/>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09" name="Google Shape;209;g3d13e538ef5_0_537"/>
          <p:cNvGrpSpPr/>
          <p:nvPr/>
        </p:nvGrpSpPr>
        <p:grpSpPr>
          <a:xfrm>
            <a:off x="318780" y="6489043"/>
            <a:ext cx="4472706" cy="1733276"/>
            <a:chOff x="6917201" y="0"/>
            <a:chExt cx="2227776" cy="863400"/>
          </a:xfrm>
        </p:grpSpPr>
        <p:sp>
          <p:nvSpPr>
            <p:cNvPr id="210" name="Google Shape;210;g3d13e538ef5_0_537"/>
            <p:cNvSpPr/>
            <p:nvPr/>
          </p:nvSpPr>
          <p:spPr>
            <a:xfrm>
              <a:off x="7641677" y="0"/>
              <a:ext cx="1503300" cy="863400"/>
            </a:xfrm>
            <a:prstGeom prst="parallelogram">
              <a:avLst>
                <a:gd fmla="val 158024"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1" name="Google Shape;211;g3d13e538ef5_0_537"/>
            <p:cNvSpPr/>
            <p:nvPr/>
          </p:nvSpPr>
          <p:spPr>
            <a:xfrm>
              <a:off x="7279439" y="0"/>
              <a:ext cx="1503300" cy="863400"/>
            </a:xfrm>
            <a:prstGeom prst="parallelogram">
              <a:avLst>
                <a:gd fmla="val 158024"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2" name="Google Shape;212;g3d13e538ef5_0_537"/>
            <p:cNvSpPr/>
            <p:nvPr/>
          </p:nvSpPr>
          <p:spPr>
            <a:xfrm>
              <a:off x="6917201" y="0"/>
              <a:ext cx="1503300" cy="863400"/>
            </a:xfrm>
            <a:prstGeom prst="parallelogram">
              <a:avLst>
                <a:gd fmla="val 158024"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13" name="Google Shape;213;g3d13e538ef5_0_537"/>
          <p:cNvSpPr txBox="1"/>
          <p:nvPr>
            <p:ph type="ctrTitle"/>
          </p:nvPr>
        </p:nvSpPr>
        <p:spPr>
          <a:xfrm>
            <a:off x="2973925" y="2916533"/>
            <a:ext cx="8578200" cy="23169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SzPts val="6100"/>
              <a:buNone/>
              <a:defRPr sz="6100"/>
            </a:lvl1pPr>
            <a:lvl2pPr lvl="1" algn="ctr">
              <a:lnSpc>
                <a:spcPct val="100000"/>
              </a:lnSpc>
              <a:spcBef>
                <a:spcPts val="0"/>
              </a:spcBef>
              <a:spcAft>
                <a:spcPts val="0"/>
              </a:spcAft>
              <a:buSzPts val="6100"/>
              <a:buNone/>
              <a:defRPr sz="6100"/>
            </a:lvl2pPr>
            <a:lvl3pPr lvl="2" algn="ctr">
              <a:lnSpc>
                <a:spcPct val="100000"/>
              </a:lnSpc>
              <a:spcBef>
                <a:spcPts val="0"/>
              </a:spcBef>
              <a:spcAft>
                <a:spcPts val="0"/>
              </a:spcAft>
              <a:buSzPts val="6100"/>
              <a:buNone/>
              <a:defRPr sz="6100"/>
            </a:lvl3pPr>
            <a:lvl4pPr lvl="3" algn="ctr">
              <a:lnSpc>
                <a:spcPct val="100000"/>
              </a:lnSpc>
              <a:spcBef>
                <a:spcPts val="0"/>
              </a:spcBef>
              <a:spcAft>
                <a:spcPts val="0"/>
              </a:spcAft>
              <a:buSzPts val="6100"/>
              <a:buNone/>
              <a:defRPr sz="6100"/>
            </a:lvl4pPr>
            <a:lvl5pPr lvl="4" algn="ctr">
              <a:lnSpc>
                <a:spcPct val="100000"/>
              </a:lnSpc>
              <a:spcBef>
                <a:spcPts val="0"/>
              </a:spcBef>
              <a:spcAft>
                <a:spcPts val="0"/>
              </a:spcAft>
              <a:buSzPts val="6100"/>
              <a:buNone/>
              <a:defRPr sz="6100"/>
            </a:lvl5pPr>
            <a:lvl6pPr lvl="5" algn="ctr">
              <a:lnSpc>
                <a:spcPct val="100000"/>
              </a:lnSpc>
              <a:spcBef>
                <a:spcPts val="0"/>
              </a:spcBef>
              <a:spcAft>
                <a:spcPts val="0"/>
              </a:spcAft>
              <a:buSzPts val="6100"/>
              <a:buNone/>
              <a:defRPr sz="6100"/>
            </a:lvl6pPr>
            <a:lvl7pPr lvl="6" algn="ctr">
              <a:lnSpc>
                <a:spcPct val="100000"/>
              </a:lnSpc>
              <a:spcBef>
                <a:spcPts val="0"/>
              </a:spcBef>
              <a:spcAft>
                <a:spcPts val="0"/>
              </a:spcAft>
              <a:buSzPts val="6100"/>
              <a:buNone/>
              <a:defRPr sz="6100"/>
            </a:lvl7pPr>
            <a:lvl8pPr lvl="7" algn="ctr">
              <a:lnSpc>
                <a:spcPct val="100000"/>
              </a:lnSpc>
              <a:spcBef>
                <a:spcPts val="0"/>
              </a:spcBef>
              <a:spcAft>
                <a:spcPts val="0"/>
              </a:spcAft>
              <a:buSzPts val="6100"/>
              <a:buNone/>
              <a:defRPr sz="6100"/>
            </a:lvl8pPr>
            <a:lvl9pPr lvl="8" algn="ctr">
              <a:lnSpc>
                <a:spcPct val="100000"/>
              </a:lnSpc>
              <a:spcBef>
                <a:spcPts val="0"/>
              </a:spcBef>
              <a:spcAft>
                <a:spcPts val="0"/>
              </a:spcAft>
              <a:buSzPts val="6100"/>
              <a:buNone/>
              <a:defRPr sz="6100"/>
            </a:lvl9pPr>
          </a:lstStyle>
          <a:p/>
        </p:txBody>
      </p:sp>
      <p:sp>
        <p:nvSpPr>
          <p:cNvPr id="214" name="Google Shape;214;g3d13e538ef5_0_537"/>
          <p:cNvSpPr txBox="1"/>
          <p:nvPr>
            <p:ph idx="1" type="subTitle"/>
          </p:nvPr>
        </p:nvSpPr>
        <p:spPr>
          <a:xfrm>
            <a:off x="2973920" y="5461053"/>
            <a:ext cx="8578200" cy="836100"/>
          </a:xfrm>
          <a:prstGeom prst="rect">
            <a:avLst/>
          </a:prstGeom>
          <a:noFill/>
          <a:ln>
            <a:noFill/>
          </a:ln>
        </p:spPr>
        <p:txBody>
          <a:bodyPr anchorCtr="0" anchor="t" bIns="146275" lIns="146275" spcFirstLastPara="1" rIns="146275" wrap="square" tIns="146275">
            <a:normAutofit/>
          </a:bodyPr>
          <a:lstStyle>
            <a:lvl1pPr lvl="0" algn="ctr">
              <a:lnSpc>
                <a:spcPct val="100000"/>
              </a:lnSpc>
              <a:spcBef>
                <a:spcPts val="0"/>
              </a:spcBef>
              <a:spcAft>
                <a:spcPts val="0"/>
              </a:spcAft>
              <a:buClr>
                <a:schemeClr val="lt1"/>
              </a:buClr>
              <a:buSzPts val="2600"/>
              <a:buNone/>
              <a:defRPr sz="2600">
                <a:solidFill>
                  <a:schemeClr val="lt1"/>
                </a:solidFill>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215" name="Google Shape;215;g3d13e538ef5_0_537"/>
          <p:cNvSpPr txBox="1"/>
          <p:nvPr>
            <p:ph idx="12" type="sldNum"/>
          </p:nvPr>
        </p:nvSpPr>
        <p:spPr>
          <a:xfrm>
            <a:off x="13425174" y="7269869"/>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216" name="Shape 216"/>
        <p:cNvGrpSpPr/>
        <p:nvPr/>
      </p:nvGrpSpPr>
      <p:grpSpPr>
        <a:xfrm>
          <a:off x="0" y="0"/>
          <a:ext cx="0" cy="0"/>
          <a:chOff x="0" y="0"/>
          <a:chExt cx="0" cy="0"/>
        </a:xfrm>
      </p:grpSpPr>
      <p:sp>
        <p:nvSpPr>
          <p:cNvPr id="217" name="Google Shape;217;g3d13e538ef5_0_565"/>
          <p:cNvSpPr/>
          <p:nvPr/>
        </p:nvSpPr>
        <p:spPr>
          <a:xfrm flipH="1">
            <a:off x="5732100" y="2481120"/>
            <a:ext cx="8898300" cy="5748600"/>
          </a:xfrm>
          <a:prstGeom prst="rtTriangle">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8" name="Google Shape;218;g3d13e538ef5_0_565"/>
          <p:cNvSpPr/>
          <p:nvPr/>
        </p:nvSpPr>
        <p:spPr>
          <a:xfrm>
            <a:off x="50" y="4519200"/>
            <a:ext cx="11792700" cy="3710400"/>
          </a:xfrm>
          <a:prstGeom prst="rtTriangle">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9" name="Google Shape;219;g3d13e538ef5_0_565"/>
          <p:cNvSpPr/>
          <p:nvPr/>
        </p:nvSpPr>
        <p:spPr>
          <a:xfrm>
            <a:off x="325160" y="330000"/>
            <a:ext cx="13980000" cy="7569600"/>
          </a:xfrm>
          <a:prstGeom prst="rect">
            <a:avLst/>
          </a:prstGeom>
          <a:solidFill>
            <a:schemeClr val="dk1"/>
          </a:solidFill>
          <a:ln>
            <a:noFill/>
          </a:ln>
          <a:effectLst>
            <a:outerShdw blurRad="365760" sx="101000" rotWithShape="0" algn="ctr" sy="101000">
              <a:srgbClr val="000000">
                <a:alpha val="4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0" name="Google Shape;220;g3d13e538ef5_0_565"/>
          <p:cNvSpPr txBox="1"/>
          <p:nvPr>
            <p:ph type="title"/>
          </p:nvPr>
        </p:nvSpPr>
        <p:spPr>
          <a:xfrm>
            <a:off x="1310640" y="1352960"/>
            <a:ext cx="12009000" cy="15273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21" name="Google Shape;221;g3d13e538ef5_0_565"/>
          <p:cNvSpPr txBox="1"/>
          <p:nvPr>
            <p:ph idx="1" type="body"/>
          </p:nvPr>
        </p:nvSpPr>
        <p:spPr>
          <a:xfrm>
            <a:off x="1310640" y="3185160"/>
            <a:ext cx="12009000" cy="3916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22" name="Google Shape;222;g3d13e538ef5_0_565"/>
          <p:cNvSpPr txBox="1"/>
          <p:nvPr>
            <p:ph idx="12" type="sldNum"/>
          </p:nvPr>
        </p:nvSpPr>
        <p:spPr>
          <a:xfrm>
            <a:off x="13425174" y="7269869"/>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223" name="Shape 223"/>
        <p:cNvGrpSpPr/>
        <p:nvPr/>
      </p:nvGrpSpPr>
      <p:grpSpPr>
        <a:xfrm>
          <a:off x="0" y="0"/>
          <a:ext cx="0" cy="0"/>
          <a:chOff x="0" y="0"/>
          <a:chExt cx="0" cy="0"/>
        </a:xfrm>
      </p:grpSpPr>
      <p:sp>
        <p:nvSpPr>
          <p:cNvPr id="224" name="Google Shape;224;g3d13e538ef5_0_572"/>
          <p:cNvSpPr/>
          <p:nvPr/>
        </p:nvSpPr>
        <p:spPr>
          <a:xfrm flipH="1">
            <a:off x="7611300" y="3695040"/>
            <a:ext cx="7019100" cy="4534500"/>
          </a:xfrm>
          <a:prstGeom prst="rtTriangle">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225" name="Google Shape;225;g3d13e538ef5_0_572"/>
          <p:cNvGrpSpPr/>
          <p:nvPr/>
        </p:nvGrpSpPr>
        <p:grpSpPr>
          <a:xfrm>
            <a:off x="8950844" y="6337784"/>
            <a:ext cx="4656275" cy="1891709"/>
            <a:chOff x="6917201" y="0"/>
            <a:chExt cx="2227776" cy="863400"/>
          </a:xfrm>
        </p:grpSpPr>
        <p:sp>
          <p:nvSpPr>
            <p:cNvPr id="226" name="Google Shape;226;g3d13e538ef5_0_572"/>
            <p:cNvSpPr/>
            <p:nvPr/>
          </p:nvSpPr>
          <p:spPr>
            <a:xfrm>
              <a:off x="7641677" y="0"/>
              <a:ext cx="1503300" cy="863400"/>
            </a:xfrm>
            <a:prstGeom prst="parallelogram">
              <a:avLst>
                <a:gd fmla="val 158024" name="adj"/>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7" name="Google Shape;227;g3d13e538ef5_0_572"/>
            <p:cNvSpPr/>
            <p:nvPr/>
          </p:nvSpPr>
          <p:spPr>
            <a:xfrm>
              <a:off x="7279439" y="0"/>
              <a:ext cx="1503300" cy="863400"/>
            </a:xfrm>
            <a:prstGeom prst="parallelogram">
              <a:avLst>
                <a:gd fmla="val 158024" name="adj"/>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8" name="Google Shape;228;g3d13e538ef5_0_572"/>
            <p:cNvSpPr/>
            <p:nvPr/>
          </p:nvSpPr>
          <p:spPr>
            <a:xfrm>
              <a:off x="6917201" y="0"/>
              <a:ext cx="1503300" cy="863400"/>
            </a:xfrm>
            <a:prstGeom prst="parallelogram">
              <a:avLst>
                <a:gd fmla="val 158024" name="adj"/>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29" name="Google Shape;229;g3d13e538ef5_0_572"/>
          <p:cNvGrpSpPr/>
          <p:nvPr/>
        </p:nvGrpSpPr>
        <p:grpSpPr>
          <a:xfrm>
            <a:off x="318780" y="3"/>
            <a:ext cx="4472706" cy="1733275"/>
            <a:chOff x="6917201" y="0"/>
            <a:chExt cx="2227776" cy="863400"/>
          </a:xfrm>
        </p:grpSpPr>
        <p:sp>
          <p:nvSpPr>
            <p:cNvPr id="230" name="Google Shape;230;g3d13e538ef5_0_572"/>
            <p:cNvSpPr/>
            <p:nvPr/>
          </p:nvSpPr>
          <p:spPr>
            <a:xfrm>
              <a:off x="7641677" y="0"/>
              <a:ext cx="1503300" cy="863400"/>
            </a:xfrm>
            <a:prstGeom prst="parallelogram">
              <a:avLst>
                <a:gd fmla="val 158024" name="adj"/>
              </a:avLst>
            </a:pr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1" name="Google Shape;231;g3d13e538ef5_0_572"/>
            <p:cNvSpPr/>
            <p:nvPr/>
          </p:nvSpPr>
          <p:spPr>
            <a:xfrm>
              <a:off x="7279439" y="0"/>
              <a:ext cx="1503300" cy="863400"/>
            </a:xfrm>
            <a:prstGeom prst="parallelogram">
              <a:avLst>
                <a:gd fmla="val 158024" name="adj"/>
              </a:avLst>
            </a:pr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2" name="Google Shape;232;g3d13e538ef5_0_572"/>
            <p:cNvSpPr/>
            <p:nvPr/>
          </p:nvSpPr>
          <p:spPr>
            <a:xfrm>
              <a:off x="6917201" y="0"/>
              <a:ext cx="1503300" cy="863400"/>
            </a:xfrm>
            <a:prstGeom prst="parallelogram">
              <a:avLst>
                <a:gd fmla="val 158024" name="adj"/>
              </a:avLst>
            </a:pr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33" name="Google Shape;233;g3d13e538ef5_0_572"/>
          <p:cNvSpPr txBox="1"/>
          <p:nvPr>
            <p:ph type="title"/>
          </p:nvPr>
        </p:nvSpPr>
        <p:spPr>
          <a:xfrm>
            <a:off x="3021894" y="2793760"/>
            <a:ext cx="8604000" cy="26337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Clr>
                <a:schemeClr val="dk2"/>
              </a:buClr>
              <a:buSzPts val="5100"/>
              <a:buNone/>
              <a:defRPr sz="5100">
                <a:solidFill>
                  <a:schemeClr val="dk2"/>
                </a:solidFill>
              </a:defRPr>
            </a:lvl1pPr>
            <a:lvl2pPr lvl="1" algn="ctr">
              <a:lnSpc>
                <a:spcPct val="100000"/>
              </a:lnSpc>
              <a:spcBef>
                <a:spcPts val="0"/>
              </a:spcBef>
              <a:spcAft>
                <a:spcPts val="0"/>
              </a:spcAft>
              <a:buClr>
                <a:schemeClr val="dk2"/>
              </a:buClr>
              <a:buSzPts val="5100"/>
              <a:buNone/>
              <a:defRPr sz="5100">
                <a:solidFill>
                  <a:schemeClr val="dk2"/>
                </a:solidFill>
              </a:defRPr>
            </a:lvl2pPr>
            <a:lvl3pPr lvl="2" algn="ctr">
              <a:lnSpc>
                <a:spcPct val="100000"/>
              </a:lnSpc>
              <a:spcBef>
                <a:spcPts val="0"/>
              </a:spcBef>
              <a:spcAft>
                <a:spcPts val="0"/>
              </a:spcAft>
              <a:buClr>
                <a:schemeClr val="dk2"/>
              </a:buClr>
              <a:buSzPts val="5100"/>
              <a:buNone/>
              <a:defRPr sz="5100">
                <a:solidFill>
                  <a:schemeClr val="dk2"/>
                </a:solidFill>
              </a:defRPr>
            </a:lvl3pPr>
            <a:lvl4pPr lvl="3" algn="ctr">
              <a:lnSpc>
                <a:spcPct val="100000"/>
              </a:lnSpc>
              <a:spcBef>
                <a:spcPts val="0"/>
              </a:spcBef>
              <a:spcAft>
                <a:spcPts val="0"/>
              </a:spcAft>
              <a:buClr>
                <a:schemeClr val="dk2"/>
              </a:buClr>
              <a:buSzPts val="5100"/>
              <a:buNone/>
              <a:defRPr sz="5100">
                <a:solidFill>
                  <a:schemeClr val="dk2"/>
                </a:solidFill>
              </a:defRPr>
            </a:lvl4pPr>
            <a:lvl5pPr lvl="4" algn="ctr">
              <a:lnSpc>
                <a:spcPct val="100000"/>
              </a:lnSpc>
              <a:spcBef>
                <a:spcPts val="0"/>
              </a:spcBef>
              <a:spcAft>
                <a:spcPts val="0"/>
              </a:spcAft>
              <a:buClr>
                <a:schemeClr val="dk2"/>
              </a:buClr>
              <a:buSzPts val="5100"/>
              <a:buNone/>
              <a:defRPr sz="5100">
                <a:solidFill>
                  <a:schemeClr val="dk2"/>
                </a:solidFill>
              </a:defRPr>
            </a:lvl5pPr>
            <a:lvl6pPr lvl="5" algn="ctr">
              <a:lnSpc>
                <a:spcPct val="100000"/>
              </a:lnSpc>
              <a:spcBef>
                <a:spcPts val="0"/>
              </a:spcBef>
              <a:spcAft>
                <a:spcPts val="0"/>
              </a:spcAft>
              <a:buClr>
                <a:schemeClr val="dk2"/>
              </a:buClr>
              <a:buSzPts val="5100"/>
              <a:buNone/>
              <a:defRPr sz="5100">
                <a:solidFill>
                  <a:schemeClr val="dk2"/>
                </a:solidFill>
              </a:defRPr>
            </a:lvl6pPr>
            <a:lvl7pPr lvl="6" algn="ctr">
              <a:lnSpc>
                <a:spcPct val="100000"/>
              </a:lnSpc>
              <a:spcBef>
                <a:spcPts val="0"/>
              </a:spcBef>
              <a:spcAft>
                <a:spcPts val="0"/>
              </a:spcAft>
              <a:buClr>
                <a:schemeClr val="dk2"/>
              </a:buClr>
              <a:buSzPts val="5100"/>
              <a:buNone/>
              <a:defRPr sz="5100">
                <a:solidFill>
                  <a:schemeClr val="dk2"/>
                </a:solidFill>
              </a:defRPr>
            </a:lvl7pPr>
            <a:lvl8pPr lvl="7" algn="ctr">
              <a:lnSpc>
                <a:spcPct val="100000"/>
              </a:lnSpc>
              <a:spcBef>
                <a:spcPts val="0"/>
              </a:spcBef>
              <a:spcAft>
                <a:spcPts val="0"/>
              </a:spcAft>
              <a:buClr>
                <a:schemeClr val="dk2"/>
              </a:buClr>
              <a:buSzPts val="5100"/>
              <a:buNone/>
              <a:defRPr sz="5100">
                <a:solidFill>
                  <a:schemeClr val="dk2"/>
                </a:solidFill>
              </a:defRPr>
            </a:lvl8pPr>
            <a:lvl9pPr lvl="8" algn="ctr">
              <a:lnSpc>
                <a:spcPct val="100000"/>
              </a:lnSpc>
              <a:spcBef>
                <a:spcPts val="0"/>
              </a:spcBef>
              <a:spcAft>
                <a:spcPts val="0"/>
              </a:spcAft>
              <a:buClr>
                <a:schemeClr val="dk2"/>
              </a:buClr>
              <a:buSzPts val="5100"/>
              <a:buNone/>
              <a:defRPr sz="5100">
                <a:solidFill>
                  <a:schemeClr val="dk2"/>
                </a:solidFill>
              </a:defRPr>
            </a:lvl9pPr>
          </a:lstStyle>
          <a:p/>
        </p:txBody>
      </p:sp>
      <p:sp>
        <p:nvSpPr>
          <p:cNvPr id="234" name="Google Shape;234;g3d13e538ef5_0_572"/>
          <p:cNvSpPr txBox="1"/>
          <p:nvPr>
            <p:ph idx="12" type="sldNum"/>
          </p:nvPr>
        </p:nvSpPr>
        <p:spPr>
          <a:xfrm>
            <a:off x="13425174" y="7269869"/>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235" name="Shape 235"/>
        <p:cNvGrpSpPr/>
        <p:nvPr/>
      </p:nvGrpSpPr>
      <p:grpSpPr>
        <a:xfrm>
          <a:off x="0" y="0"/>
          <a:ext cx="0" cy="0"/>
          <a:chOff x="0" y="0"/>
          <a:chExt cx="0" cy="0"/>
        </a:xfrm>
      </p:grpSpPr>
      <p:sp>
        <p:nvSpPr>
          <p:cNvPr id="236" name="Google Shape;236;g3d13e538ef5_0_584"/>
          <p:cNvSpPr/>
          <p:nvPr/>
        </p:nvSpPr>
        <p:spPr>
          <a:xfrm flipH="1">
            <a:off x="5732100" y="2481120"/>
            <a:ext cx="8898300" cy="5748600"/>
          </a:xfrm>
          <a:prstGeom prst="rtTriangle">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7" name="Google Shape;237;g3d13e538ef5_0_584"/>
          <p:cNvSpPr/>
          <p:nvPr/>
        </p:nvSpPr>
        <p:spPr>
          <a:xfrm>
            <a:off x="50" y="4519200"/>
            <a:ext cx="11792700" cy="3710400"/>
          </a:xfrm>
          <a:prstGeom prst="rtTriangle">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8" name="Google Shape;238;g3d13e538ef5_0_584"/>
          <p:cNvSpPr/>
          <p:nvPr/>
        </p:nvSpPr>
        <p:spPr>
          <a:xfrm>
            <a:off x="325160" y="330000"/>
            <a:ext cx="13980000" cy="7569600"/>
          </a:xfrm>
          <a:prstGeom prst="rect">
            <a:avLst/>
          </a:prstGeom>
          <a:solidFill>
            <a:schemeClr val="dk1"/>
          </a:solidFill>
          <a:ln>
            <a:noFill/>
          </a:ln>
          <a:effectLst>
            <a:outerShdw blurRad="365760" sx="101000" rotWithShape="0" algn="ctr" sy="101000">
              <a:srgbClr val="000000">
                <a:alpha val="4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9" name="Google Shape;239;g3d13e538ef5_0_584"/>
          <p:cNvSpPr txBox="1"/>
          <p:nvPr>
            <p:ph type="title"/>
          </p:nvPr>
        </p:nvSpPr>
        <p:spPr>
          <a:xfrm>
            <a:off x="1310640" y="1352960"/>
            <a:ext cx="12009000" cy="15273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0" name="Google Shape;240;g3d13e538ef5_0_584"/>
          <p:cNvSpPr txBox="1"/>
          <p:nvPr>
            <p:ph idx="1" type="body"/>
          </p:nvPr>
        </p:nvSpPr>
        <p:spPr>
          <a:xfrm>
            <a:off x="1310640" y="3185160"/>
            <a:ext cx="5897700" cy="3916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41" name="Google Shape;241;g3d13e538ef5_0_584"/>
          <p:cNvSpPr txBox="1"/>
          <p:nvPr>
            <p:ph idx="2" type="body"/>
          </p:nvPr>
        </p:nvSpPr>
        <p:spPr>
          <a:xfrm>
            <a:off x="7421880" y="3185160"/>
            <a:ext cx="5897700" cy="3916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42" name="Google Shape;242;g3d13e538ef5_0_584"/>
          <p:cNvSpPr txBox="1"/>
          <p:nvPr>
            <p:ph idx="12" type="sldNum"/>
          </p:nvPr>
        </p:nvSpPr>
        <p:spPr>
          <a:xfrm>
            <a:off x="13425174" y="7269869"/>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243" name="Shape 243"/>
        <p:cNvGrpSpPr/>
        <p:nvPr/>
      </p:nvGrpSpPr>
      <p:grpSpPr>
        <a:xfrm>
          <a:off x="0" y="0"/>
          <a:ext cx="0" cy="0"/>
          <a:chOff x="0" y="0"/>
          <a:chExt cx="0" cy="0"/>
        </a:xfrm>
      </p:grpSpPr>
      <p:sp>
        <p:nvSpPr>
          <p:cNvPr id="244" name="Google Shape;244;g3d13e538ef5_0_592"/>
          <p:cNvSpPr/>
          <p:nvPr/>
        </p:nvSpPr>
        <p:spPr>
          <a:xfrm flipH="1">
            <a:off x="5732100" y="2481120"/>
            <a:ext cx="8898300" cy="5748600"/>
          </a:xfrm>
          <a:prstGeom prst="rtTriangle">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5" name="Google Shape;245;g3d13e538ef5_0_592"/>
          <p:cNvSpPr/>
          <p:nvPr/>
        </p:nvSpPr>
        <p:spPr>
          <a:xfrm>
            <a:off x="50" y="4519200"/>
            <a:ext cx="11792700" cy="3710400"/>
          </a:xfrm>
          <a:prstGeom prst="rtTriangle">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6" name="Google Shape;246;g3d13e538ef5_0_592"/>
          <p:cNvSpPr/>
          <p:nvPr/>
        </p:nvSpPr>
        <p:spPr>
          <a:xfrm>
            <a:off x="325160" y="330000"/>
            <a:ext cx="13980000" cy="7569600"/>
          </a:xfrm>
          <a:prstGeom prst="rect">
            <a:avLst/>
          </a:prstGeom>
          <a:solidFill>
            <a:schemeClr val="dk1"/>
          </a:solidFill>
          <a:ln>
            <a:noFill/>
          </a:ln>
          <a:effectLst>
            <a:outerShdw blurRad="365760" sx="101000" rotWithShape="0" algn="ctr" sy="101000">
              <a:srgbClr val="000000">
                <a:alpha val="4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7" name="Google Shape;247;g3d13e538ef5_0_592"/>
          <p:cNvSpPr txBox="1"/>
          <p:nvPr>
            <p:ph type="title"/>
          </p:nvPr>
        </p:nvSpPr>
        <p:spPr>
          <a:xfrm>
            <a:off x="1310640" y="1352960"/>
            <a:ext cx="12009000" cy="15273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8" name="Google Shape;248;g3d13e538ef5_0_592"/>
          <p:cNvSpPr txBox="1"/>
          <p:nvPr>
            <p:ph idx="12" type="sldNum"/>
          </p:nvPr>
        </p:nvSpPr>
        <p:spPr>
          <a:xfrm>
            <a:off x="13425174" y="7269869"/>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249" name="Shape 249"/>
        <p:cNvGrpSpPr/>
        <p:nvPr/>
      </p:nvGrpSpPr>
      <p:grpSpPr>
        <a:xfrm>
          <a:off x="0" y="0"/>
          <a:ext cx="0" cy="0"/>
          <a:chOff x="0" y="0"/>
          <a:chExt cx="0" cy="0"/>
        </a:xfrm>
      </p:grpSpPr>
      <p:sp>
        <p:nvSpPr>
          <p:cNvPr id="250" name="Google Shape;250;g3d13e538ef5_0_598"/>
          <p:cNvSpPr/>
          <p:nvPr/>
        </p:nvSpPr>
        <p:spPr>
          <a:xfrm flipH="1">
            <a:off x="5732100" y="2481120"/>
            <a:ext cx="8898300" cy="5748600"/>
          </a:xfrm>
          <a:prstGeom prst="rtTriangle">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1" name="Google Shape;251;g3d13e538ef5_0_598"/>
          <p:cNvSpPr/>
          <p:nvPr/>
        </p:nvSpPr>
        <p:spPr>
          <a:xfrm>
            <a:off x="50" y="4519200"/>
            <a:ext cx="11792700" cy="3710400"/>
          </a:xfrm>
          <a:prstGeom prst="rtTriangle">
            <a:avLst/>
          </a:pr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2" name="Google Shape;252;g3d13e538ef5_0_598"/>
          <p:cNvSpPr/>
          <p:nvPr/>
        </p:nvSpPr>
        <p:spPr>
          <a:xfrm>
            <a:off x="325160" y="330000"/>
            <a:ext cx="13980000" cy="7569600"/>
          </a:xfrm>
          <a:prstGeom prst="rect">
            <a:avLst/>
          </a:prstGeom>
          <a:solidFill>
            <a:schemeClr val="dk1"/>
          </a:solidFill>
          <a:ln>
            <a:noFill/>
          </a:ln>
          <a:effectLst>
            <a:outerShdw blurRad="365760" sx="101000" rotWithShape="0" algn="ctr" sy="101000">
              <a:srgbClr val="000000">
                <a:alpha val="4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3" name="Google Shape;253;g3d13e538ef5_0_598"/>
          <p:cNvSpPr txBox="1"/>
          <p:nvPr>
            <p:ph type="title"/>
          </p:nvPr>
        </p:nvSpPr>
        <p:spPr>
          <a:xfrm>
            <a:off x="1310640" y="1352960"/>
            <a:ext cx="5934600" cy="22128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54" name="Google Shape;254;g3d13e538ef5_0_598"/>
          <p:cNvSpPr txBox="1"/>
          <p:nvPr>
            <p:ph idx="1" type="body"/>
          </p:nvPr>
        </p:nvSpPr>
        <p:spPr>
          <a:xfrm>
            <a:off x="1329120" y="3710480"/>
            <a:ext cx="5934600" cy="3391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55" name="Google Shape;255;g3d13e538ef5_0_598"/>
          <p:cNvSpPr txBox="1"/>
          <p:nvPr>
            <p:ph idx="12" type="sldNum"/>
          </p:nvPr>
        </p:nvSpPr>
        <p:spPr>
          <a:xfrm>
            <a:off x="13425174" y="7269869"/>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256" name="Shape 256"/>
        <p:cNvGrpSpPr/>
        <p:nvPr/>
      </p:nvGrpSpPr>
      <p:grpSpPr>
        <a:xfrm>
          <a:off x="0" y="0"/>
          <a:ext cx="0" cy="0"/>
          <a:chOff x="0" y="0"/>
          <a:chExt cx="0" cy="0"/>
        </a:xfrm>
      </p:grpSpPr>
      <p:sp>
        <p:nvSpPr>
          <p:cNvPr id="257" name="Google Shape;257;g3d13e538ef5_0_605"/>
          <p:cNvSpPr/>
          <p:nvPr/>
        </p:nvSpPr>
        <p:spPr>
          <a:xfrm>
            <a:off x="0" y="4517030"/>
            <a:ext cx="11790600" cy="3707100"/>
          </a:xfrm>
          <a:prstGeom prst="rtTriangle">
            <a:avLst/>
          </a:prstGeom>
          <a:solidFill>
            <a:schemeClr val="accent6"/>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8" name="Google Shape;258;g3d13e538ef5_0_605"/>
          <p:cNvSpPr/>
          <p:nvPr/>
        </p:nvSpPr>
        <p:spPr>
          <a:xfrm flipH="1">
            <a:off x="5733136" y="2486581"/>
            <a:ext cx="8896800" cy="5743200"/>
          </a:xfrm>
          <a:prstGeom prst="rtTriangle">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259" name="Google Shape;259;g3d13e538ef5_0_605"/>
          <p:cNvGrpSpPr/>
          <p:nvPr/>
        </p:nvGrpSpPr>
        <p:grpSpPr>
          <a:xfrm>
            <a:off x="409427" y="-14"/>
            <a:ext cx="3602109" cy="1669475"/>
            <a:chOff x="3961956" y="4383950"/>
            <a:chExt cx="1160548" cy="548700"/>
          </a:xfrm>
        </p:grpSpPr>
        <p:sp>
          <p:nvSpPr>
            <p:cNvPr id="260" name="Google Shape;260;g3d13e538ef5_0_605"/>
            <p:cNvSpPr/>
            <p:nvPr/>
          </p:nvSpPr>
          <p:spPr>
            <a:xfrm>
              <a:off x="4224904" y="4383950"/>
              <a:ext cx="897600" cy="548700"/>
            </a:xfrm>
            <a:prstGeom prst="parallelogram">
              <a:avLst>
                <a:gd fmla="val 153193" name="adj"/>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1" name="Google Shape;261;g3d13e538ef5_0_605"/>
            <p:cNvSpPr/>
            <p:nvPr/>
          </p:nvSpPr>
          <p:spPr>
            <a:xfrm>
              <a:off x="4093430" y="4383950"/>
              <a:ext cx="897600" cy="548700"/>
            </a:xfrm>
            <a:prstGeom prst="parallelogram">
              <a:avLst>
                <a:gd fmla="val 153193" name="adj"/>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2" name="Google Shape;262;g3d13e538ef5_0_605"/>
            <p:cNvSpPr/>
            <p:nvPr/>
          </p:nvSpPr>
          <p:spPr>
            <a:xfrm>
              <a:off x="3961956" y="4383950"/>
              <a:ext cx="897600" cy="548700"/>
            </a:xfrm>
            <a:prstGeom prst="parallelogram">
              <a:avLst>
                <a:gd fmla="val 153193" name="adj"/>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63" name="Google Shape;263;g3d13e538ef5_0_605"/>
          <p:cNvSpPr/>
          <p:nvPr/>
        </p:nvSpPr>
        <p:spPr>
          <a:xfrm>
            <a:off x="325160" y="330000"/>
            <a:ext cx="13980000" cy="7569600"/>
          </a:xfrm>
          <a:prstGeom prst="rect">
            <a:avLst/>
          </a:prstGeom>
          <a:solidFill>
            <a:schemeClr val="dk1"/>
          </a:solidFill>
          <a:ln>
            <a:noFill/>
          </a:ln>
          <a:effectLst>
            <a:outerShdw blurRad="365760" sx="101000" rotWithShape="0" algn="ctr" sy="101000">
              <a:srgbClr val="000000">
                <a:alpha val="4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264" name="Google Shape;264;g3d13e538ef5_0_605"/>
          <p:cNvGrpSpPr/>
          <p:nvPr/>
        </p:nvGrpSpPr>
        <p:grpSpPr>
          <a:xfrm>
            <a:off x="55757" y="7235400"/>
            <a:ext cx="2549244" cy="987298"/>
            <a:chOff x="6917201" y="0"/>
            <a:chExt cx="2227776" cy="863400"/>
          </a:xfrm>
        </p:grpSpPr>
        <p:sp>
          <p:nvSpPr>
            <p:cNvPr id="265" name="Google Shape;265;g3d13e538ef5_0_605"/>
            <p:cNvSpPr/>
            <p:nvPr/>
          </p:nvSpPr>
          <p:spPr>
            <a:xfrm>
              <a:off x="7641677" y="0"/>
              <a:ext cx="1503300" cy="863400"/>
            </a:xfrm>
            <a:prstGeom prst="parallelogram">
              <a:avLst>
                <a:gd fmla="val 158024" name="adj"/>
              </a:avLst>
            </a:prstGeom>
            <a:solidFill>
              <a:schemeClr val="accent6"/>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6" name="Google Shape;266;g3d13e538ef5_0_605"/>
            <p:cNvSpPr/>
            <p:nvPr/>
          </p:nvSpPr>
          <p:spPr>
            <a:xfrm>
              <a:off x="7279439" y="0"/>
              <a:ext cx="1503300" cy="863400"/>
            </a:xfrm>
            <a:prstGeom prst="parallelogram">
              <a:avLst>
                <a:gd fmla="val 158024" name="adj"/>
              </a:avLst>
            </a:prstGeom>
            <a:solidFill>
              <a:schemeClr val="accent6"/>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7" name="Google Shape;267;g3d13e538ef5_0_605"/>
            <p:cNvSpPr/>
            <p:nvPr/>
          </p:nvSpPr>
          <p:spPr>
            <a:xfrm>
              <a:off x="6917201" y="0"/>
              <a:ext cx="1503300" cy="863400"/>
            </a:xfrm>
            <a:prstGeom prst="parallelogram">
              <a:avLst>
                <a:gd fmla="val 158024" name="adj"/>
              </a:avLst>
            </a:prstGeom>
            <a:solidFill>
              <a:schemeClr val="accent6"/>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68" name="Google Shape;268;g3d13e538ef5_0_605"/>
          <p:cNvGrpSpPr/>
          <p:nvPr/>
        </p:nvGrpSpPr>
        <p:grpSpPr>
          <a:xfrm>
            <a:off x="9418029" y="1989"/>
            <a:ext cx="5211882" cy="2018457"/>
            <a:chOff x="6917201" y="0"/>
            <a:chExt cx="2227776" cy="863400"/>
          </a:xfrm>
        </p:grpSpPr>
        <p:sp>
          <p:nvSpPr>
            <p:cNvPr id="269" name="Google Shape;269;g3d13e538ef5_0_605"/>
            <p:cNvSpPr/>
            <p:nvPr/>
          </p:nvSpPr>
          <p:spPr>
            <a:xfrm>
              <a:off x="7641677" y="0"/>
              <a:ext cx="1503300" cy="863400"/>
            </a:xfrm>
            <a:prstGeom prst="parallelogram">
              <a:avLst>
                <a:gd fmla="val 158024"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0" name="Google Shape;270;g3d13e538ef5_0_605"/>
            <p:cNvSpPr/>
            <p:nvPr/>
          </p:nvSpPr>
          <p:spPr>
            <a:xfrm>
              <a:off x="7279439" y="0"/>
              <a:ext cx="1503300" cy="863400"/>
            </a:xfrm>
            <a:prstGeom prst="parallelogram">
              <a:avLst>
                <a:gd fmla="val 158024"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1" name="Google Shape;271;g3d13e538ef5_0_605"/>
            <p:cNvSpPr/>
            <p:nvPr/>
          </p:nvSpPr>
          <p:spPr>
            <a:xfrm>
              <a:off x="6917201" y="0"/>
              <a:ext cx="1503300" cy="863400"/>
            </a:xfrm>
            <a:prstGeom prst="parallelogram">
              <a:avLst>
                <a:gd fmla="val 158024" name="adj"/>
              </a:avLst>
            </a:pr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72" name="Google Shape;272;g3d13e538ef5_0_605"/>
          <p:cNvSpPr txBox="1"/>
          <p:nvPr>
            <p:ph type="title"/>
          </p:nvPr>
        </p:nvSpPr>
        <p:spPr>
          <a:xfrm>
            <a:off x="2230286" y="2081834"/>
            <a:ext cx="10187100" cy="40626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SzPts val="5100"/>
              <a:buNone/>
              <a:defRPr sz="5100"/>
            </a:lvl1pPr>
            <a:lvl2pPr lvl="1" algn="ctr">
              <a:lnSpc>
                <a:spcPct val="100000"/>
              </a:lnSpc>
              <a:spcBef>
                <a:spcPts val="0"/>
              </a:spcBef>
              <a:spcAft>
                <a:spcPts val="0"/>
              </a:spcAft>
              <a:buSzPts val="5100"/>
              <a:buNone/>
              <a:defRPr sz="5100"/>
            </a:lvl2pPr>
            <a:lvl3pPr lvl="2" algn="ctr">
              <a:lnSpc>
                <a:spcPct val="100000"/>
              </a:lnSpc>
              <a:spcBef>
                <a:spcPts val="0"/>
              </a:spcBef>
              <a:spcAft>
                <a:spcPts val="0"/>
              </a:spcAft>
              <a:buSzPts val="5100"/>
              <a:buNone/>
              <a:defRPr sz="5100"/>
            </a:lvl3pPr>
            <a:lvl4pPr lvl="3" algn="ctr">
              <a:lnSpc>
                <a:spcPct val="100000"/>
              </a:lnSpc>
              <a:spcBef>
                <a:spcPts val="0"/>
              </a:spcBef>
              <a:spcAft>
                <a:spcPts val="0"/>
              </a:spcAft>
              <a:buSzPts val="5100"/>
              <a:buNone/>
              <a:defRPr sz="5100"/>
            </a:lvl4pPr>
            <a:lvl5pPr lvl="4" algn="ctr">
              <a:lnSpc>
                <a:spcPct val="100000"/>
              </a:lnSpc>
              <a:spcBef>
                <a:spcPts val="0"/>
              </a:spcBef>
              <a:spcAft>
                <a:spcPts val="0"/>
              </a:spcAft>
              <a:buSzPts val="5100"/>
              <a:buNone/>
              <a:defRPr sz="5100"/>
            </a:lvl5pPr>
            <a:lvl6pPr lvl="5" algn="ctr">
              <a:lnSpc>
                <a:spcPct val="100000"/>
              </a:lnSpc>
              <a:spcBef>
                <a:spcPts val="0"/>
              </a:spcBef>
              <a:spcAft>
                <a:spcPts val="0"/>
              </a:spcAft>
              <a:buSzPts val="5100"/>
              <a:buNone/>
              <a:defRPr sz="5100"/>
            </a:lvl6pPr>
            <a:lvl7pPr lvl="6" algn="ctr">
              <a:lnSpc>
                <a:spcPct val="100000"/>
              </a:lnSpc>
              <a:spcBef>
                <a:spcPts val="0"/>
              </a:spcBef>
              <a:spcAft>
                <a:spcPts val="0"/>
              </a:spcAft>
              <a:buSzPts val="5100"/>
              <a:buNone/>
              <a:defRPr sz="5100"/>
            </a:lvl7pPr>
            <a:lvl8pPr lvl="7" algn="ctr">
              <a:lnSpc>
                <a:spcPct val="100000"/>
              </a:lnSpc>
              <a:spcBef>
                <a:spcPts val="0"/>
              </a:spcBef>
              <a:spcAft>
                <a:spcPts val="0"/>
              </a:spcAft>
              <a:buSzPts val="5100"/>
              <a:buNone/>
              <a:defRPr sz="5100"/>
            </a:lvl8pPr>
            <a:lvl9pPr lvl="8" algn="ctr">
              <a:lnSpc>
                <a:spcPct val="100000"/>
              </a:lnSpc>
              <a:spcBef>
                <a:spcPts val="0"/>
              </a:spcBef>
              <a:spcAft>
                <a:spcPts val="0"/>
              </a:spcAft>
              <a:buSzPts val="5100"/>
              <a:buNone/>
              <a:defRPr sz="5100"/>
            </a:lvl9pPr>
          </a:lstStyle>
          <a:p/>
        </p:txBody>
      </p:sp>
      <p:sp>
        <p:nvSpPr>
          <p:cNvPr id="273" name="Google Shape;273;g3d13e538ef5_0_605"/>
          <p:cNvSpPr txBox="1"/>
          <p:nvPr>
            <p:ph idx="12" type="sldNum"/>
          </p:nvPr>
        </p:nvSpPr>
        <p:spPr>
          <a:xfrm>
            <a:off x="13425174" y="7269869"/>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274" name="Shape 274"/>
        <p:cNvGrpSpPr/>
        <p:nvPr/>
      </p:nvGrpSpPr>
      <p:grpSpPr>
        <a:xfrm>
          <a:off x="0" y="0"/>
          <a:ext cx="0" cy="0"/>
          <a:chOff x="0" y="0"/>
          <a:chExt cx="0" cy="0"/>
        </a:xfrm>
      </p:grpSpPr>
      <p:sp>
        <p:nvSpPr>
          <p:cNvPr id="275" name="Google Shape;275;g3d13e538ef5_0_623"/>
          <p:cNvSpPr/>
          <p:nvPr/>
        </p:nvSpPr>
        <p:spPr>
          <a:xfrm flipH="1">
            <a:off x="5732100" y="2481120"/>
            <a:ext cx="8898300" cy="5748600"/>
          </a:xfrm>
          <a:prstGeom prst="rtTriangle">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6" name="Google Shape;276;g3d13e538ef5_0_623"/>
          <p:cNvSpPr/>
          <p:nvPr/>
        </p:nvSpPr>
        <p:spPr>
          <a:xfrm>
            <a:off x="50" y="4519200"/>
            <a:ext cx="11792700" cy="3710400"/>
          </a:xfrm>
          <a:prstGeom prst="rtTriangle">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7" name="Google Shape;277;g3d13e538ef5_0_623"/>
          <p:cNvSpPr/>
          <p:nvPr/>
        </p:nvSpPr>
        <p:spPr>
          <a:xfrm>
            <a:off x="325160" y="330000"/>
            <a:ext cx="13980000" cy="7569600"/>
          </a:xfrm>
          <a:prstGeom prst="rect">
            <a:avLst/>
          </a:prstGeom>
          <a:solidFill>
            <a:schemeClr val="dk1"/>
          </a:solidFill>
          <a:ln>
            <a:noFill/>
          </a:ln>
          <a:effectLst>
            <a:outerShdw blurRad="365760" sx="101000" rotWithShape="0" algn="ctr" sy="101000">
              <a:srgbClr val="000000">
                <a:alpha val="4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8" name="Google Shape;278;g3d13e538ef5_0_623"/>
          <p:cNvSpPr txBox="1"/>
          <p:nvPr>
            <p:ph type="title"/>
          </p:nvPr>
        </p:nvSpPr>
        <p:spPr>
          <a:xfrm>
            <a:off x="1310640" y="1352960"/>
            <a:ext cx="10278600" cy="1128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79" name="Google Shape;279;g3d13e538ef5_0_623"/>
          <p:cNvSpPr txBox="1"/>
          <p:nvPr>
            <p:ph idx="1" type="subTitle"/>
          </p:nvPr>
        </p:nvSpPr>
        <p:spPr>
          <a:xfrm>
            <a:off x="1310640" y="2481120"/>
            <a:ext cx="9375900" cy="629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Clr>
                <a:schemeClr val="lt1"/>
              </a:buClr>
              <a:buSzPts val="2600"/>
              <a:buNone/>
              <a:defRPr sz="2600">
                <a:solidFill>
                  <a:schemeClr val="lt1"/>
                </a:solidFill>
              </a:defRPr>
            </a:lvl1pPr>
            <a:lvl2pPr lvl="1" algn="l">
              <a:lnSpc>
                <a:spcPct val="100000"/>
              </a:lnSpc>
              <a:spcBef>
                <a:spcPts val="0"/>
              </a:spcBef>
              <a:spcAft>
                <a:spcPts val="0"/>
              </a:spcAft>
              <a:buClr>
                <a:schemeClr val="lt1"/>
              </a:buClr>
              <a:buSzPts val="2600"/>
              <a:buNone/>
              <a:defRPr sz="2600">
                <a:solidFill>
                  <a:schemeClr val="lt1"/>
                </a:solidFill>
              </a:defRPr>
            </a:lvl2pPr>
            <a:lvl3pPr lvl="2" algn="l">
              <a:lnSpc>
                <a:spcPct val="100000"/>
              </a:lnSpc>
              <a:spcBef>
                <a:spcPts val="0"/>
              </a:spcBef>
              <a:spcAft>
                <a:spcPts val="0"/>
              </a:spcAft>
              <a:buClr>
                <a:schemeClr val="lt1"/>
              </a:buClr>
              <a:buSzPts val="2600"/>
              <a:buNone/>
              <a:defRPr sz="2600">
                <a:solidFill>
                  <a:schemeClr val="lt1"/>
                </a:solidFill>
              </a:defRPr>
            </a:lvl3pPr>
            <a:lvl4pPr lvl="3" algn="l">
              <a:lnSpc>
                <a:spcPct val="100000"/>
              </a:lnSpc>
              <a:spcBef>
                <a:spcPts val="0"/>
              </a:spcBef>
              <a:spcAft>
                <a:spcPts val="0"/>
              </a:spcAft>
              <a:buClr>
                <a:schemeClr val="lt1"/>
              </a:buClr>
              <a:buSzPts val="2600"/>
              <a:buNone/>
              <a:defRPr sz="2600">
                <a:solidFill>
                  <a:schemeClr val="lt1"/>
                </a:solidFill>
              </a:defRPr>
            </a:lvl4pPr>
            <a:lvl5pPr lvl="4" algn="l">
              <a:lnSpc>
                <a:spcPct val="100000"/>
              </a:lnSpc>
              <a:spcBef>
                <a:spcPts val="0"/>
              </a:spcBef>
              <a:spcAft>
                <a:spcPts val="0"/>
              </a:spcAft>
              <a:buClr>
                <a:schemeClr val="lt1"/>
              </a:buClr>
              <a:buSzPts val="2600"/>
              <a:buNone/>
              <a:defRPr sz="2600">
                <a:solidFill>
                  <a:schemeClr val="lt1"/>
                </a:solidFill>
              </a:defRPr>
            </a:lvl5pPr>
            <a:lvl6pPr lvl="5" algn="l">
              <a:lnSpc>
                <a:spcPct val="100000"/>
              </a:lnSpc>
              <a:spcBef>
                <a:spcPts val="0"/>
              </a:spcBef>
              <a:spcAft>
                <a:spcPts val="0"/>
              </a:spcAft>
              <a:buClr>
                <a:schemeClr val="lt1"/>
              </a:buClr>
              <a:buSzPts val="2600"/>
              <a:buNone/>
              <a:defRPr sz="2600">
                <a:solidFill>
                  <a:schemeClr val="lt1"/>
                </a:solidFill>
              </a:defRPr>
            </a:lvl6pPr>
            <a:lvl7pPr lvl="6" algn="l">
              <a:lnSpc>
                <a:spcPct val="100000"/>
              </a:lnSpc>
              <a:spcBef>
                <a:spcPts val="0"/>
              </a:spcBef>
              <a:spcAft>
                <a:spcPts val="0"/>
              </a:spcAft>
              <a:buClr>
                <a:schemeClr val="lt1"/>
              </a:buClr>
              <a:buSzPts val="2600"/>
              <a:buNone/>
              <a:defRPr sz="2600">
                <a:solidFill>
                  <a:schemeClr val="lt1"/>
                </a:solidFill>
              </a:defRPr>
            </a:lvl7pPr>
            <a:lvl8pPr lvl="7" algn="l">
              <a:lnSpc>
                <a:spcPct val="100000"/>
              </a:lnSpc>
              <a:spcBef>
                <a:spcPts val="0"/>
              </a:spcBef>
              <a:spcAft>
                <a:spcPts val="0"/>
              </a:spcAft>
              <a:buClr>
                <a:schemeClr val="lt1"/>
              </a:buClr>
              <a:buSzPts val="2600"/>
              <a:buNone/>
              <a:defRPr sz="2600">
                <a:solidFill>
                  <a:schemeClr val="lt1"/>
                </a:solidFill>
              </a:defRPr>
            </a:lvl8pPr>
            <a:lvl9pPr lvl="8" algn="l">
              <a:lnSpc>
                <a:spcPct val="100000"/>
              </a:lnSpc>
              <a:spcBef>
                <a:spcPts val="0"/>
              </a:spcBef>
              <a:spcAft>
                <a:spcPts val="0"/>
              </a:spcAft>
              <a:buClr>
                <a:schemeClr val="lt1"/>
              </a:buClr>
              <a:buSzPts val="2600"/>
              <a:buNone/>
              <a:defRPr sz="2600">
                <a:solidFill>
                  <a:schemeClr val="lt1"/>
                </a:solidFill>
              </a:defRPr>
            </a:lvl9pPr>
          </a:lstStyle>
          <a:p/>
        </p:txBody>
      </p:sp>
      <p:sp>
        <p:nvSpPr>
          <p:cNvPr id="280" name="Google Shape;280;g3d13e538ef5_0_623"/>
          <p:cNvSpPr txBox="1"/>
          <p:nvPr>
            <p:ph idx="2" type="body"/>
          </p:nvPr>
        </p:nvSpPr>
        <p:spPr>
          <a:xfrm>
            <a:off x="1310640" y="3947280"/>
            <a:ext cx="9375900" cy="33528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81" name="Google Shape;281;g3d13e538ef5_0_623"/>
          <p:cNvSpPr txBox="1"/>
          <p:nvPr>
            <p:ph idx="12" type="sldNum"/>
          </p:nvPr>
        </p:nvSpPr>
        <p:spPr>
          <a:xfrm>
            <a:off x="13425174" y="7269869"/>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282" name="Shape 282"/>
        <p:cNvGrpSpPr/>
        <p:nvPr/>
      </p:nvGrpSpPr>
      <p:grpSpPr>
        <a:xfrm>
          <a:off x="0" y="0"/>
          <a:ext cx="0" cy="0"/>
          <a:chOff x="0" y="0"/>
          <a:chExt cx="0" cy="0"/>
        </a:xfrm>
      </p:grpSpPr>
      <p:sp>
        <p:nvSpPr>
          <p:cNvPr id="283" name="Google Shape;283;g3d13e538ef5_0_631"/>
          <p:cNvSpPr/>
          <p:nvPr/>
        </p:nvSpPr>
        <p:spPr>
          <a:xfrm>
            <a:off x="50" y="4519200"/>
            <a:ext cx="11792700" cy="3710400"/>
          </a:xfrm>
          <a:prstGeom prst="rtTriangle">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4" name="Google Shape;284;g3d13e538ef5_0_631"/>
          <p:cNvSpPr/>
          <p:nvPr/>
        </p:nvSpPr>
        <p:spPr>
          <a:xfrm flipH="1">
            <a:off x="5732100" y="2481120"/>
            <a:ext cx="8898300" cy="5748600"/>
          </a:xfrm>
          <a:prstGeom prst="rtTriangle">
            <a:avLst/>
          </a:pr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5" name="Google Shape;285;g3d13e538ef5_0_631"/>
          <p:cNvSpPr/>
          <p:nvPr/>
        </p:nvSpPr>
        <p:spPr>
          <a:xfrm>
            <a:off x="325160" y="330000"/>
            <a:ext cx="13980000" cy="7569600"/>
          </a:xfrm>
          <a:prstGeom prst="rect">
            <a:avLst/>
          </a:prstGeom>
          <a:solidFill>
            <a:schemeClr val="dk1"/>
          </a:solidFill>
          <a:ln>
            <a:noFill/>
          </a:ln>
          <a:effectLst>
            <a:outerShdw blurRad="365760" sx="101000" rotWithShape="0" algn="ctr" sy="101000">
              <a:srgbClr val="000000">
                <a:alpha val="4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6" name="Google Shape;286;g3d13e538ef5_0_631"/>
          <p:cNvSpPr txBox="1"/>
          <p:nvPr>
            <p:ph idx="1" type="body"/>
          </p:nvPr>
        </p:nvSpPr>
        <p:spPr>
          <a:xfrm>
            <a:off x="524840" y="6661600"/>
            <a:ext cx="11864100" cy="968100"/>
          </a:xfrm>
          <a:prstGeom prst="rect">
            <a:avLst/>
          </a:prstGeom>
          <a:noFill/>
          <a:ln>
            <a:noFill/>
          </a:ln>
        </p:spPr>
        <p:txBody>
          <a:bodyPr anchorCtr="0" anchor="b" bIns="146275" lIns="146275" spcFirstLastPara="1" rIns="146275" wrap="square" tIns="146275">
            <a:normAutofit/>
          </a:bodyPr>
          <a:lstStyle>
            <a:lvl1pPr indent="-228600" lvl="0" marL="457200" algn="l">
              <a:lnSpc>
                <a:spcPct val="100000"/>
              </a:lnSpc>
              <a:spcBef>
                <a:spcPts val="0"/>
              </a:spcBef>
              <a:spcAft>
                <a:spcPts val="0"/>
              </a:spcAft>
              <a:buSzPts val="2100"/>
              <a:buNone/>
              <a:defRPr/>
            </a:lvl1pPr>
          </a:lstStyle>
          <a:p/>
        </p:txBody>
      </p:sp>
      <p:sp>
        <p:nvSpPr>
          <p:cNvPr id="287" name="Google Shape;287;g3d13e538ef5_0_631"/>
          <p:cNvSpPr txBox="1"/>
          <p:nvPr>
            <p:ph idx="12" type="sldNum"/>
          </p:nvPr>
        </p:nvSpPr>
        <p:spPr>
          <a:xfrm>
            <a:off x="13425174" y="7269869"/>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288" name="Shape 288"/>
        <p:cNvGrpSpPr/>
        <p:nvPr/>
      </p:nvGrpSpPr>
      <p:grpSpPr>
        <a:xfrm>
          <a:off x="0" y="0"/>
          <a:ext cx="0" cy="0"/>
          <a:chOff x="0" y="0"/>
          <a:chExt cx="0" cy="0"/>
        </a:xfrm>
      </p:grpSpPr>
      <p:sp>
        <p:nvSpPr>
          <p:cNvPr id="289" name="Google Shape;289;g3d13e538ef5_0_637"/>
          <p:cNvSpPr/>
          <p:nvPr/>
        </p:nvSpPr>
        <p:spPr>
          <a:xfrm flipH="1">
            <a:off x="8910600" y="4534520"/>
            <a:ext cx="5719800" cy="3695100"/>
          </a:xfrm>
          <a:prstGeom prst="rtTriangle">
            <a:avLst/>
          </a:pr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290" name="Google Shape;290;g3d13e538ef5_0_637"/>
          <p:cNvGrpSpPr/>
          <p:nvPr/>
        </p:nvGrpSpPr>
        <p:grpSpPr>
          <a:xfrm>
            <a:off x="9535034" y="6591322"/>
            <a:ext cx="4033611" cy="1638647"/>
            <a:chOff x="6917201" y="0"/>
            <a:chExt cx="2227776" cy="863400"/>
          </a:xfrm>
        </p:grpSpPr>
        <p:sp>
          <p:nvSpPr>
            <p:cNvPr id="291" name="Google Shape;291;g3d13e538ef5_0_637"/>
            <p:cNvSpPr/>
            <p:nvPr/>
          </p:nvSpPr>
          <p:spPr>
            <a:xfrm>
              <a:off x="7641677" y="0"/>
              <a:ext cx="1503300" cy="863400"/>
            </a:xfrm>
            <a:prstGeom prst="parallelogram">
              <a:avLst>
                <a:gd fmla="val 158024" name="adj"/>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2" name="Google Shape;292;g3d13e538ef5_0_637"/>
            <p:cNvSpPr/>
            <p:nvPr/>
          </p:nvSpPr>
          <p:spPr>
            <a:xfrm>
              <a:off x="7279439" y="0"/>
              <a:ext cx="1503300" cy="863400"/>
            </a:xfrm>
            <a:prstGeom prst="parallelogram">
              <a:avLst>
                <a:gd fmla="val 158024" name="adj"/>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3" name="Google Shape;293;g3d13e538ef5_0_637"/>
            <p:cNvSpPr/>
            <p:nvPr/>
          </p:nvSpPr>
          <p:spPr>
            <a:xfrm>
              <a:off x="6917201" y="0"/>
              <a:ext cx="1503300" cy="863400"/>
            </a:xfrm>
            <a:prstGeom prst="parallelogram">
              <a:avLst>
                <a:gd fmla="val 158024" name="adj"/>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94" name="Google Shape;294;g3d13e538ef5_0_637"/>
          <p:cNvGrpSpPr/>
          <p:nvPr/>
        </p:nvGrpSpPr>
        <p:grpSpPr>
          <a:xfrm>
            <a:off x="318780" y="3"/>
            <a:ext cx="4472706" cy="1733275"/>
            <a:chOff x="6917201" y="0"/>
            <a:chExt cx="2227776" cy="863400"/>
          </a:xfrm>
        </p:grpSpPr>
        <p:sp>
          <p:nvSpPr>
            <p:cNvPr id="295" name="Google Shape;295;g3d13e538ef5_0_637"/>
            <p:cNvSpPr/>
            <p:nvPr/>
          </p:nvSpPr>
          <p:spPr>
            <a:xfrm>
              <a:off x="7641677" y="0"/>
              <a:ext cx="1503300" cy="863400"/>
            </a:xfrm>
            <a:prstGeom prst="parallelogram">
              <a:avLst>
                <a:gd fmla="val 158024" name="adj"/>
              </a:avLst>
            </a:pr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6" name="Google Shape;296;g3d13e538ef5_0_637"/>
            <p:cNvSpPr/>
            <p:nvPr/>
          </p:nvSpPr>
          <p:spPr>
            <a:xfrm>
              <a:off x="7279439" y="0"/>
              <a:ext cx="1503300" cy="863400"/>
            </a:xfrm>
            <a:prstGeom prst="parallelogram">
              <a:avLst>
                <a:gd fmla="val 158024" name="adj"/>
              </a:avLst>
            </a:pr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7" name="Google Shape;297;g3d13e538ef5_0_637"/>
            <p:cNvSpPr/>
            <p:nvPr/>
          </p:nvSpPr>
          <p:spPr>
            <a:xfrm>
              <a:off x="6917201" y="0"/>
              <a:ext cx="1503300" cy="863400"/>
            </a:xfrm>
            <a:prstGeom prst="parallelogram">
              <a:avLst>
                <a:gd fmla="val 158024" name="adj"/>
              </a:avLst>
            </a:pr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298" name="Google Shape;298;g3d13e538ef5_0_637"/>
          <p:cNvSpPr txBox="1"/>
          <p:nvPr>
            <p:ph hasCustomPrompt="1" type="title"/>
          </p:nvPr>
        </p:nvSpPr>
        <p:spPr>
          <a:xfrm>
            <a:off x="2217360" y="2214160"/>
            <a:ext cx="10195800" cy="22074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Clr>
                <a:schemeClr val="dk2"/>
              </a:buClr>
              <a:buSzPts val="13800"/>
              <a:buNone/>
              <a:defRPr sz="13800">
                <a:solidFill>
                  <a:schemeClr val="dk2"/>
                </a:solidFill>
              </a:defRPr>
            </a:lvl1pPr>
            <a:lvl2pPr lvl="1" algn="ctr">
              <a:lnSpc>
                <a:spcPct val="100000"/>
              </a:lnSpc>
              <a:spcBef>
                <a:spcPts val="0"/>
              </a:spcBef>
              <a:spcAft>
                <a:spcPts val="0"/>
              </a:spcAft>
              <a:buClr>
                <a:schemeClr val="dk2"/>
              </a:buClr>
              <a:buSzPts val="13800"/>
              <a:buNone/>
              <a:defRPr sz="13800">
                <a:solidFill>
                  <a:schemeClr val="dk2"/>
                </a:solidFill>
              </a:defRPr>
            </a:lvl2pPr>
            <a:lvl3pPr lvl="2" algn="ctr">
              <a:lnSpc>
                <a:spcPct val="100000"/>
              </a:lnSpc>
              <a:spcBef>
                <a:spcPts val="0"/>
              </a:spcBef>
              <a:spcAft>
                <a:spcPts val="0"/>
              </a:spcAft>
              <a:buClr>
                <a:schemeClr val="dk2"/>
              </a:buClr>
              <a:buSzPts val="13800"/>
              <a:buNone/>
              <a:defRPr sz="13800">
                <a:solidFill>
                  <a:schemeClr val="dk2"/>
                </a:solidFill>
              </a:defRPr>
            </a:lvl3pPr>
            <a:lvl4pPr lvl="3" algn="ctr">
              <a:lnSpc>
                <a:spcPct val="100000"/>
              </a:lnSpc>
              <a:spcBef>
                <a:spcPts val="0"/>
              </a:spcBef>
              <a:spcAft>
                <a:spcPts val="0"/>
              </a:spcAft>
              <a:buClr>
                <a:schemeClr val="dk2"/>
              </a:buClr>
              <a:buSzPts val="13800"/>
              <a:buNone/>
              <a:defRPr sz="13800">
                <a:solidFill>
                  <a:schemeClr val="dk2"/>
                </a:solidFill>
              </a:defRPr>
            </a:lvl4pPr>
            <a:lvl5pPr lvl="4" algn="ctr">
              <a:lnSpc>
                <a:spcPct val="100000"/>
              </a:lnSpc>
              <a:spcBef>
                <a:spcPts val="0"/>
              </a:spcBef>
              <a:spcAft>
                <a:spcPts val="0"/>
              </a:spcAft>
              <a:buClr>
                <a:schemeClr val="dk2"/>
              </a:buClr>
              <a:buSzPts val="13800"/>
              <a:buNone/>
              <a:defRPr sz="13800">
                <a:solidFill>
                  <a:schemeClr val="dk2"/>
                </a:solidFill>
              </a:defRPr>
            </a:lvl5pPr>
            <a:lvl6pPr lvl="5" algn="ctr">
              <a:lnSpc>
                <a:spcPct val="100000"/>
              </a:lnSpc>
              <a:spcBef>
                <a:spcPts val="0"/>
              </a:spcBef>
              <a:spcAft>
                <a:spcPts val="0"/>
              </a:spcAft>
              <a:buClr>
                <a:schemeClr val="dk2"/>
              </a:buClr>
              <a:buSzPts val="13800"/>
              <a:buNone/>
              <a:defRPr sz="13800">
                <a:solidFill>
                  <a:schemeClr val="dk2"/>
                </a:solidFill>
              </a:defRPr>
            </a:lvl6pPr>
            <a:lvl7pPr lvl="6" algn="ctr">
              <a:lnSpc>
                <a:spcPct val="100000"/>
              </a:lnSpc>
              <a:spcBef>
                <a:spcPts val="0"/>
              </a:spcBef>
              <a:spcAft>
                <a:spcPts val="0"/>
              </a:spcAft>
              <a:buClr>
                <a:schemeClr val="dk2"/>
              </a:buClr>
              <a:buSzPts val="13800"/>
              <a:buNone/>
              <a:defRPr sz="13800">
                <a:solidFill>
                  <a:schemeClr val="dk2"/>
                </a:solidFill>
              </a:defRPr>
            </a:lvl7pPr>
            <a:lvl8pPr lvl="7" algn="ctr">
              <a:lnSpc>
                <a:spcPct val="100000"/>
              </a:lnSpc>
              <a:spcBef>
                <a:spcPts val="0"/>
              </a:spcBef>
              <a:spcAft>
                <a:spcPts val="0"/>
              </a:spcAft>
              <a:buClr>
                <a:schemeClr val="dk2"/>
              </a:buClr>
              <a:buSzPts val="13800"/>
              <a:buNone/>
              <a:defRPr sz="13800">
                <a:solidFill>
                  <a:schemeClr val="dk2"/>
                </a:solidFill>
              </a:defRPr>
            </a:lvl8pPr>
            <a:lvl9pPr lvl="8" algn="ctr">
              <a:lnSpc>
                <a:spcPct val="100000"/>
              </a:lnSpc>
              <a:spcBef>
                <a:spcPts val="0"/>
              </a:spcBef>
              <a:spcAft>
                <a:spcPts val="0"/>
              </a:spcAft>
              <a:buClr>
                <a:schemeClr val="dk2"/>
              </a:buClr>
              <a:buSzPts val="13800"/>
              <a:buNone/>
              <a:defRPr sz="13800">
                <a:solidFill>
                  <a:schemeClr val="dk2"/>
                </a:solidFill>
              </a:defRPr>
            </a:lvl9pPr>
          </a:lstStyle>
          <a:p>
            <a:r>
              <a:t>xx%</a:t>
            </a:r>
          </a:p>
        </p:txBody>
      </p:sp>
      <p:sp>
        <p:nvSpPr>
          <p:cNvPr id="299" name="Google Shape;299;g3d13e538ef5_0_637"/>
          <p:cNvSpPr txBox="1"/>
          <p:nvPr>
            <p:ph idx="1" type="body"/>
          </p:nvPr>
        </p:nvSpPr>
        <p:spPr>
          <a:xfrm>
            <a:off x="2217360" y="4582160"/>
            <a:ext cx="10195800" cy="1025700"/>
          </a:xfrm>
          <a:prstGeom prst="rect">
            <a:avLst/>
          </a:prstGeom>
          <a:noFill/>
          <a:ln>
            <a:noFill/>
          </a:ln>
        </p:spPr>
        <p:txBody>
          <a:bodyPr anchorCtr="0" anchor="t" bIns="146275" lIns="146275" spcFirstLastPara="1" rIns="146275" wrap="square" tIns="146275">
            <a:normAutofit/>
          </a:bodyPr>
          <a:lstStyle>
            <a:lvl1pPr indent="-361950" lvl="0" marL="457200" algn="ctr">
              <a:lnSpc>
                <a:spcPct val="115000"/>
              </a:lnSpc>
              <a:spcBef>
                <a:spcPts val="0"/>
              </a:spcBef>
              <a:spcAft>
                <a:spcPts val="0"/>
              </a:spcAft>
              <a:buSzPts val="2100"/>
              <a:buChar char="●"/>
              <a:defRPr/>
            </a:lvl1pPr>
            <a:lvl2pPr indent="-342900" lvl="1" marL="914400" algn="ctr">
              <a:lnSpc>
                <a:spcPct val="115000"/>
              </a:lnSpc>
              <a:spcBef>
                <a:spcPts val="0"/>
              </a:spcBef>
              <a:spcAft>
                <a:spcPts val="0"/>
              </a:spcAft>
              <a:buSzPts val="1800"/>
              <a:buChar char="○"/>
              <a:defRPr/>
            </a:lvl2pPr>
            <a:lvl3pPr indent="-342900" lvl="2" marL="1371600" algn="ctr">
              <a:lnSpc>
                <a:spcPct val="115000"/>
              </a:lnSpc>
              <a:spcBef>
                <a:spcPts val="0"/>
              </a:spcBef>
              <a:spcAft>
                <a:spcPts val="0"/>
              </a:spcAft>
              <a:buSzPts val="1800"/>
              <a:buChar char="■"/>
              <a:defRPr/>
            </a:lvl3pPr>
            <a:lvl4pPr indent="-342900" lvl="3" marL="1828800" algn="ctr">
              <a:lnSpc>
                <a:spcPct val="115000"/>
              </a:lnSpc>
              <a:spcBef>
                <a:spcPts val="0"/>
              </a:spcBef>
              <a:spcAft>
                <a:spcPts val="0"/>
              </a:spcAft>
              <a:buSzPts val="1800"/>
              <a:buChar char="●"/>
              <a:defRPr/>
            </a:lvl4pPr>
            <a:lvl5pPr indent="-342900" lvl="4" marL="2286000" algn="ctr">
              <a:lnSpc>
                <a:spcPct val="115000"/>
              </a:lnSpc>
              <a:spcBef>
                <a:spcPts val="0"/>
              </a:spcBef>
              <a:spcAft>
                <a:spcPts val="0"/>
              </a:spcAft>
              <a:buSzPts val="1800"/>
              <a:buChar char="○"/>
              <a:defRPr/>
            </a:lvl5pPr>
            <a:lvl6pPr indent="-342900" lvl="5" marL="2743200" algn="ctr">
              <a:lnSpc>
                <a:spcPct val="115000"/>
              </a:lnSpc>
              <a:spcBef>
                <a:spcPts val="0"/>
              </a:spcBef>
              <a:spcAft>
                <a:spcPts val="0"/>
              </a:spcAft>
              <a:buSzPts val="1800"/>
              <a:buChar char="■"/>
              <a:defRPr/>
            </a:lvl6pPr>
            <a:lvl7pPr indent="-342900" lvl="6" marL="3200400" algn="ctr">
              <a:lnSpc>
                <a:spcPct val="115000"/>
              </a:lnSpc>
              <a:spcBef>
                <a:spcPts val="0"/>
              </a:spcBef>
              <a:spcAft>
                <a:spcPts val="0"/>
              </a:spcAft>
              <a:buSzPts val="1800"/>
              <a:buChar char="●"/>
              <a:defRPr/>
            </a:lvl7pPr>
            <a:lvl8pPr indent="-342900" lvl="7" marL="3657600" algn="ctr">
              <a:lnSpc>
                <a:spcPct val="115000"/>
              </a:lnSpc>
              <a:spcBef>
                <a:spcPts val="0"/>
              </a:spcBef>
              <a:spcAft>
                <a:spcPts val="0"/>
              </a:spcAft>
              <a:buSzPts val="1800"/>
              <a:buChar char="○"/>
              <a:defRPr/>
            </a:lvl8pPr>
            <a:lvl9pPr indent="-342900" lvl="8" marL="4114800" algn="ctr">
              <a:lnSpc>
                <a:spcPct val="115000"/>
              </a:lnSpc>
              <a:spcBef>
                <a:spcPts val="0"/>
              </a:spcBef>
              <a:spcAft>
                <a:spcPts val="0"/>
              </a:spcAft>
              <a:buSzPts val="1800"/>
              <a:buChar char="■"/>
              <a:defRPr/>
            </a:lvl9pPr>
          </a:lstStyle>
          <a:p/>
        </p:txBody>
      </p:sp>
      <p:sp>
        <p:nvSpPr>
          <p:cNvPr id="300" name="Google Shape;300;g3d13e538ef5_0_637"/>
          <p:cNvSpPr txBox="1"/>
          <p:nvPr>
            <p:ph idx="12" type="sldNum"/>
          </p:nvPr>
        </p:nvSpPr>
        <p:spPr>
          <a:xfrm>
            <a:off x="13425174" y="7269869"/>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1" name="Shape 301"/>
        <p:cNvGrpSpPr/>
        <p:nvPr/>
      </p:nvGrpSpPr>
      <p:grpSpPr>
        <a:xfrm>
          <a:off x="0" y="0"/>
          <a:ext cx="0" cy="0"/>
          <a:chOff x="0" y="0"/>
          <a:chExt cx="0" cy="0"/>
        </a:xfrm>
      </p:grpSpPr>
      <p:sp>
        <p:nvSpPr>
          <p:cNvPr id="302" name="Google Shape;302;g3d13e538ef5_0_650"/>
          <p:cNvSpPr txBox="1"/>
          <p:nvPr>
            <p:ph idx="12" type="sldNum"/>
          </p:nvPr>
        </p:nvSpPr>
        <p:spPr>
          <a:xfrm>
            <a:off x="13425174" y="7269869"/>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1.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theme" Target="../theme/theme4.xml"/><Relationship Id="rId12"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9" Type="http://schemas.openxmlformats.org/officeDocument/2006/relationships/slideLayout" Target="../slideLayouts/slideLayout55.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11" Type="http://schemas.openxmlformats.org/officeDocument/2006/relationships/slideLayout" Target="../slideLayouts/slideLayout57.xml"/><Relationship Id="rId10" Type="http://schemas.openxmlformats.org/officeDocument/2006/relationships/slideLayout" Target="../slideLayouts/slideLayout56.xml"/><Relationship Id="rId12"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6626736f9f_0_106"/>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9pPr>
          </a:lstStyle>
          <a:p/>
        </p:txBody>
      </p:sp>
      <p:sp>
        <p:nvSpPr>
          <p:cNvPr id="11" name="Google Shape;11;g36626736f9f_0_106"/>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marR="0" rtl="0" algn="l">
              <a:lnSpc>
                <a:spcPct val="115000"/>
              </a:lnSpc>
              <a:spcBef>
                <a:spcPts val="0"/>
              </a:spcBef>
              <a:spcAft>
                <a:spcPts val="0"/>
              </a:spcAft>
              <a:buClr>
                <a:schemeClr val="dk2"/>
              </a:buClr>
              <a:buSzPts val="2900"/>
              <a:buFont typeface="Arial"/>
              <a:buChar char="●"/>
              <a:defRPr b="0" i="0" sz="2900" u="none" cap="none" strike="noStrike">
                <a:solidFill>
                  <a:schemeClr val="dk2"/>
                </a:solidFill>
                <a:latin typeface="Arial"/>
                <a:ea typeface="Arial"/>
                <a:cs typeface="Arial"/>
                <a:sym typeface="Arial"/>
              </a:defRPr>
            </a:lvl1pPr>
            <a:lvl2pPr indent="-368300" lvl="1" marL="9144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2pPr>
            <a:lvl3pPr indent="-368300" lvl="2" marL="13716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3pPr>
            <a:lvl4pPr indent="-368300" lvl="3" marL="18288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4pPr>
            <a:lvl5pPr indent="-368300" lvl="4" marL="22860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5pPr>
            <a:lvl6pPr indent="-368300" lvl="5" marL="27432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6pPr>
            <a:lvl7pPr indent="-368300" lvl="6" marL="32004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7pPr>
            <a:lvl8pPr indent="-368300" lvl="7" marL="36576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8pPr>
            <a:lvl9pPr indent="-368300" lvl="8" marL="41148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9pPr>
          </a:lstStyle>
          <a:p/>
        </p:txBody>
      </p:sp>
      <p:sp>
        <p:nvSpPr>
          <p:cNvPr id="12" name="Google Shape;12;g36626736f9f_0_10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5" name="Shape 135"/>
        <p:cNvGrpSpPr/>
        <p:nvPr/>
      </p:nvGrpSpPr>
      <p:grpSpPr>
        <a:xfrm>
          <a:off x="0" y="0"/>
          <a:ext cx="0" cy="0"/>
          <a:chOff x="0" y="0"/>
          <a:chExt cx="0" cy="0"/>
        </a:xfrm>
      </p:grpSpPr>
      <p:sp>
        <p:nvSpPr>
          <p:cNvPr id="136" name="Google Shape;136;g3d13e538ef5_0_166"/>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9pPr>
          </a:lstStyle>
          <a:p/>
        </p:txBody>
      </p:sp>
      <p:sp>
        <p:nvSpPr>
          <p:cNvPr id="137" name="Google Shape;137;g3d13e538ef5_0_166"/>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marR="0" algn="l">
              <a:lnSpc>
                <a:spcPct val="115000"/>
              </a:lnSpc>
              <a:spcBef>
                <a:spcPts val="0"/>
              </a:spcBef>
              <a:spcAft>
                <a:spcPts val="0"/>
              </a:spcAft>
              <a:buClr>
                <a:schemeClr val="dk2"/>
              </a:buClr>
              <a:buSzPts val="2900"/>
              <a:buFont typeface="Arial"/>
              <a:buChar char="●"/>
              <a:defRPr b="0" i="0" sz="2900" u="none" cap="none" strike="noStrike">
                <a:solidFill>
                  <a:schemeClr val="dk2"/>
                </a:solidFill>
                <a:latin typeface="Arial"/>
                <a:ea typeface="Arial"/>
                <a:cs typeface="Arial"/>
                <a:sym typeface="Arial"/>
              </a:defRPr>
            </a:lvl1pPr>
            <a:lvl2pPr indent="-368300" lvl="1" marL="914400" marR="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2pPr>
            <a:lvl3pPr indent="-368300" lvl="2" marL="1371600" marR="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3pPr>
            <a:lvl4pPr indent="-368300" lvl="3" marL="1828800" marR="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4pPr>
            <a:lvl5pPr indent="-368300" lvl="4" marL="2286000" marR="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5pPr>
            <a:lvl6pPr indent="-368300" lvl="5" marL="2743200" marR="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6pPr>
            <a:lvl7pPr indent="-368300" lvl="6" marL="3200400" marR="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7pPr>
            <a:lvl8pPr indent="-368300" lvl="7" marL="3657600" marR="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8pPr>
            <a:lvl9pPr indent="-368300" lvl="8" marL="4114800" marR="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9pPr>
          </a:lstStyle>
          <a:p/>
        </p:txBody>
      </p:sp>
      <p:sp>
        <p:nvSpPr>
          <p:cNvPr id="138" name="Google Shape;138;g3d13e538ef5_0_16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5" r:id="rId1"/>
    <p:sldLayoutId id="214748369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184" name="Shape 184"/>
        <p:cNvGrpSpPr/>
        <p:nvPr/>
      </p:nvGrpSpPr>
      <p:grpSpPr>
        <a:xfrm>
          <a:off x="0" y="0"/>
          <a:ext cx="0" cy="0"/>
          <a:chOff x="0" y="0"/>
          <a:chExt cx="0" cy="0"/>
        </a:xfrm>
      </p:grpSpPr>
      <p:sp>
        <p:nvSpPr>
          <p:cNvPr id="185" name="Google Shape;185;g3d13e538ef5_0_533"/>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algn="l">
              <a:lnSpc>
                <a:spcPct val="100000"/>
              </a:lnSpc>
              <a:spcBef>
                <a:spcPts val="0"/>
              </a:spcBef>
              <a:spcAft>
                <a:spcPts val="0"/>
              </a:spcAft>
              <a:buClr>
                <a:schemeClr val="lt1"/>
              </a:buClr>
              <a:buSzPts val="4500"/>
              <a:buFont typeface="Nunito"/>
              <a:buNone/>
              <a:defRPr b="0" i="0" sz="4500" u="none" cap="none" strike="noStrike">
                <a:solidFill>
                  <a:schemeClr val="lt1"/>
                </a:solidFill>
                <a:latin typeface="Nunito"/>
                <a:ea typeface="Nunito"/>
                <a:cs typeface="Nunito"/>
                <a:sym typeface="Nunito"/>
              </a:defRPr>
            </a:lvl1pPr>
            <a:lvl2pPr lvl="1" marR="0" algn="l">
              <a:lnSpc>
                <a:spcPct val="100000"/>
              </a:lnSpc>
              <a:spcBef>
                <a:spcPts val="0"/>
              </a:spcBef>
              <a:spcAft>
                <a:spcPts val="0"/>
              </a:spcAft>
              <a:buClr>
                <a:schemeClr val="lt1"/>
              </a:buClr>
              <a:buSzPts val="4500"/>
              <a:buFont typeface="Nunito"/>
              <a:buNone/>
              <a:defRPr b="0" i="0" sz="4500" u="none" cap="none" strike="noStrike">
                <a:solidFill>
                  <a:schemeClr val="lt1"/>
                </a:solidFill>
                <a:latin typeface="Nunito"/>
                <a:ea typeface="Nunito"/>
                <a:cs typeface="Nunito"/>
                <a:sym typeface="Nunito"/>
              </a:defRPr>
            </a:lvl2pPr>
            <a:lvl3pPr lvl="2" marR="0" algn="l">
              <a:lnSpc>
                <a:spcPct val="100000"/>
              </a:lnSpc>
              <a:spcBef>
                <a:spcPts val="0"/>
              </a:spcBef>
              <a:spcAft>
                <a:spcPts val="0"/>
              </a:spcAft>
              <a:buClr>
                <a:schemeClr val="lt1"/>
              </a:buClr>
              <a:buSzPts val="4500"/>
              <a:buFont typeface="Nunito"/>
              <a:buNone/>
              <a:defRPr b="0" i="0" sz="4500" u="none" cap="none" strike="noStrike">
                <a:solidFill>
                  <a:schemeClr val="lt1"/>
                </a:solidFill>
                <a:latin typeface="Nunito"/>
                <a:ea typeface="Nunito"/>
                <a:cs typeface="Nunito"/>
                <a:sym typeface="Nunito"/>
              </a:defRPr>
            </a:lvl3pPr>
            <a:lvl4pPr lvl="3" marR="0" algn="l">
              <a:lnSpc>
                <a:spcPct val="100000"/>
              </a:lnSpc>
              <a:spcBef>
                <a:spcPts val="0"/>
              </a:spcBef>
              <a:spcAft>
                <a:spcPts val="0"/>
              </a:spcAft>
              <a:buClr>
                <a:schemeClr val="lt1"/>
              </a:buClr>
              <a:buSzPts val="4500"/>
              <a:buFont typeface="Nunito"/>
              <a:buNone/>
              <a:defRPr b="0" i="0" sz="4500" u="none" cap="none" strike="noStrike">
                <a:solidFill>
                  <a:schemeClr val="lt1"/>
                </a:solidFill>
                <a:latin typeface="Nunito"/>
                <a:ea typeface="Nunito"/>
                <a:cs typeface="Nunito"/>
                <a:sym typeface="Nunito"/>
              </a:defRPr>
            </a:lvl4pPr>
            <a:lvl5pPr lvl="4" marR="0" algn="l">
              <a:lnSpc>
                <a:spcPct val="100000"/>
              </a:lnSpc>
              <a:spcBef>
                <a:spcPts val="0"/>
              </a:spcBef>
              <a:spcAft>
                <a:spcPts val="0"/>
              </a:spcAft>
              <a:buClr>
                <a:schemeClr val="lt1"/>
              </a:buClr>
              <a:buSzPts val="4500"/>
              <a:buFont typeface="Nunito"/>
              <a:buNone/>
              <a:defRPr b="0" i="0" sz="4500" u="none" cap="none" strike="noStrike">
                <a:solidFill>
                  <a:schemeClr val="lt1"/>
                </a:solidFill>
                <a:latin typeface="Nunito"/>
                <a:ea typeface="Nunito"/>
                <a:cs typeface="Nunito"/>
                <a:sym typeface="Nunito"/>
              </a:defRPr>
            </a:lvl5pPr>
            <a:lvl6pPr lvl="5" marR="0" algn="l">
              <a:lnSpc>
                <a:spcPct val="100000"/>
              </a:lnSpc>
              <a:spcBef>
                <a:spcPts val="0"/>
              </a:spcBef>
              <a:spcAft>
                <a:spcPts val="0"/>
              </a:spcAft>
              <a:buClr>
                <a:schemeClr val="lt1"/>
              </a:buClr>
              <a:buSzPts val="4500"/>
              <a:buFont typeface="Nunito"/>
              <a:buNone/>
              <a:defRPr b="0" i="0" sz="4500" u="none" cap="none" strike="noStrike">
                <a:solidFill>
                  <a:schemeClr val="lt1"/>
                </a:solidFill>
                <a:latin typeface="Nunito"/>
                <a:ea typeface="Nunito"/>
                <a:cs typeface="Nunito"/>
                <a:sym typeface="Nunito"/>
              </a:defRPr>
            </a:lvl6pPr>
            <a:lvl7pPr lvl="6" marR="0" algn="l">
              <a:lnSpc>
                <a:spcPct val="100000"/>
              </a:lnSpc>
              <a:spcBef>
                <a:spcPts val="0"/>
              </a:spcBef>
              <a:spcAft>
                <a:spcPts val="0"/>
              </a:spcAft>
              <a:buClr>
                <a:schemeClr val="lt1"/>
              </a:buClr>
              <a:buSzPts val="4500"/>
              <a:buFont typeface="Nunito"/>
              <a:buNone/>
              <a:defRPr b="0" i="0" sz="4500" u="none" cap="none" strike="noStrike">
                <a:solidFill>
                  <a:schemeClr val="lt1"/>
                </a:solidFill>
                <a:latin typeface="Nunito"/>
                <a:ea typeface="Nunito"/>
                <a:cs typeface="Nunito"/>
                <a:sym typeface="Nunito"/>
              </a:defRPr>
            </a:lvl7pPr>
            <a:lvl8pPr lvl="7" marR="0" algn="l">
              <a:lnSpc>
                <a:spcPct val="100000"/>
              </a:lnSpc>
              <a:spcBef>
                <a:spcPts val="0"/>
              </a:spcBef>
              <a:spcAft>
                <a:spcPts val="0"/>
              </a:spcAft>
              <a:buClr>
                <a:schemeClr val="lt1"/>
              </a:buClr>
              <a:buSzPts val="4500"/>
              <a:buFont typeface="Nunito"/>
              <a:buNone/>
              <a:defRPr b="0" i="0" sz="4500" u="none" cap="none" strike="noStrike">
                <a:solidFill>
                  <a:schemeClr val="lt1"/>
                </a:solidFill>
                <a:latin typeface="Nunito"/>
                <a:ea typeface="Nunito"/>
                <a:cs typeface="Nunito"/>
                <a:sym typeface="Nunito"/>
              </a:defRPr>
            </a:lvl8pPr>
            <a:lvl9pPr lvl="8" marR="0" algn="l">
              <a:lnSpc>
                <a:spcPct val="100000"/>
              </a:lnSpc>
              <a:spcBef>
                <a:spcPts val="0"/>
              </a:spcBef>
              <a:spcAft>
                <a:spcPts val="0"/>
              </a:spcAft>
              <a:buClr>
                <a:schemeClr val="lt1"/>
              </a:buClr>
              <a:buSzPts val="4500"/>
              <a:buFont typeface="Nunito"/>
              <a:buNone/>
              <a:defRPr b="0" i="0" sz="4500" u="none" cap="none" strike="noStrike">
                <a:solidFill>
                  <a:schemeClr val="lt1"/>
                </a:solidFill>
                <a:latin typeface="Nunito"/>
                <a:ea typeface="Nunito"/>
                <a:cs typeface="Nunito"/>
                <a:sym typeface="Nunito"/>
              </a:defRPr>
            </a:lvl9pPr>
          </a:lstStyle>
          <a:p/>
        </p:txBody>
      </p:sp>
      <p:sp>
        <p:nvSpPr>
          <p:cNvPr id="186" name="Google Shape;186;g3d13e538ef5_0_533"/>
          <p:cNvSpPr txBox="1"/>
          <p:nvPr>
            <p:ph idx="1" type="body"/>
          </p:nvPr>
        </p:nvSpPr>
        <p:spPr>
          <a:xfrm>
            <a:off x="498720" y="1843960"/>
            <a:ext cx="13632900" cy="5425800"/>
          </a:xfrm>
          <a:prstGeom prst="rect">
            <a:avLst/>
          </a:prstGeom>
          <a:noFill/>
          <a:ln>
            <a:noFill/>
          </a:ln>
        </p:spPr>
        <p:txBody>
          <a:bodyPr anchorCtr="0" anchor="t" bIns="146275" lIns="146275" spcFirstLastPara="1" rIns="146275" wrap="square" tIns="146275">
            <a:normAutofit/>
          </a:bodyPr>
          <a:lstStyle>
            <a:lvl1pPr indent="-361950" lvl="0" marL="457200" marR="0" algn="l">
              <a:lnSpc>
                <a:spcPct val="115000"/>
              </a:lnSpc>
              <a:spcBef>
                <a:spcPts val="0"/>
              </a:spcBef>
              <a:spcAft>
                <a:spcPts val="0"/>
              </a:spcAft>
              <a:buClr>
                <a:schemeClr val="dk2"/>
              </a:buClr>
              <a:buSzPts val="2100"/>
              <a:buFont typeface="Calibri"/>
              <a:buChar char="●"/>
              <a:defRPr b="0" i="0" sz="2100" u="none" cap="none" strike="noStrike">
                <a:solidFill>
                  <a:schemeClr val="dk2"/>
                </a:solidFill>
                <a:latin typeface="Calibri"/>
                <a:ea typeface="Calibri"/>
                <a:cs typeface="Calibri"/>
                <a:sym typeface="Calibri"/>
              </a:defRPr>
            </a:lvl1pPr>
            <a:lvl2pPr indent="-342900" lvl="1" marL="914400" marR="0" algn="l">
              <a:lnSpc>
                <a:spcPct val="115000"/>
              </a:lnSpc>
              <a:spcBef>
                <a:spcPts val="0"/>
              </a:spcBef>
              <a:spcAft>
                <a:spcPts val="0"/>
              </a:spcAft>
              <a:buClr>
                <a:schemeClr val="dk2"/>
              </a:buClr>
              <a:buSzPts val="1800"/>
              <a:buFont typeface="Calibri"/>
              <a:buChar char="○"/>
              <a:defRPr b="0" i="0" sz="1800" u="none" cap="none" strike="noStrike">
                <a:solidFill>
                  <a:schemeClr val="dk2"/>
                </a:solidFill>
                <a:latin typeface="Calibri"/>
                <a:ea typeface="Calibri"/>
                <a:cs typeface="Calibri"/>
                <a:sym typeface="Calibri"/>
              </a:defRPr>
            </a:lvl2pPr>
            <a:lvl3pPr indent="-342900" lvl="2" marL="1371600" marR="0" algn="l">
              <a:lnSpc>
                <a:spcPct val="115000"/>
              </a:lnSpc>
              <a:spcBef>
                <a:spcPts val="0"/>
              </a:spcBef>
              <a:spcAft>
                <a:spcPts val="0"/>
              </a:spcAft>
              <a:buClr>
                <a:schemeClr val="dk2"/>
              </a:buClr>
              <a:buSzPts val="1800"/>
              <a:buFont typeface="Calibri"/>
              <a:buChar char="■"/>
              <a:defRPr b="0" i="0" sz="1800" u="none" cap="none" strike="noStrike">
                <a:solidFill>
                  <a:schemeClr val="dk2"/>
                </a:solidFill>
                <a:latin typeface="Calibri"/>
                <a:ea typeface="Calibri"/>
                <a:cs typeface="Calibri"/>
                <a:sym typeface="Calibri"/>
              </a:defRPr>
            </a:lvl3pPr>
            <a:lvl4pPr indent="-342900" lvl="3" marL="1828800" marR="0" algn="l">
              <a:lnSpc>
                <a:spcPct val="115000"/>
              </a:lnSpc>
              <a:spcBef>
                <a:spcPts val="0"/>
              </a:spcBef>
              <a:spcAft>
                <a:spcPts val="0"/>
              </a:spcAft>
              <a:buClr>
                <a:schemeClr val="dk2"/>
              </a:buClr>
              <a:buSzPts val="1800"/>
              <a:buFont typeface="Calibri"/>
              <a:buChar char="●"/>
              <a:defRPr b="0" i="0" sz="1800" u="none" cap="none" strike="noStrike">
                <a:solidFill>
                  <a:schemeClr val="dk2"/>
                </a:solidFill>
                <a:latin typeface="Calibri"/>
                <a:ea typeface="Calibri"/>
                <a:cs typeface="Calibri"/>
                <a:sym typeface="Calibri"/>
              </a:defRPr>
            </a:lvl4pPr>
            <a:lvl5pPr indent="-342900" lvl="4" marL="2286000" marR="0" algn="l">
              <a:lnSpc>
                <a:spcPct val="115000"/>
              </a:lnSpc>
              <a:spcBef>
                <a:spcPts val="0"/>
              </a:spcBef>
              <a:spcAft>
                <a:spcPts val="0"/>
              </a:spcAft>
              <a:buClr>
                <a:schemeClr val="dk2"/>
              </a:buClr>
              <a:buSzPts val="1800"/>
              <a:buFont typeface="Calibri"/>
              <a:buChar char="○"/>
              <a:defRPr b="0" i="0" sz="1800" u="none" cap="none" strike="noStrike">
                <a:solidFill>
                  <a:schemeClr val="dk2"/>
                </a:solidFill>
                <a:latin typeface="Calibri"/>
                <a:ea typeface="Calibri"/>
                <a:cs typeface="Calibri"/>
                <a:sym typeface="Calibri"/>
              </a:defRPr>
            </a:lvl5pPr>
            <a:lvl6pPr indent="-342900" lvl="5" marL="2743200" marR="0" algn="l">
              <a:lnSpc>
                <a:spcPct val="115000"/>
              </a:lnSpc>
              <a:spcBef>
                <a:spcPts val="0"/>
              </a:spcBef>
              <a:spcAft>
                <a:spcPts val="0"/>
              </a:spcAft>
              <a:buClr>
                <a:schemeClr val="dk2"/>
              </a:buClr>
              <a:buSzPts val="1800"/>
              <a:buFont typeface="Calibri"/>
              <a:buChar char="■"/>
              <a:defRPr b="0" i="0" sz="1800" u="none" cap="none" strike="noStrike">
                <a:solidFill>
                  <a:schemeClr val="dk2"/>
                </a:solidFill>
                <a:latin typeface="Calibri"/>
                <a:ea typeface="Calibri"/>
                <a:cs typeface="Calibri"/>
                <a:sym typeface="Calibri"/>
              </a:defRPr>
            </a:lvl6pPr>
            <a:lvl7pPr indent="-342900" lvl="6" marL="3200400" marR="0" algn="l">
              <a:lnSpc>
                <a:spcPct val="115000"/>
              </a:lnSpc>
              <a:spcBef>
                <a:spcPts val="0"/>
              </a:spcBef>
              <a:spcAft>
                <a:spcPts val="0"/>
              </a:spcAft>
              <a:buClr>
                <a:schemeClr val="dk2"/>
              </a:buClr>
              <a:buSzPts val="1800"/>
              <a:buFont typeface="Calibri"/>
              <a:buChar char="●"/>
              <a:defRPr b="0" i="0" sz="1800" u="none" cap="none" strike="noStrike">
                <a:solidFill>
                  <a:schemeClr val="dk2"/>
                </a:solidFill>
                <a:latin typeface="Calibri"/>
                <a:ea typeface="Calibri"/>
                <a:cs typeface="Calibri"/>
                <a:sym typeface="Calibri"/>
              </a:defRPr>
            </a:lvl7pPr>
            <a:lvl8pPr indent="-342900" lvl="7" marL="3657600" marR="0" algn="l">
              <a:lnSpc>
                <a:spcPct val="115000"/>
              </a:lnSpc>
              <a:spcBef>
                <a:spcPts val="0"/>
              </a:spcBef>
              <a:spcAft>
                <a:spcPts val="0"/>
              </a:spcAft>
              <a:buClr>
                <a:schemeClr val="dk2"/>
              </a:buClr>
              <a:buSzPts val="1800"/>
              <a:buFont typeface="Calibri"/>
              <a:buChar char="○"/>
              <a:defRPr b="0" i="0" sz="1800" u="none" cap="none" strike="noStrike">
                <a:solidFill>
                  <a:schemeClr val="dk2"/>
                </a:solidFill>
                <a:latin typeface="Calibri"/>
                <a:ea typeface="Calibri"/>
                <a:cs typeface="Calibri"/>
                <a:sym typeface="Calibri"/>
              </a:defRPr>
            </a:lvl8pPr>
            <a:lvl9pPr indent="-342900" lvl="8" marL="4114800" marR="0" algn="l">
              <a:lnSpc>
                <a:spcPct val="115000"/>
              </a:lnSpc>
              <a:spcBef>
                <a:spcPts val="0"/>
              </a:spcBef>
              <a:spcAft>
                <a:spcPts val="0"/>
              </a:spcAft>
              <a:buClr>
                <a:schemeClr val="dk2"/>
              </a:buClr>
              <a:buSzPts val="1800"/>
              <a:buFont typeface="Calibri"/>
              <a:buChar char="■"/>
              <a:defRPr b="0" i="0" sz="1800" u="none" cap="none" strike="noStrike">
                <a:solidFill>
                  <a:schemeClr val="dk2"/>
                </a:solidFill>
                <a:latin typeface="Calibri"/>
                <a:ea typeface="Calibri"/>
                <a:cs typeface="Calibri"/>
                <a:sym typeface="Calibri"/>
              </a:defRPr>
            </a:lvl9pPr>
          </a:lstStyle>
          <a:p/>
        </p:txBody>
      </p:sp>
      <p:sp>
        <p:nvSpPr>
          <p:cNvPr id="187" name="Google Shape;187;g3d13e538ef5_0_533"/>
          <p:cNvSpPr txBox="1"/>
          <p:nvPr>
            <p:ph idx="12" type="sldNum"/>
          </p:nvPr>
        </p:nvSpPr>
        <p:spPr>
          <a:xfrm>
            <a:off x="13425174" y="7269869"/>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hyperlink" Target="http://www.youtube.com/watch?v=qgnDbQ1aM54" TargetMode="External"/><Relationship Id="rId5"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www.youtube.com/watch?v=VSzZK8HmI08" TargetMode="External"/><Relationship Id="rId4" Type="http://schemas.openxmlformats.org/officeDocument/2006/relationships/image" Target="../media/image2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4.xml"/><Relationship Id="rId3" Type="http://schemas.openxmlformats.org/officeDocument/2006/relationships/image" Target="../media/image18.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8.xml"/><Relationship Id="rId3" Type="http://schemas.openxmlformats.org/officeDocument/2006/relationships/image" Target="../media/image2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9.xml"/><Relationship Id="rId3" Type="http://schemas.openxmlformats.org/officeDocument/2006/relationships/image" Target="../media/image18.png"/><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1.xml"/><Relationship Id="rId3" Type="http://schemas.openxmlformats.org/officeDocument/2006/relationships/hyperlink" Target="https://www.geeksforgeeks.org/race-condition-in-operating-system/" TargetMode="External"/><Relationship Id="rId4" Type="http://schemas.openxmlformats.org/officeDocument/2006/relationships/hyperlink" Target="https://www.redhat.com/en/topics/integration/what-is-grpc" TargetMode="External"/><Relationship Id="rId5" Type="http://schemas.openxmlformats.org/officeDocument/2006/relationships/hyperlink" Target="https://www.ibm.com/cloud/learn/kubernetes" TargetMode="External"/><Relationship Id="rId6" Type="http://schemas.openxmlformats.org/officeDocument/2006/relationships/hyperlink" Target="https://kubernetes.io/docs/concepts/" TargetMode="External"/><Relationship Id="rId7" Type="http://schemas.openxmlformats.org/officeDocument/2006/relationships/hyperlink" Target="https://stackoverflow.com/questions/42220166/what-are-the-different-types-of-services-in-kubernete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2.xml"/><Relationship Id="rId3" Type="http://schemas.openxmlformats.org/officeDocument/2006/relationships/image" Target="../media/image27.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3.xml"/><Relationship Id="rId3" Type="http://schemas.openxmlformats.org/officeDocument/2006/relationships/image" Target="../media/image27.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g36626736f9f_0_53"/>
          <p:cNvPicPr preferRelativeResize="0"/>
          <p:nvPr/>
        </p:nvPicPr>
        <p:blipFill rotWithShape="1">
          <a:blip r:embed="rId3">
            <a:alphaModFix amt="62000"/>
          </a:blip>
          <a:srcRect b="0" l="0" r="0" t="0"/>
          <a:stretch/>
        </p:blipFill>
        <p:spPr>
          <a:xfrm>
            <a:off x="13522" y="0"/>
            <a:ext cx="14603357" cy="8229600"/>
          </a:xfrm>
          <a:prstGeom prst="rect">
            <a:avLst/>
          </a:prstGeom>
          <a:noFill/>
          <a:ln>
            <a:noFill/>
          </a:ln>
        </p:spPr>
      </p:pic>
      <p:graphicFrame>
        <p:nvGraphicFramePr>
          <p:cNvPr id="308" name="Google Shape;308;g36626736f9f_0_53"/>
          <p:cNvGraphicFramePr/>
          <p:nvPr/>
        </p:nvGraphicFramePr>
        <p:xfrm>
          <a:off x="8525120" y="1552040"/>
          <a:ext cx="3000000" cy="3000000"/>
        </p:xfrm>
        <a:graphic>
          <a:graphicData uri="http://schemas.openxmlformats.org/drawingml/2006/table">
            <a:tbl>
              <a:tblPr>
                <a:noFill/>
                <a:tableStyleId>{5CC4A2EF-F1D6-4392-B4B2-9A0B7026FD9F}</a:tableStyleId>
              </a:tblPr>
              <a:tblGrid>
                <a:gridCol w="2429125"/>
                <a:gridCol w="3475800"/>
              </a:tblGrid>
              <a:tr h="515925">
                <a:tc>
                  <a:txBody>
                    <a:bodyPr/>
                    <a:lstStyle/>
                    <a:p>
                      <a:pPr indent="0" lvl="0" marL="0" marR="0" rtl="0" algn="l">
                        <a:lnSpc>
                          <a:spcPct val="100000"/>
                        </a:lnSpc>
                        <a:spcBef>
                          <a:spcPts val="0"/>
                        </a:spcBef>
                        <a:spcAft>
                          <a:spcPts val="0"/>
                        </a:spcAft>
                        <a:buClr>
                          <a:srgbClr val="000000"/>
                        </a:buClr>
                        <a:buSzPts val="2300"/>
                        <a:buFont typeface="Arial"/>
                        <a:buNone/>
                      </a:pPr>
                      <a:r>
                        <a:rPr b="1" lang="en-US" sz="2300" u="none" cap="none" strike="noStrike">
                          <a:solidFill>
                            <a:schemeClr val="dk1"/>
                          </a:solidFill>
                        </a:rPr>
                        <a:t>Día, Fecha:</a:t>
                      </a:r>
                      <a:endParaRPr b="1" sz="23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19/03/2025</a:t>
                      </a:r>
                      <a:endParaRPr sz="2200" u="none" cap="none" strike="noStrike"/>
                    </a:p>
                  </a:txBody>
                  <a:tcPr marT="146275" marB="146275" marR="146275" marL="146275"/>
                </a:tc>
              </a:tr>
              <a:tr h="580950">
                <a:tc>
                  <a:txBody>
                    <a:bodyPr/>
                    <a:lstStyle/>
                    <a:p>
                      <a:pPr indent="0" lvl="0" marL="0" marR="0" rtl="0" algn="l">
                        <a:lnSpc>
                          <a:spcPct val="100000"/>
                        </a:lnSpc>
                        <a:spcBef>
                          <a:spcPts val="0"/>
                        </a:spcBef>
                        <a:spcAft>
                          <a:spcPts val="0"/>
                        </a:spcAft>
                        <a:buClr>
                          <a:srgbClr val="000000"/>
                        </a:buClr>
                        <a:buSzPts val="2300"/>
                        <a:buFont typeface="Arial"/>
                        <a:buNone/>
                      </a:pPr>
                      <a:r>
                        <a:rPr b="1" lang="en-US" sz="2300" u="none" cap="none" strike="noStrike">
                          <a:solidFill>
                            <a:schemeClr val="dk1"/>
                          </a:solidFill>
                        </a:rPr>
                        <a:t>Hora de inicio:</a:t>
                      </a:r>
                      <a:endParaRPr b="1" sz="23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t>17:20</a:t>
                      </a:r>
                      <a:endParaRPr sz="2200" u="none" cap="none" strike="noStrike"/>
                    </a:p>
                  </a:txBody>
                  <a:tcPr marT="146275" marB="146275" marR="146275" marL="146275"/>
                </a:tc>
              </a:tr>
            </a:tbl>
          </a:graphicData>
        </a:graphic>
      </p:graphicFrame>
      <p:sp>
        <p:nvSpPr>
          <p:cNvPr id="309" name="Google Shape;309;g36626736f9f_0_53"/>
          <p:cNvSpPr txBox="1"/>
          <p:nvPr/>
        </p:nvSpPr>
        <p:spPr>
          <a:xfrm>
            <a:off x="4061760" y="3659280"/>
            <a:ext cx="6990300" cy="911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000000"/>
                </a:solidFill>
                <a:latin typeface="Arial"/>
                <a:ea typeface="Arial"/>
                <a:cs typeface="Arial"/>
                <a:sym typeface="Arial"/>
              </a:rPr>
              <a:t>Sistemas Operativos 1 [P]</a:t>
            </a:r>
            <a:endParaRPr b="1" i="0" sz="4000" u="none" cap="none" strike="noStrike">
              <a:solidFill>
                <a:srgbClr val="000000"/>
              </a:solidFill>
              <a:latin typeface="Arial"/>
              <a:ea typeface="Arial"/>
              <a:cs typeface="Arial"/>
              <a:sym typeface="Arial"/>
            </a:endParaRPr>
          </a:p>
        </p:txBody>
      </p:sp>
      <p:sp>
        <p:nvSpPr>
          <p:cNvPr id="310" name="Google Shape;310;g36626736f9f_0_53"/>
          <p:cNvSpPr txBox="1"/>
          <p:nvPr/>
        </p:nvSpPr>
        <p:spPr>
          <a:xfrm>
            <a:off x="2845940" y="4570370"/>
            <a:ext cx="8938500" cy="942000"/>
          </a:xfrm>
          <a:prstGeom prst="rect">
            <a:avLst/>
          </a:prstGeom>
          <a:noFill/>
          <a:ln>
            <a:noFill/>
          </a:ln>
        </p:spPr>
        <p:txBody>
          <a:bodyPr anchorCtr="0" anchor="t" bIns="146275" lIns="146275" spcFirstLastPara="1" rIns="146275" wrap="square" tIns="146275">
            <a:spAutoFit/>
          </a:bodyPr>
          <a:lstStyle/>
          <a:p>
            <a:pPr indent="0" lvl="0" marL="0" marR="0" rtl="0" algn="ctr">
              <a:lnSpc>
                <a:spcPct val="100000"/>
              </a:lnSpc>
              <a:spcBef>
                <a:spcPts val="0"/>
              </a:spcBef>
              <a:spcAft>
                <a:spcPts val="0"/>
              </a:spcAft>
              <a:buClr>
                <a:srgbClr val="000000"/>
              </a:buClr>
              <a:buSzPts val="3200"/>
              <a:buFont typeface="Arial"/>
              <a:buNone/>
            </a:pPr>
            <a:r>
              <a:rPr b="1" i="0" lang="en-US" sz="4200" u="none" cap="none" strike="noStrike">
                <a:solidFill>
                  <a:srgbClr val="000000"/>
                </a:solidFill>
                <a:latin typeface="Arial"/>
                <a:ea typeface="Arial"/>
                <a:cs typeface="Arial"/>
                <a:sym typeface="Arial"/>
              </a:rPr>
              <a:t>Edgar Rolando Alvarez Rodriguez</a:t>
            </a:r>
            <a:endParaRPr b="1" i="0" sz="4200" u="none" cap="none" strike="noStrike">
              <a:solidFill>
                <a:srgbClr val="000000"/>
              </a:solidFill>
              <a:latin typeface="Arial"/>
              <a:ea typeface="Arial"/>
              <a:cs typeface="Arial"/>
              <a:sym typeface="Arial"/>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311" name="Google Shape;311;g36626736f9f_0_53" title="5 Minute Timer">
            <a:hlinkClick r:id="rId4"/>
          </p:cNvPr>
          <p:cNvPicPr preferRelativeResize="0"/>
          <p:nvPr/>
        </p:nvPicPr>
        <p:blipFill rotWithShape="1">
          <a:blip r:embed="rId5">
            <a:alphaModFix/>
          </a:blip>
          <a:srcRect b="0" l="0" r="0" t="0"/>
          <a:stretch/>
        </p:blipFill>
        <p:spPr>
          <a:xfrm>
            <a:off x="11582400" y="651510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10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316" name="Shape 316"/>
        <p:cNvGrpSpPr/>
        <p:nvPr/>
      </p:nvGrpSpPr>
      <p:grpSpPr>
        <a:xfrm>
          <a:off x="0" y="0"/>
          <a:ext cx="0" cy="0"/>
          <a:chOff x="0" y="0"/>
          <a:chExt cx="0" cy="0"/>
        </a:xfrm>
      </p:grpSpPr>
      <p:sp>
        <p:nvSpPr>
          <p:cNvPr id="317" name="Google Shape;317;g3d13e538ef5_0_0"/>
          <p:cNvSpPr/>
          <p:nvPr/>
        </p:nvSpPr>
        <p:spPr>
          <a:xfrm>
            <a:off x="777396" y="603990"/>
            <a:ext cx="128100" cy="128100"/>
          </a:xfrm>
          <a:prstGeom prst="ellipse">
            <a:avLst/>
          </a:prstGeom>
          <a:solidFill>
            <a:srgbClr val="FFFFFF"/>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318" name="Google Shape;318;g3d13e538ef5_0_0"/>
          <p:cNvSpPr/>
          <p:nvPr/>
        </p:nvSpPr>
        <p:spPr>
          <a:xfrm>
            <a:off x="777396" y="60399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319" name="Google Shape;319;g3d13e538ef5_0_0"/>
          <p:cNvSpPr/>
          <p:nvPr/>
        </p:nvSpPr>
        <p:spPr>
          <a:xfrm>
            <a:off x="1118010" y="603990"/>
            <a:ext cx="128100" cy="128100"/>
          </a:xfrm>
          <a:prstGeom prst="ellipse">
            <a:avLst/>
          </a:prstGeom>
          <a:solidFill>
            <a:srgbClr val="000000">
              <a:alpha val="0"/>
            </a:srgbClr>
          </a:solidFill>
          <a:ln cap="flat" cmpd="sng" w="22875">
            <a:solidFill>
              <a:srgbClr val="FFFFFF"/>
            </a:solidFill>
            <a:prstDash val="solid"/>
            <a:round/>
            <a:headEnd len="sm" w="sm" type="none"/>
            <a:tailEnd len="sm" w="sm" type="none"/>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320" name="Google Shape;320;g3d13e538ef5_0_0"/>
          <p:cNvSpPr/>
          <p:nvPr/>
        </p:nvSpPr>
        <p:spPr>
          <a:xfrm>
            <a:off x="1118010" y="60399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321" name="Google Shape;321;g3d13e538ef5_0_0"/>
          <p:cNvSpPr/>
          <p:nvPr/>
        </p:nvSpPr>
        <p:spPr>
          <a:xfrm>
            <a:off x="1458624" y="603990"/>
            <a:ext cx="128100" cy="128100"/>
          </a:xfrm>
          <a:prstGeom prst="ellipse">
            <a:avLst/>
          </a:prstGeom>
          <a:solidFill>
            <a:srgbClr val="FFFFFF"/>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322" name="Google Shape;322;g3d13e538ef5_0_0"/>
          <p:cNvSpPr/>
          <p:nvPr/>
        </p:nvSpPr>
        <p:spPr>
          <a:xfrm>
            <a:off x="1458624" y="60399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323" name="Google Shape;323;g3d13e538ef5_0_0"/>
          <p:cNvSpPr/>
          <p:nvPr/>
        </p:nvSpPr>
        <p:spPr>
          <a:xfrm>
            <a:off x="1799238" y="603990"/>
            <a:ext cx="128100" cy="128100"/>
          </a:xfrm>
          <a:prstGeom prst="ellipse">
            <a:avLst/>
          </a:prstGeom>
          <a:solidFill>
            <a:srgbClr val="000000">
              <a:alpha val="0"/>
            </a:srgbClr>
          </a:solidFill>
          <a:ln cap="flat" cmpd="sng" w="22875">
            <a:solidFill>
              <a:srgbClr val="FFFFFF"/>
            </a:solidFill>
            <a:prstDash val="solid"/>
            <a:round/>
            <a:headEnd len="sm" w="sm" type="none"/>
            <a:tailEnd len="sm" w="sm" type="none"/>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324" name="Google Shape;324;g3d13e538ef5_0_0"/>
          <p:cNvSpPr/>
          <p:nvPr/>
        </p:nvSpPr>
        <p:spPr>
          <a:xfrm>
            <a:off x="1799238" y="60399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325" name="Google Shape;325;g3d13e538ef5_0_0"/>
          <p:cNvSpPr/>
          <p:nvPr/>
        </p:nvSpPr>
        <p:spPr>
          <a:xfrm>
            <a:off x="2139852" y="603990"/>
            <a:ext cx="128100" cy="128100"/>
          </a:xfrm>
          <a:prstGeom prst="ellipse">
            <a:avLst/>
          </a:prstGeom>
          <a:solidFill>
            <a:srgbClr val="FFFFFF"/>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326" name="Google Shape;326;g3d13e538ef5_0_0"/>
          <p:cNvSpPr/>
          <p:nvPr/>
        </p:nvSpPr>
        <p:spPr>
          <a:xfrm>
            <a:off x="2139852" y="60399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327" name="Google Shape;327;g3d13e538ef5_0_0"/>
          <p:cNvSpPr/>
          <p:nvPr/>
        </p:nvSpPr>
        <p:spPr>
          <a:xfrm>
            <a:off x="2480466" y="603990"/>
            <a:ext cx="128100" cy="128100"/>
          </a:xfrm>
          <a:prstGeom prst="ellipse">
            <a:avLst/>
          </a:prstGeom>
          <a:solidFill>
            <a:srgbClr val="000000">
              <a:alpha val="0"/>
            </a:srgbClr>
          </a:solidFill>
          <a:ln cap="flat" cmpd="sng" w="22875">
            <a:solidFill>
              <a:srgbClr val="FFFFFF"/>
            </a:solidFill>
            <a:prstDash val="solid"/>
            <a:round/>
            <a:headEnd len="sm" w="sm" type="none"/>
            <a:tailEnd len="sm" w="sm" type="none"/>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328" name="Google Shape;328;g3d13e538ef5_0_0"/>
          <p:cNvSpPr/>
          <p:nvPr/>
        </p:nvSpPr>
        <p:spPr>
          <a:xfrm>
            <a:off x="2480466" y="60399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pic>
        <p:nvPicPr>
          <p:cNvPr descr="https://kimi-img.moonshot.cn/pub/slides/slides_tmpl/image/25-08-27-20:09:25-d2nfat98bjvh7rlj0j20.png" id="329" name="Google Shape;329;g3d13e538ef5_0_0"/>
          <p:cNvPicPr preferRelativeResize="0"/>
          <p:nvPr/>
        </p:nvPicPr>
        <p:blipFill rotWithShape="1">
          <a:blip r:embed="rId3">
            <a:alphaModFix amt="40000"/>
          </a:blip>
          <a:srcRect b="309" l="10088" r="0" t="-40"/>
          <a:stretch/>
        </p:blipFill>
        <p:spPr>
          <a:xfrm>
            <a:off x="8515350" y="-31363"/>
            <a:ext cx="6115050" cy="8260966"/>
          </a:xfrm>
          <a:prstGeom prst="rect">
            <a:avLst/>
          </a:prstGeom>
          <a:noFill/>
          <a:ln>
            <a:noFill/>
          </a:ln>
        </p:spPr>
      </p:pic>
      <p:sp>
        <p:nvSpPr>
          <p:cNvPr id="330" name="Google Shape;330;g3d13e538ef5_0_0"/>
          <p:cNvSpPr txBox="1"/>
          <p:nvPr/>
        </p:nvSpPr>
        <p:spPr>
          <a:xfrm>
            <a:off x="777390" y="6482220"/>
            <a:ext cx="54618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100">
                <a:solidFill>
                  <a:schemeClr val="lt1"/>
                </a:solidFill>
              </a:rPr>
              <a:t>LABORATORIO SISTEMAS OPERATIVOS 1</a:t>
            </a:r>
            <a:endParaRPr b="1" sz="2100">
              <a:solidFill>
                <a:schemeClr val="lt1"/>
              </a:solidFill>
            </a:endParaRPr>
          </a:p>
        </p:txBody>
      </p:sp>
      <p:sp>
        <p:nvSpPr>
          <p:cNvPr id="331" name="Google Shape;331;g3d13e538ef5_0_0"/>
          <p:cNvSpPr txBox="1"/>
          <p:nvPr/>
        </p:nvSpPr>
        <p:spPr>
          <a:xfrm>
            <a:off x="777390" y="6876360"/>
            <a:ext cx="4188900" cy="1120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400"/>
              <a:buFont typeface="Arial"/>
              <a:buNone/>
            </a:pPr>
            <a:r>
              <a:rPr b="1" lang="en-US" sz="1400">
                <a:solidFill>
                  <a:schemeClr val="lt1"/>
                </a:solidFill>
                <a:latin typeface="Open Sans"/>
                <a:ea typeface="Open Sans"/>
                <a:cs typeface="Open Sans"/>
                <a:sym typeface="Open Sans"/>
              </a:rPr>
              <a:t>E</a:t>
            </a:r>
            <a:r>
              <a:rPr b="1" i="0" lang="en-US" sz="1400" u="none" cap="none" strike="noStrike">
                <a:solidFill>
                  <a:schemeClr val="lt1"/>
                </a:solidFill>
                <a:latin typeface="Open Sans"/>
                <a:ea typeface="Open Sans"/>
                <a:cs typeface="Open Sans"/>
                <a:sym typeface="Open Sans"/>
              </a:rPr>
              <a:t>scuela de </a:t>
            </a:r>
            <a:r>
              <a:rPr b="1" lang="en-US" sz="1400">
                <a:solidFill>
                  <a:schemeClr val="lt1"/>
                </a:solidFill>
                <a:latin typeface="Open Sans"/>
                <a:ea typeface="Open Sans"/>
                <a:cs typeface="Open Sans"/>
                <a:sym typeface="Open Sans"/>
              </a:rPr>
              <a:t>Ingeniería</a:t>
            </a:r>
            <a:r>
              <a:rPr b="1" i="0" lang="en-US" sz="1400" u="none" cap="none" strike="noStrike">
                <a:solidFill>
                  <a:schemeClr val="lt1"/>
                </a:solidFill>
                <a:latin typeface="Open Sans"/>
                <a:ea typeface="Open Sans"/>
                <a:cs typeface="Open Sans"/>
                <a:sym typeface="Open Sans"/>
              </a:rPr>
              <a:t> de Ciencias Y Sistemas</a:t>
            </a:r>
            <a:endParaRPr b="1" i="0" sz="1400" u="none" cap="none" strike="noStrike">
              <a:solidFill>
                <a:schemeClr val="lt1"/>
              </a:solidFill>
              <a:latin typeface="Open Sans"/>
              <a:ea typeface="Open Sans"/>
              <a:cs typeface="Open Sans"/>
              <a:sym typeface="Open Sans"/>
            </a:endParaRPr>
          </a:p>
          <a:p>
            <a:pPr indent="0" lvl="0" marL="0" rtl="0" algn="l">
              <a:lnSpc>
                <a:spcPct val="140016"/>
              </a:lnSpc>
              <a:spcBef>
                <a:spcPts val="0"/>
              </a:spcBef>
              <a:spcAft>
                <a:spcPts val="0"/>
              </a:spcAft>
              <a:buClr>
                <a:schemeClr val="dk1"/>
              </a:buClr>
              <a:buSzPts val="1400"/>
              <a:buFont typeface="Arial"/>
              <a:buNone/>
            </a:pPr>
            <a:r>
              <a:rPr b="1" lang="en-US" sz="1400">
                <a:solidFill>
                  <a:schemeClr val="lt1"/>
                </a:solidFill>
                <a:latin typeface="Open Sans"/>
                <a:ea typeface="Open Sans"/>
                <a:cs typeface="Open Sans"/>
                <a:sym typeface="Open Sans"/>
              </a:rPr>
              <a:t>Facultad de Ingeniería</a:t>
            </a:r>
            <a:endParaRPr b="1" sz="1400">
              <a:solidFill>
                <a:schemeClr val="lt1"/>
              </a:solidFill>
              <a:latin typeface="Open Sans"/>
              <a:ea typeface="Open Sans"/>
              <a:cs typeface="Open Sans"/>
              <a:sym typeface="Open Sans"/>
            </a:endParaRPr>
          </a:p>
          <a:p>
            <a:pPr indent="0" lvl="0" marL="0" rtl="0" algn="l">
              <a:lnSpc>
                <a:spcPct val="140016"/>
              </a:lnSpc>
              <a:spcBef>
                <a:spcPts val="0"/>
              </a:spcBef>
              <a:spcAft>
                <a:spcPts val="0"/>
              </a:spcAft>
              <a:buClr>
                <a:schemeClr val="dk1"/>
              </a:buClr>
              <a:buSzPts val="1400"/>
              <a:buFont typeface="Arial"/>
              <a:buNone/>
            </a:pPr>
            <a:r>
              <a:rPr b="1" lang="en-US" sz="1400">
                <a:solidFill>
                  <a:schemeClr val="lt1"/>
                </a:solidFill>
                <a:latin typeface="Open Sans"/>
                <a:ea typeface="Open Sans"/>
                <a:cs typeface="Open Sans"/>
                <a:sym typeface="Open Sans"/>
              </a:rPr>
              <a:t>Universidad de San Carlos de Guatemala</a:t>
            </a:r>
            <a:endParaRPr b="1" sz="1400">
              <a:solidFill>
                <a:schemeClr val="lt1"/>
              </a:solidFill>
              <a:latin typeface="Open Sans"/>
              <a:ea typeface="Open Sans"/>
              <a:cs typeface="Open Sans"/>
              <a:sym typeface="Open Sans"/>
            </a:endParaRPr>
          </a:p>
          <a:p>
            <a:pPr indent="0" lvl="0" marL="0" marR="0" rtl="0" algn="l">
              <a:lnSpc>
                <a:spcPct val="140016"/>
              </a:lnSpc>
              <a:spcBef>
                <a:spcPts val="0"/>
              </a:spcBef>
              <a:spcAft>
                <a:spcPts val="0"/>
              </a:spcAft>
              <a:buClr>
                <a:srgbClr val="000000"/>
              </a:buClr>
              <a:buSzPts val="1400"/>
              <a:buFont typeface="Arial"/>
              <a:buNone/>
            </a:pPr>
            <a:r>
              <a:t/>
            </a:r>
            <a:endParaRPr b="1" sz="1400">
              <a:solidFill>
                <a:schemeClr val="lt1"/>
              </a:solidFill>
              <a:latin typeface="Open Sans"/>
              <a:ea typeface="Open Sans"/>
              <a:cs typeface="Open Sans"/>
              <a:sym typeface="Open Sans"/>
            </a:endParaRPr>
          </a:p>
        </p:txBody>
      </p:sp>
      <p:sp>
        <p:nvSpPr>
          <p:cNvPr id="332" name="Google Shape;332;g3d13e538ef5_0_0"/>
          <p:cNvSpPr txBox="1"/>
          <p:nvPr/>
        </p:nvSpPr>
        <p:spPr>
          <a:xfrm>
            <a:off x="637020" y="2584394"/>
            <a:ext cx="11067300" cy="2937000"/>
          </a:xfrm>
          <a:prstGeom prst="rect">
            <a:avLst/>
          </a:prstGeom>
          <a:noFill/>
          <a:ln>
            <a:noFill/>
          </a:ln>
        </p:spPr>
        <p:txBody>
          <a:bodyPr anchorCtr="0" anchor="ctr" bIns="109725" lIns="109725" spcFirstLastPara="1" rIns="109725" wrap="square" tIns="109725">
            <a:noAutofit/>
          </a:bodyPr>
          <a:lstStyle/>
          <a:p>
            <a:pPr indent="0" lvl="0" marL="0" rtl="0" algn="l">
              <a:spcBef>
                <a:spcPts val="0"/>
              </a:spcBef>
              <a:spcAft>
                <a:spcPts val="0"/>
              </a:spcAft>
              <a:buNone/>
            </a:pPr>
            <a:r>
              <a:rPr b="1" lang="en-US" sz="5900">
                <a:solidFill>
                  <a:schemeClr val="lt1"/>
                </a:solidFill>
              </a:rPr>
              <a:t>Fundamentos de Sistemas Operativos y Administración Avanzada </a:t>
            </a:r>
            <a:endParaRPr sz="1800"/>
          </a:p>
        </p:txBody>
      </p:sp>
      <p:pic>
        <p:nvPicPr>
          <p:cNvPr id="333" name="Google Shape;333;g3d13e538ef5_0_0" title="logo-ECYS-FIUSAC-COCOCYS.png"/>
          <p:cNvPicPr preferRelativeResize="0"/>
          <p:nvPr/>
        </p:nvPicPr>
        <p:blipFill>
          <a:blip r:embed="rId4">
            <a:alphaModFix/>
          </a:blip>
          <a:stretch>
            <a:fillRect/>
          </a:stretch>
        </p:blipFill>
        <p:spPr>
          <a:xfrm>
            <a:off x="7980960" y="0"/>
            <a:ext cx="6649439" cy="821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6097594562_0_365"/>
          <p:cNvSpPr txBox="1"/>
          <p:nvPr>
            <p:ph idx="1" type="body"/>
          </p:nvPr>
        </p:nvSpPr>
        <p:spPr>
          <a:xfrm>
            <a:off x="572000" y="2366200"/>
            <a:ext cx="13697400" cy="5171100"/>
          </a:xfrm>
          <a:prstGeom prst="rect">
            <a:avLst/>
          </a:prstGeom>
          <a:noFill/>
          <a:ln>
            <a:noFill/>
          </a:ln>
        </p:spPr>
        <p:txBody>
          <a:bodyPr anchorCtr="0" anchor="t" bIns="146275" lIns="146275" spcFirstLastPara="1" rIns="146275" wrap="square" tIns="146275">
            <a:normAutofit/>
          </a:bodyPr>
          <a:lstStyle/>
          <a:p>
            <a:pPr indent="0" lvl="0" marL="0" rtl="0" algn="l">
              <a:lnSpc>
                <a:spcPct val="115000"/>
              </a:lnSpc>
              <a:spcBef>
                <a:spcPts val="0"/>
              </a:spcBef>
              <a:spcAft>
                <a:spcPts val="0"/>
              </a:spcAft>
              <a:buClr>
                <a:srgbClr val="000000"/>
              </a:buClr>
              <a:buSzPts val="2100"/>
              <a:buFont typeface="Arial"/>
              <a:buNone/>
            </a:pPr>
            <a:r>
              <a:rPr lang="en-US" sz="2900">
                <a:latin typeface="Montserrat"/>
                <a:ea typeface="Montserrat"/>
                <a:cs typeface="Montserrat"/>
                <a:sym typeface="Montserrat"/>
              </a:rPr>
              <a:t>CORREO:</a:t>
            </a:r>
            <a:endParaRPr sz="2900">
              <a:latin typeface="Montserrat"/>
              <a:ea typeface="Montserrat"/>
              <a:cs typeface="Montserrat"/>
              <a:sym typeface="Montserrat"/>
            </a:endParaRPr>
          </a:p>
          <a:p>
            <a:pPr indent="-552450" lvl="0" marL="736600" rtl="0" algn="l">
              <a:lnSpc>
                <a:spcPct val="115000"/>
              </a:lnSpc>
              <a:spcBef>
                <a:spcPts val="0"/>
              </a:spcBef>
              <a:spcAft>
                <a:spcPts val="0"/>
              </a:spcAft>
              <a:buSzPts val="2900"/>
              <a:buFont typeface="Montserrat"/>
              <a:buChar char="●"/>
            </a:pPr>
            <a:r>
              <a:rPr lang="en-US" sz="2900">
                <a:latin typeface="Montserrat"/>
                <a:ea typeface="Montserrat"/>
                <a:cs typeface="Montserrat"/>
                <a:sym typeface="Montserrat"/>
              </a:rPr>
              <a:t>3014174660101@ingenieria.usa.edu.gt</a:t>
            </a:r>
            <a:endParaRPr sz="2900">
              <a:latin typeface="Montserrat"/>
              <a:ea typeface="Montserrat"/>
              <a:cs typeface="Montserrat"/>
              <a:sym typeface="Montserrat"/>
            </a:endParaRPr>
          </a:p>
          <a:p>
            <a:pPr indent="0" lvl="0" marL="0" rtl="0" algn="l">
              <a:lnSpc>
                <a:spcPct val="115000"/>
              </a:lnSpc>
              <a:spcBef>
                <a:spcPts val="0"/>
              </a:spcBef>
              <a:spcAft>
                <a:spcPts val="0"/>
              </a:spcAft>
              <a:buClr>
                <a:srgbClr val="000000"/>
              </a:buClr>
              <a:buSzPts val="2100"/>
              <a:buFont typeface="Arial"/>
              <a:buNone/>
            </a:pPr>
            <a:r>
              <a:t/>
            </a:r>
            <a:endParaRPr sz="2900">
              <a:latin typeface="Montserrat"/>
              <a:ea typeface="Montserrat"/>
              <a:cs typeface="Montserrat"/>
              <a:sym typeface="Montserrat"/>
            </a:endParaRPr>
          </a:p>
          <a:p>
            <a:pPr indent="0" lvl="0" marL="0" rtl="0" algn="l">
              <a:lnSpc>
                <a:spcPct val="115000"/>
              </a:lnSpc>
              <a:spcBef>
                <a:spcPts val="1900"/>
              </a:spcBef>
              <a:spcAft>
                <a:spcPts val="0"/>
              </a:spcAft>
              <a:buClr>
                <a:srgbClr val="000000"/>
              </a:buClr>
              <a:buSzPts val="2100"/>
              <a:buFont typeface="Arial"/>
              <a:buNone/>
            </a:pPr>
            <a:r>
              <a:rPr lang="en-US" sz="2900">
                <a:latin typeface="Montserrat"/>
                <a:ea typeface="Montserrat"/>
                <a:cs typeface="Montserrat"/>
                <a:sym typeface="Montserrat"/>
              </a:rPr>
              <a:t>Entrega de Proyectos, Tareas, Foros y Hojas de Trabajo:</a:t>
            </a:r>
            <a:endParaRPr sz="2900">
              <a:latin typeface="Montserrat"/>
              <a:ea typeface="Montserrat"/>
              <a:cs typeface="Montserrat"/>
              <a:sym typeface="Montserrat"/>
            </a:endParaRPr>
          </a:p>
          <a:p>
            <a:pPr indent="-552450" lvl="0" marL="736600" rtl="0" algn="l">
              <a:lnSpc>
                <a:spcPct val="115000"/>
              </a:lnSpc>
              <a:spcBef>
                <a:spcPts val="1900"/>
              </a:spcBef>
              <a:spcAft>
                <a:spcPts val="0"/>
              </a:spcAft>
              <a:buSzPts val="2900"/>
              <a:buFont typeface="Montserrat"/>
              <a:buChar char="●"/>
            </a:pPr>
            <a:r>
              <a:rPr lang="en-US" sz="2900">
                <a:latin typeface="Montserrat"/>
                <a:ea typeface="Montserrat"/>
                <a:cs typeface="Montserrat"/>
                <a:sym typeface="Montserrat"/>
              </a:rPr>
              <a:t>UEDI: </a:t>
            </a:r>
            <a:endParaRPr sz="2900"/>
          </a:p>
        </p:txBody>
      </p:sp>
      <p:sp>
        <p:nvSpPr>
          <p:cNvPr id="339" name="Google Shape;339;g36097594562_0_365"/>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fontScale="90000"/>
          </a:bodyPr>
          <a:lstStyle/>
          <a:p>
            <a:pPr indent="0" lvl="0" marL="0" rtl="0" algn="l">
              <a:lnSpc>
                <a:spcPct val="100000"/>
              </a:lnSpc>
              <a:spcBef>
                <a:spcPts val="0"/>
              </a:spcBef>
              <a:spcAft>
                <a:spcPts val="0"/>
              </a:spcAft>
              <a:buSzPct val="84444"/>
              <a:buNone/>
            </a:pPr>
            <a:r>
              <a:rPr lang="en-US"/>
              <a:t>Datos de los auxiliares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36097594562_0_370"/>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fontScale="90000"/>
          </a:bodyPr>
          <a:lstStyle/>
          <a:p>
            <a:pPr indent="0" lvl="0" marL="0" rtl="0" algn="l">
              <a:lnSpc>
                <a:spcPct val="100000"/>
              </a:lnSpc>
              <a:spcBef>
                <a:spcPts val="0"/>
              </a:spcBef>
              <a:spcAft>
                <a:spcPts val="0"/>
              </a:spcAft>
              <a:buSzPct val="84444"/>
              <a:buNone/>
            </a:pPr>
            <a:r>
              <a:rPr lang="en-US"/>
              <a:t>Agenda</a:t>
            </a:r>
            <a:endParaRPr/>
          </a:p>
        </p:txBody>
      </p:sp>
      <p:sp>
        <p:nvSpPr>
          <p:cNvPr id="345" name="Google Shape;345;g36097594562_0_370"/>
          <p:cNvSpPr txBox="1"/>
          <p:nvPr/>
        </p:nvSpPr>
        <p:spPr>
          <a:xfrm>
            <a:off x="1098725" y="1917350"/>
            <a:ext cx="11892000" cy="45522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chemeClr val="dk2"/>
              </a:buClr>
              <a:buSzPts val="2500"/>
              <a:buFont typeface="Arial"/>
              <a:buChar char="●"/>
            </a:pPr>
            <a:r>
              <a:rPr lang="en-US" sz="2500">
                <a:solidFill>
                  <a:schemeClr val="dk2"/>
                </a:solidFill>
              </a:rPr>
              <a:t>Du</a:t>
            </a:r>
            <a:r>
              <a:rPr b="0" i="0" lang="en-US" sz="2500" u="none" cap="none" strike="noStrike">
                <a:solidFill>
                  <a:schemeClr val="dk2"/>
                </a:solidFill>
                <a:latin typeface="Arial"/>
                <a:ea typeface="Arial"/>
                <a:cs typeface="Arial"/>
                <a:sym typeface="Arial"/>
              </a:rPr>
              <a:t>das antes de la Clase</a:t>
            </a:r>
            <a:endParaRPr b="0" i="0" sz="2500" u="none" cap="none" strike="noStrike">
              <a:solidFill>
                <a:schemeClr val="dk2"/>
              </a:solidFill>
              <a:latin typeface="Arial"/>
              <a:ea typeface="Arial"/>
              <a:cs typeface="Arial"/>
              <a:sym typeface="Arial"/>
            </a:endParaRPr>
          </a:p>
          <a:p>
            <a:pPr indent="-387350" lvl="0" marL="457200" marR="0" rtl="0" algn="l">
              <a:lnSpc>
                <a:spcPct val="115000"/>
              </a:lnSpc>
              <a:spcBef>
                <a:spcPts val="0"/>
              </a:spcBef>
              <a:spcAft>
                <a:spcPts val="0"/>
              </a:spcAft>
              <a:buClr>
                <a:schemeClr val="dk2"/>
              </a:buClr>
              <a:buSzPts val="2500"/>
              <a:buFont typeface="Arial"/>
              <a:buChar char="●"/>
            </a:pPr>
            <a:r>
              <a:rPr b="0" i="0" lang="en-US" sz="2500" u="none" cap="none" strike="noStrike">
                <a:solidFill>
                  <a:schemeClr val="dk2"/>
                </a:solidFill>
                <a:latin typeface="Arial"/>
                <a:ea typeface="Arial"/>
                <a:cs typeface="Arial"/>
                <a:sym typeface="Arial"/>
              </a:rPr>
              <a:t>Introducción a Google Kubernetes Engine (GCP)</a:t>
            </a:r>
            <a:endParaRPr b="0" i="0" sz="2500" u="none" cap="none" strike="noStrike">
              <a:solidFill>
                <a:schemeClr val="dk2"/>
              </a:solidFill>
              <a:latin typeface="Arial"/>
              <a:ea typeface="Arial"/>
              <a:cs typeface="Arial"/>
              <a:sym typeface="Arial"/>
            </a:endParaRPr>
          </a:p>
          <a:p>
            <a:pPr indent="-387350" lvl="0" marL="457200" marR="0" rtl="0" algn="l">
              <a:lnSpc>
                <a:spcPct val="115000"/>
              </a:lnSpc>
              <a:spcBef>
                <a:spcPts val="0"/>
              </a:spcBef>
              <a:spcAft>
                <a:spcPts val="0"/>
              </a:spcAft>
              <a:buClr>
                <a:schemeClr val="dk2"/>
              </a:buClr>
              <a:buSzPts val="2500"/>
              <a:buFont typeface="Arial"/>
              <a:buChar char="●"/>
            </a:pPr>
            <a:r>
              <a:rPr b="0" i="0" lang="en-US" sz="2500" u="none" cap="none" strike="noStrike">
                <a:solidFill>
                  <a:schemeClr val="dk2"/>
                </a:solidFill>
                <a:latin typeface="Arial"/>
                <a:ea typeface="Arial"/>
                <a:cs typeface="Arial"/>
                <a:sym typeface="Arial"/>
              </a:rPr>
              <a:t>Creación y gestión de clusters en GKE</a:t>
            </a:r>
            <a:endParaRPr b="0" i="0" sz="2500" u="none" cap="none" strike="noStrike">
              <a:solidFill>
                <a:schemeClr val="dk2"/>
              </a:solidFill>
              <a:latin typeface="Arial"/>
              <a:ea typeface="Arial"/>
              <a:cs typeface="Arial"/>
              <a:sym typeface="Arial"/>
            </a:endParaRPr>
          </a:p>
          <a:p>
            <a:pPr indent="-387350" lvl="0" marL="457200" marR="0" rtl="0" algn="l">
              <a:lnSpc>
                <a:spcPct val="115000"/>
              </a:lnSpc>
              <a:spcBef>
                <a:spcPts val="0"/>
              </a:spcBef>
              <a:spcAft>
                <a:spcPts val="0"/>
              </a:spcAft>
              <a:buClr>
                <a:schemeClr val="dk2"/>
              </a:buClr>
              <a:buSzPts val="2500"/>
              <a:buFont typeface="Arial"/>
              <a:buChar char="●"/>
            </a:pPr>
            <a:r>
              <a:rPr b="0" i="0" lang="en-US" sz="2500" u="none" cap="none" strike="noStrike">
                <a:solidFill>
                  <a:schemeClr val="dk2"/>
                </a:solidFill>
                <a:latin typeface="Arial"/>
                <a:ea typeface="Arial"/>
                <a:cs typeface="Arial"/>
                <a:sym typeface="Arial"/>
              </a:rPr>
              <a:t>Despliegue de aplicaciones en GKE</a:t>
            </a:r>
            <a:endParaRPr b="0" i="0" sz="2500" u="none" cap="none" strike="noStrike">
              <a:solidFill>
                <a:schemeClr val="dk2"/>
              </a:solidFill>
              <a:latin typeface="Arial"/>
              <a:ea typeface="Arial"/>
              <a:cs typeface="Arial"/>
              <a:sym typeface="Arial"/>
            </a:endParaRPr>
          </a:p>
          <a:p>
            <a:pPr indent="-387350" lvl="0" marL="457200" marR="0" rtl="0" algn="l">
              <a:lnSpc>
                <a:spcPct val="115000"/>
              </a:lnSpc>
              <a:spcBef>
                <a:spcPts val="0"/>
              </a:spcBef>
              <a:spcAft>
                <a:spcPts val="0"/>
              </a:spcAft>
              <a:buClr>
                <a:schemeClr val="dk2"/>
              </a:buClr>
              <a:buSzPts val="2500"/>
              <a:buFont typeface="Arial"/>
              <a:buChar char="●"/>
            </a:pPr>
            <a:r>
              <a:rPr b="0" i="0" lang="en-US" sz="2500" u="none" cap="none" strike="noStrike">
                <a:solidFill>
                  <a:schemeClr val="dk2"/>
                </a:solidFill>
                <a:latin typeface="Arial"/>
                <a:ea typeface="Arial"/>
                <a:cs typeface="Arial"/>
                <a:sym typeface="Arial"/>
              </a:rPr>
              <a:t>Google GKE, Instancias, Google Cloud Run</a:t>
            </a:r>
            <a:endParaRPr b="0" i="0" sz="2500" u="none" cap="none" strike="noStrike">
              <a:solidFill>
                <a:schemeClr val="dk2"/>
              </a:solidFill>
              <a:latin typeface="Arial"/>
              <a:ea typeface="Arial"/>
              <a:cs typeface="Arial"/>
              <a:sym typeface="Arial"/>
            </a:endParaRPr>
          </a:p>
          <a:p>
            <a:pPr indent="-387350" lvl="0" marL="457200" marR="0" rtl="0" algn="l">
              <a:lnSpc>
                <a:spcPct val="115000"/>
              </a:lnSpc>
              <a:spcBef>
                <a:spcPts val="0"/>
              </a:spcBef>
              <a:spcAft>
                <a:spcPts val="0"/>
              </a:spcAft>
              <a:buClr>
                <a:schemeClr val="dk2"/>
              </a:buClr>
              <a:buSzPts val="2500"/>
              <a:buFont typeface="Arial"/>
              <a:buChar char="●"/>
            </a:pPr>
            <a:r>
              <a:rPr b="0" i="0" lang="en-US" sz="2500" u="none" cap="none" strike="noStrike">
                <a:solidFill>
                  <a:schemeClr val="dk2"/>
                </a:solidFill>
                <a:latin typeface="Arial"/>
                <a:ea typeface="Arial"/>
                <a:cs typeface="Arial"/>
                <a:sym typeface="Arial"/>
              </a:rPr>
              <a:t>Ingress y Ingress Controllers</a:t>
            </a:r>
            <a:endParaRPr b="0" i="0" sz="2500" u="none" cap="none" strike="noStrike">
              <a:solidFill>
                <a:schemeClr val="dk2"/>
              </a:solidFill>
              <a:latin typeface="Arial"/>
              <a:ea typeface="Arial"/>
              <a:cs typeface="Arial"/>
              <a:sym typeface="Arial"/>
            </a:endParaRPr>
          </a:p>
          <a:p>
            <a:pPr indent="-387350" lvl="0" marL="457200" marR="0" rtl="0" algn="l">
              <a:lnSpc>
                <a:spcPct val="115000"/>
              </a:lnSpc>
              <a:spcBef>
                <a:spcPts val="0"/>
              </a:spcBef>
              <a:spcAft>
                <a:spcPts val="0"/>
              </a:spcAft>
              <a:buClr>
                <a:schemeClr val="dk2"/>
              </a:buClr>
              <a:buSzPts val="2500"/>
              <a:buFont typeface="Arial"/>
              <a:buChar char="●"/>
            </a:pPr>
            <a:r>
              <a:rPr b="0" i="0" lang="en-US" sz="2500" u="none" cap="none" strike="noStrike">
                <a:solidFill>
                  <a:schemeClr val="dk2"/>
                </a:solidFill>
                <a:latin typeface="Arial"/>
                <a:ea typeface="Arial"/>
                <a:cs typeface="Arial"/>
                <a:sym typeface="Arial"/>
              </a:rPr>
              <a:t>Helm: gestor de paquetes para Kubernetes</a:t>
            </a:r>
            <a:endParaRPr b="0" i="0" sz="2500" u="none" cap="none" strike="noStrike">
              <a:solidFill>
                <a:schemeClr val="dk2"/>
              </a:solidFill>
              <a:latin typeface="Arial"/>
              <a:ea typeface="Arial"/>
              <a:cs typeface="Arial"/>
              <a:sym typeface="Arial"/>
            </a:endParaRPr>
          </a:p>
          <a:p>
            <a:pPr indent="-387350" lvl="0" marL="457200" marR="0" rtl="0" algn="l">
              <a:lnSpc>
                <a:spcPct val="115000"/>
              </a:lnSpc>
              <a:spcBef>
                <a:spcPts val="0"/>
              </a:spcBef>
              <a:spcAft>
                <a:spcPts val="0"/>
              </a:spcAft>
              <a:buClr>
                <a:schemeClr val="dk2"/>
              </a:buClr>
              <a:buSzPts val="2500"/>
              <a:buFont typeface="Arial"/>
              <a:buChar char="●"/>
            </a:pPr>
            <a:r>
              <a:rPr b="0" i="0" lang="en-US" sz="2500" u="none" cap="none" strike="noStrike">
                <a:solidFill>
                  <a:schemeClr val="dk2"/>
                </a:solidFill>
                <a:latin typeface="Arial"/>
                <a:ea typeface="Arial"/>
                <a:cs typeface="Arial"/>
                <a:sym typeface="Arial"/>
              </a:rPr>
              <a:t>Monitoreo y logging en Kubernetes (Grafana)</a:t>
            </a:r>
            <a:endParaRPr b="0" i="0" sz="2500" u="none" cap="none" strike="noStrike">
              <a:solidFill>
                <a:schemeClr val="dk2"/>
              </a:solidFill>
              <a:latin typeface="Arial"/>
              <a:ea typeface="Arial"/>
              <a:cs typeface="Arial"/>
              <a:sym typeface="Arial"/>
            </a:endParaRPr>
          </a:p>
          <a:p>
            <a:pPr indent="-387350" lvl="0" marL="457200" marR="0" rtl="0" algn="l">
              <a:lnSpc>
                <a:spcPct val="115000"/>
              </a:lnSpc>
              <a:spcBef>
                <a:spcPts val="0"/>
              </a:spcBef>
              <a:spcAft>
                <a:spcPts val="0"/>
              </a:spcAft>
              <a:buClr>
                <a:schemeClr val="dk2"/>
              </a:buClr>
              <a:buSzPts val="2500"/>
              <a:buFont typeface="Arial"/>
              <a:buChar char="●"/>
            </a:pPr>
            <a:r>
              <a:rPr b="0" i="0" lang="en-US" sz="2500" u="none" cap="none" strike="noStrike">
                <a:solidFill>
                  <a:schemeClr val="dk2"/>
                </a:solidFill>
                <a:latin typeface="Arial"/>
                <a:ea typeface="Arial"/>
                <a:cs typeface="Arial"/>
                <a:sym typeface="Arial"/>
              </a:rPr>
              <a:t>Video comandos </a:t>
            </a:r>
            <a:endParaRPr b="0" i="0" sz="2500" u="none" cap="none" strike="noStrike">
              <a:solidFill>
                <a:schemeClr val="dk2"/>
              </a:solidFill>
              <a:latin typeface="Arial"/>
              <a:ea typeface="Arial"/>
              <a:cs typeface="Arial"/>
              <a:sym typeface="Arial"/>
            </a:endParaRPr>
          </a:p>
          <a:p>
            <a:pPr indent="-387350" lvl="0" marL="457200" marR="0" rtl="0" algn="l">
              <a:lnSpc>
                <a:spcPct val="115000"/>
              </a:lnSpc>
              <a:spcBef>
                <a:spcPts val="0"/>
              </a:spcBef>
              <a:spcAft>
                <a:spcPts val="0"/>
              </a:spcAft>
              <a:buClr>
                <a:schemeClr val="dk2"/>
              </a:buClr>
              <a:buSzPts val="2500"/>
              <a:buFont typeface="Arial"/>
              <a:buChar char="●"/>
            </a:pPr>
            <a:r>
              <a:rPr b="0" i="0" lang="en-US" sz="2500" u="none" cap="none" strike="noStrike">
                <a:solidFill>
                  <a:schemeClr val="dk2"/>
                </a:solidFill>
                <a:latin typeface="Arial"/>
                <a:ea typeface="Arial"/>
                <a:cs typeface="Arial"/>
                <a:sym typeface="Arial"/>
              </a:rPr>
              <a:t>Ejemplo despues de la presentacion</a:t>
            </a:r>
            <a:endParaRPr b="0" i="0" sz="2500" u="none" cap="none" strike="noStrike">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3d13e538ef5_0_653"/>
          <p:cNvSpPr txBox="1"/>
          <p:nvPr>
            <p:ph type="title"/>
          </p:nvPr>
        </p:nvSpPr>
        <p:spPr>
          <a:xfrm>
            <a:off x="498720" y="712040"/>
            <a:ext cx="13632900" cy="916200"/>
          </a:xfrm>
          <a:prstGeom prst="rect">
            <a:avLst/>
          </a:prstGeom>
        </p:spPr>
        <p:txBody>
          <a:bodyPr anchorCtr="0" anchor="t" bIns="146275" lIns="146275" spcFirstLastPara="1" rIns="146275" wrap="square" tIns="146275">
            <a:normAutofit fontScale="90000"/>
          </a:bodyPr>
          <a:lstStyle/>
          <a:p>
            <a:pPr indent="0" lvl="0" marL="0" rtl="0" algn="l">
              <a:spcBef>
                <a:spcPts val="0"/>
              </a:spcBef>
              <a:spcAft>
                <a:spcPts val="0"/>
              </a:spcAft>
              <a:buNone/>
            </a:pPr>
            <a:r>
              <a:t/>
            </a:r>
            <a:endParaRPr/>
          </a:p>
        </p:txBody>
      </p:sp>
      <p:sp>
        <p:nvSpPr>
          <p:cNvPr id="352" name="Google Shape;352;g3d13e538ef5_0_653"/>
          <p:cNvSpPr txBox="1"/>
          <p:nvPr>
            <p:ph idx="1" type="body"/>
          </p:nvPr>
        </p:nvSpPr>
        <p:spPr>
          <a:xfrm>
            <a:off x="498720" y="1843960"/>
            <a:ext cx="13632900" cy="5466300"/>
          </a:xfrm>
          <a:prstGeom prst="rect">
            <a:avLst/>
          </a:prstGeom>
        </p:spPr>
        <p:txBody>
          <a:bodyPr anchorCtr="0" anchor="t" bIns="146275" lIns="146275" spcFirstLastPara="1" rIns="146275" wrap="square" tIns="146275">
            <a:normAutofit/>
          </a:bodyPr>
          <a:lstStyle/>
          <a:p>
            <a:pPr indent="0" lvl="0" marL="0" rtl="0" algn="l">
              <a:spcBef>
                <a:spcPts val="0"/>
              </a:spcBef>
              <a:spcAft>
                <a:spcPts val="0"/>
              </a:spcAft>
              <a:buNone/>
            </a:pPr>
            <a:r>
              <a:t/>
            </a:r>
            <a:endParaRPr/>
          </a:p>
        </p:txBody>
      </p:sp>
      <p:pic>
        <p:nvPicPr>
          <p:cNvPr id="353" name="Google Shape;353;g3d13e538ef5_0_653"/>
          <p:cNvPicPr preferRelativeResize="0"/>
          <p:nvPr/>
        </p:nvPicPr>
        <p:blipFill>
          <a:blip r:embed="rId3">
            <a:alphaModFix/>
          </a:blip>
          <a:stretch>
            <a:fillRect/>
          </a:stretch>
        </p:blipFill>
        <p:spPr>
          <a:xfrm>
            <a:off x="0" y="0"/>
            <a:ext cx="14630400" cy="8229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 name="Shape 358"/>
        <p:cNvGrpSpPr/>
        <p:nvPr/>
      </p:nvGrpSpPr>
      <p:grpSpPr>
        <a:xfrm>
          <a:off x="0" y="0"/>
          <a:ext cx="0" cy="0"/>
          <a:chOff x="0" y="0"/>
          <a:chExt cx="0" cy="0"/>
        </a:xfrm>
      </p:grpSpPr>
      <p:sp>
        <p:nvSpPr>
          <p:cNvPr id="359" name="Google Shape;359;g3d13e538ef5_0_140"/>
          <p:cNvSpPr/>
          <p:nvPr/>
        </p:nvSpPr>
        <p:spPr>
          <a:xfrm>
            <a:off x="1865376" y="4016502"/>
            <a:ext cx="10903200" cy="1975200"/>
          </a:xfrm>
          <a:prstGeom prst="rect">
            <a:avLst/>
          </a:prstGeom>
          <a:noFill/>
          <a:ln>
            <a:noFill/>
          </a:ln>
        </p:spPr>
        <p:txBody>
          <a:bodyPr anchorCtr="0" anchor="t" bIns="54850" lIns="109725" spcFirstLastPara="1" rIns="109725" wrap="square" tIns="54850">
            <a:noAutofit/>
          </a:bodyPr>
          <a:lstStyle/>
          <a:p>
            <a:pPr indent="0" lvl="0" marL="0" rtl="0" algn="just">
              <a:spcBef>
                <a:spcPts val="0"/>
              </a:spcBef>
              <a:spcAft>
                <a:spcPts val="0"/>
              </a:spcAft>
              <a:buClr>
                <a:schemeClr val="dk1"/>
              </a:buClr>
              <a:buSzPts val="2200"/>
              <a:buFont typeface="Arial"/>
              <a:buNone/>
            </a:pPr>
            <a:r>
              <a:rPr lang="en-US" sz="2200">
                <a:solidFill>
                  <a:schemeClr val="dk1"/>
                </a:solidFill>
              </a:rPr>
              <a:t>El estudiante analiza el consumo de recursos y rendimiento de pods en Kubernetes mediante herramientas como kubectl top, métricas de Prometheus o Grafana para detectar cuellos de botella y mejorar la eficiencia operativa.</a:t>
            </a:r>
            <a:endParaRPr sz="2200">
              <a:solidFill>
                <a:schemeClr val="dk1"/>
              </a:solidFill>
            </a:endParaRPr>
          </a:p>
          <a:p>
            <a:pPr indent="0" lvl="0" marL="0" marR="0" rtl="0" algn="l">
              <a:lnSpc>
                <a:spcPct val="150000"/>
              </a:lnSpc>
              <a:spcBef>
                <a:spcPts val="0"/>
              </a:spcBef>
              <a:spcAft>
                <a:spcPts val="0"/>
              </a:spcAft>
              <a:buClr>
                <a:srgbClr val="111111"/>
              </a:buClr>
              <a:buSzPts val="2200"/>
              <a:buFont typeface="Arial"/>
              <a:buNone/>
            </a:pPr>
            <a:r>
              <a:t/>
            </a:r>
            <a:endParaRPr sz="2200">
              <a:solidFill>
                <a:schemeClr val="dk1"/>
              </a:solidFill>
            </a:endParaRPr>
          </a:p>
        </p:txBody>
      </p:sp>
      <p:sp>
        <p:nvSpPr>
          <p:cNvPr id="360" name="Google Shape;360;g3d13e538ef5_0_140"/>
          <p:cNvSpPr/>
          <p:nvPr/>
        </p:nvSpPr>
        <p:spPr>
          <a:xfrm>
            <a:off x="1371600" y="2008632"/>
            <a:ext cx="9564624" cy="713232"/>
          </a:xfrm>
          <a:custGeom>
            <a:rect b="b" l="l" r="r" t="t"/>
            <a:pathLst>
              <a:path extrusionOk="0" h="594360" w="7970520">
                <a:moveTo>
                  <a:pt x="194945" y="0"/>
                </a:moveTo>
                <a:lnTo>
                  <a:pt x="7673340" y="0"/>
                </a:lnTo>
                <a:cubicBezTo>
                  <a:pt x="7840345" y="-5080"/>
                  <a:pt x="7974330" y="147320"/>
                  <a:pt x="7970520" y="297180"/>
                </a:cubicBezTo>
                <a:cubicBezTo>
                  <a:pt x="7975600" y="464185"/>
                  <a:pt x="7823200" y="598170"/>
                  <a:pt x="7673340" y="594360"/>
                </a:cubicBezTo>
                <a:lnTo>
                  <a:pt x="0" y="594360"/>
                </a:lnTo>
                <a:lnTo>
                  <a:pt x="0" y="194945"/>
                </a:lnTo>
                <a:cubicBezTo>
                  <a:pt x="-3175" y="85725"/>
                  <a:pt x="96520" y="-2540"/>
                  <a:pt x="194945" y="0"/>
                </a:cubicBezTo>
                <a:close/>
              </a:path>
            </a:pathLst>
          </a:custGeom>
          <a:gradFill>
            <a:gsLst>
              <a:gs pos="0">
                <a:srgbClr val="232323"/>
              </a:gs>
              <a:gs pos="100000">
                <a:srgbClr val="919191"/>
              </a:gs>
            </a:gsLst>
            <a:lin ang="5400012" scaled="0"/>
          </a:gra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361" name="Google Shape;361;g3d13e538ef5_0_140"/>
          <p:cNvSpPr/>
          <p:nvPr/>
        </p:nvSpPr>
        <p:spPr>
          <a:xfrm>
            <a:off x="1371600" y="2008632"/>
            <a:ext cx="9564600" cy="7134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cxnSp>
        <p:nvCxnSpPr>
          <p:cNvPr id="362" name="Google Shape;362;g3d13e538ef5_0_140"/>
          <p:cNvCxnSpPr/>
          <p:nvPr/>
        </p:nvCxnSpPr>
        <p:spPr>
          <a:xfrm rot="10800000">
            <a:off x="1371600" y="2712720"/>
            <a:ext cx="11887200" cy="0"/>
          </a:xfrm>
          <a:prstGeom prst="straightConnector1">
            <a:avLst/>
          </a:prstGeom>
          <a:noFill/>
          <a:ln cap="flat" cmpd="sng" w="15250">
            <a:solidFill>
              <a:srgbClr val="232323"/>
            </a:solidFill>
            <a:prstDash val="solid"/>
            <a:round/>
            <a:headEnd len="sm" w="sm" type="none"/>
            <a:tailEnd len="sm" w="sm" type="none"/>
          </a:ln>
        </p:spPr>
      </p:cxnSp>
      <p:sp>
        <p:nvSpPr>
          <p:cNvPr id="363" name="Google Shape;363;g3d13e538ef5_0_140"/>
          <p:cNvSpPr/>
          <p:nvPr/>
        </p:nvSpPr>
        <p:spPr>
          <a:xfrm flipH="1" rot="10800000">
            <a:off x="12038076" y="2292336"/>
            <a:ext cx="769800" cy="91200"/>
          </a:xfrm>
          <a:prstGeom prst="roundRect">
            <a:avLst>
              <a:gd fmla="val 50000" name="adj"/>
            </a:avLst>
          </a:prstGeom>
          <a:gradFill>
            <a:gsLst>
              <a:gs pos="0">
                <a:srgbClr val="232323"/>
              </a:gs>
              <a:gs pos="100000">
                <a:srgbClr val="919191"/>
              </a:gs>
            </a:gsLst>
            <a:lin ang="5400012" scaled="0"/>
          </a:gra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364" name="Google Shape;364;g3d13e538ef5_0_140"/>
          <p:cNvSpPr/>
          <p:nvPr/>
        </p:nvSpPr>
        <p:spPr>
          <a:xfrm>
            <a:off x="12038076" y="2292096"/>
            <a:ext cx="769800" cy="912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365" name="Google Shape;365;g3d13e538ef5_0_140"/>
          <p:cNvSpPr/>
          <p:nvPr/>
        </p:nvSpPr>
        <p:spPr>
          <a:xfrm flipH="1" rot="10800000">
            <a:off x="11916156" y="2292336"/>
            <a:ext cx="90600" cy="91200"/>
          </a:xfrm>
          <a:prstGeom prst="roundRect">
            <a:avLst>
              <a:gd fmla="val 50000" name="adj"/>
            </a:avLst>
          </a:prstGeom>
          <a:gradFill>
            <a:gsLst>
              <a:gs pos="0">
                <a:srgbClr val="232323"/>
              </a:gs>
              <a:gs pos="100000">
                <a:srgbClr val="919191"/>
              </a:gs>
            </a:gsLst>
            <a:lin ang="5400012" scaled="0"/>
          </a:gra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366" name="Google Shape;366;g3d13e538ef5_0_140"/>
          <p:cNvSpPr/>
          <p:nvPr/>
        </p:nvSpPr>
        <p:spPr>
          <a:xfrm>
            <a:off x="11916156" y="2292096"/>
            <a:ext cx="90600" cy="912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367" name="Google Shape;367;g3d13e538ef5_0_140"/>
          <p:cNvSpPr/>
          <p:nvPr/>
        </p:nvSpPr>
        <p:spPr>
          <a:xfrm flipH="1" rot="10800000">
            <a:off x="1371600" y="6982212"/>
            <a:ext cx="11888700" cy="238500"/>
          </a:xfrm>
          <a:prstGeom prst="round2SameRect">
            <a:avLst>
              <a:gd fmla="val 50000" name="adj1"/>
              <a:gd fmla="val 0" name="adj2"/>
            </a:avLst>
          </a:prstGeom>
          <a:gradFill>
            <a:gsLst>
              <a:gs pos="0">
                <a:srgbClr val="232323"/>
              </a:gs>
              <a:gs pos="100000">
                <a:srgbClr val="5A5A5A"/>
              </a:gs>
            </a:gsLst>
            <a:lin ang="5400012" scaled="0"/>
          </a:gra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368" name="Google Shape;368;g3d13e538ef5_0_140"/>
          <p:cNvSpPr/>
          <p:nvPr/>
        </p:nvSpPr>
        <p:spPr>
          <a:xfrm>
            <a:off x="1371600" y="6982206"/>
            <a:ext cx="11888700" cy="2385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369" name="Google Shape;369;g3d13e538ef5_0_140"/>
          <p:cNvSpPr/>
          <p:nvPr/>
        </p:nvSpPr>
        <p:spPr>
          <a:xfrm>
            <a:off x="2042522" y="814592"/>
            <a:ext cx="10764900" cy="713400"/>
          </a:xfrm>
          <a:prstGeom prst="rect">
            <a:avLst/>
          </a:prstGeom>
          <a:noFill/>
          <a:ln>
            <a:noFill/>
          </a:ln>
        </p:spPr>
        <p:txBody>
          <a:bodyPr anchorCtr="0" anchor="t" bIns="54850" lIns="109725" spcFirstLastPara="1" rIns="109725" wrap="square" tIns="54850">
            <a:noAutofit/>
          </a:bodyPr>
          <a:lstStyle/>
          <a:p>
            <a:pPr indent="0" lvl="0" marL="0" marR="0" rtl="0" algn="l">
              <a:lnSpc>
                <a:spcPct val="100000"/>
              </a:lnSpc>
              <a:spcBef>
                <a:spcPts val="0"/>
              </a:spcBef>
              <a:spcAft>
                <a:spcPts val="0"/>
              </a:spcAft>
              <a:buClr>
                <a:srgbClr val="111111"/>
              </a:buClr>
              <a:buSzPts val="3800"/>
              <a:buFont typeface="Arial"/>
              <a:buNone/>
            </a:pPr>
            <a:r>
              <a:rPr b="1" i="0" lang="en-US" sz="3800" u="none" cap="none" strike="noStrike">
                <a:solidFill>
                  <a:srgbClr val="111111"/>
                </a:solidFill>
                <a:latin typeface="Arial"/>
                <a:ea typeface="Arial"/>
                <a:cs typeface="Arial"/>
                <a:sym typeface="Arial"/>
              </a:rPr>
              <a:t>COMPETENCIAS</a:t>
            </a:r>
            <a:endParaRPr b="0" i="0" sz="1900" u="none" cap="none" strike="noStrike"/>
          </a:p>
        </p:txBody>
      </p:sp>
      <p:pic>
        <p:nvPicPr>
          <p:cNvPr descr="https://kimi-img.moonshot.cn/pub/slides/slides_tmpl/image/25-08-27-20:09:25-d2nfat98bjvh7rlj0j30.png" id="370" name="Google Shape;370;g3d13e538ef5_0_140"/>
          <p:cNvPicPr preferRelativeResize="0"/>
          <p:nvPr/>
        </p:nvPicPr>
        <p:blipFill rotWithShape="1">
          <a:blip r:embed="rId3">
            <a:alphaModFix/>
          </a:blip>
          <a:srcRect b="0" l="0" r="0" t="0"/>
          <a:stretch/>
        </p:blipFill>
        <p:spPr>
          <a:xfrm>
            <a:off x="1371590" y="894024"/>
            <a:ext cx="640080" cy="441960"/>
          </a:xfrm>
          <a:prstGeom prst="rect">
            <a:avLst/>
          </a:prstGeom>
          <a:noFill/>
          <a:ln>
            <a:noFill/>
          </a:ln>
        </p:spPr>
      </p:pic>
      <p:pic>
        <p:nvPicPr>
          <p:cNvPr id="371" name="Google Shape;371;g3d13e538ef5_0_140" title="BUHOADSFA-Photoroom.png"/>
          <p:cNvPicPr preferRelativeResize="0"/>
          <p:nvPr/>
        </p:nvPicPr>
        <p:blipFill>
          <a:blip r:embed="rId4">
            <a:alphaModFix/>
          </a:blip>
          <a:stretch>
            <a:fillRect/>
          </a:stretch>
        </p:blipFill>
        <p:spPr>
          <a:xfrm>
            <a:off x="0" y="-7"/>
            <a:ext cx="1036320" cy="128276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376" name="Shape 376"/>
        <p:cNvGrpSpPr/>
        <p:nvPr/>
      </p:nvGrpSpPr>
      <p:grpSpPr>
        <a:xfrm>
          <a:off x="0" y="0"/>
          <a:ext cx="0" cy="0"/>
          <a:chOff x="0" y="0"/>
          <a:chExt cx="0" cy="0"/>
        </a:xfrm>
      </p:grpSpPr>
      <p:pic>
        <p:nvPicPr>
          <p:cNvPr descr="https://kimi-img.moonshot.cn/pub/slides/slides_tmpl/image/25-08-27-20:09:25-d2nfat98bjvh7rlj0j2g.png" id="377" name="Google Shape;377;g3d13e538ef5_0_157"/>
          <p:cNvPicPr preferRelativeResize="0"/>
          <p:nvPr/>
        </p:nvPicPr>
        <p:blipFill rotWithShape="1">
          <a:blip r:embed="rId3">
            <a:alphaModFix/>
          </a:blip>
          <a:srcRect b="0" l="0" r="0" t="0"/>
          <a:stretch/>
        </p:blipFill>
        <p:spPr>
          <a:xfrm>
            <a:off x="868680" y="1817370"/>
            <a:ext cx="5026913" cy="4527043"/>
          </a:xfrm>
          <a:prstGeom prst="rect">
            <a:avLst/>
          </a:prstGeom>
          <a:noFill/>
          <a:ln>
            <a:noFill/>
          </a:ln>
        </p:spPr>
      </p:pic>
      <p:sp>
        <p:nvSpPr>
          <p:cNvPr id="378" name="Google Shape;378;g3d13e538ef5_0_157"/>
          <p:cNvSpPr/>
          <p:nvPr/>
        </p:nvSpPr>
        <p:spPr>
          <a:xfrm>
            <a:off x="6460998" y="3835908"/>
            <a:ext cx="6499200" cy="1438500"/>
          </a:xfrm>
          <a:prstGeom prst="rect">
            <a:avLst/>
          </a:prstGeom>
          <a:solidFill>
            <a:srgbClr val="000000">
              <a:alpha val="0"/>
            </a:srgbClr>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379" name="Google Shape;379;g3d13e538ef5_0_157"/>
          <p:cNvSpPr/>
          <p:nvPr/>
        </p:nvSpPr>
        <p:spPr>
          <a:xfrm>
            <a:off x="6460998" y="3835908"/>
            <a:ext cx="6499200" cy="1438500"/>
          </a:xfrm>
          <a:prstGeom prst="rect">
            <a:avLst/>
          </a:prstGeom>
          <a:noFill/>
          <a:ln>
            <a:noFill/>
          </a:ln>
        </p:spPr>
        <p:txBody>
          <a:bodyPr anchorCtr="0" anchor="t" bIns="54850" lIns="54850" spcFirstLastPara="1" rIns="109725" wrap="square" tIns="109725">
            <a:noAutofit/>
          </a:bodyPr>
          <a:lstStyle/>
          <a:p>
            <a:pPr indent="0" lvl="0" marL="0" marR="0" rtl="0" algn="l">
              <a:lnSpc>
                <a:spcPct val="100000"/>
              </a:lnSpc>
              <a:spcBef>
                <a:spcPts val="0"/>
              </a:spcBef>
              <a:spcAft>
                <a:spcPts val="0"/>
              </a:spcAft>
              <a:buClr>
                <a:srgbClr val="FFFFFF"/>
              </a:buClr>
              <a:buSzPts val="4300"/>
              <a:buFont typeface="Arial"/>
              <a:buNone/>
            </a:pPr>
            <a:r>
              <a:rPr b="1" lang="en-US" sz="4300">
                <a:solidFill>
                  <a:srgbClr val="FFFFFF"/>
                </a:solidFill>
              </a:rPr>
              <a:t>Contenido</a:t>
            </a:r>
            <a:endParaRPr b="0" i="0" sz="1900" u="none" cap="none" strike="noStrike"/>
          </a:p>
        </p:txBody>
      </p:sp>
      <p:sp>
        <p:nvSpPr>
          <p:cNvPr id="380" name="Google Shape;380;g3d13e538ef5_0_157"/>
          <p:cNvSpPr/>
          <p:nvPr/>
        </p:nvSpPr>
        <p:spPr>
          <a:xfrm>
            <a:off x="6460998" y="2334768"/>
            <a:ext cx="4068600" cy="1325700"/>
          </a:xfrm>
          <a:prstGeom prst="rect">
            <a:avLst/>
          </a:prstGeom>
          <a:noFill/>
          <a:ln>
            <a:noFill/>
          </a:ln>
        </p:spPr>
        <p:txBody>
          <a:bodyPr anchorCtr="0" anchor="t" bIns="54850" lIns="109725" spcFirstLastPara="1" rIns="109725" wrap="square" tIns="54850">
            <a:noAutofit/>
          </a:bodyPr>
          <a:lstStyle/>
          <a:p>
            <a:pPr indent="0" lvl="0" marL="0" marR="0" rtl="0" algn="just">
              <a:lnSpc>
                <a:spcPct val="100000"/>
              </a:lnSpc>
              <a:spcBef>
                <a:spcPts val="0"/>
              </a:spcBef>
              <a:spcAft>
                <a:spcPts val="0"/>
              </a:spcAft>
              <a:buClr>
                <a:srgbClr val="FFFFFF"/>
              </a:buClr>
              <a:buSzPts val="8600"/>
              <a:buFont typeface="Arial"/>
              <a:buNone/>
            </a:pPr>
            <a:r>
              <a:rPr b="0" i="0" lang="en-US" sz="8600" u="none" cap="none" strike="noStrike">
                <a:solidFill>
                  <a:srgbClr val="FFFFFF"/>
                </a:solidFill>
                <a:latin typeface="Arial"/>
                <a:ea typeface="Arial"/>
                <a:cs typeface="Arial"/>
                <a:sym typeface="Arial"/>
              </a:rPr>
              <a:t>01</a:t>
            </a:r>
            <a:endParaRPr b="0" i="0" sz="1900" u="none" cap="none" strike="noStrike"/>
          </a:p>
        </p:txBody>
      </p:sp>
      <p:pic>
        <p:nvPicPr>
          <p:cNvPr id="381" name="Google Shape;381;g3d13e538ef5_0_157" title="BUHOADSFA-Photoroom.png"/>
          <p:cNvPicPr preferRelativeResize="0"/>
          <p:nvPr/>
        </p:nvPicPr>
        <p:blipFill>
          <a:blip r:embed="rId4">
            <a:alphaModFix/>
          </a:blip>
          <a:stretch>
            <a:fillRect/>
          </a:stretch>
        </p:blipFill>
        <p:spPr>
          <a:xfrm>
            <a:off x="0" y="-7"/>
            <a:ext cx="1036320" cy="12827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6d17ca1112_0_0"/>
          <p:cNvSpPr txBox="1"/>
          <p:nvPr/>
        </p:nvSpPr>
        <p:spPr>
          <a:xfrm>
            <a:off x="1077175" y="3468500"/>
            <a:ext cx="105993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000000"/>
                </a:solidFill>
                <a:latin typeface="Arial"/>
                <a:ea typeface="Arial"/>
                <a:cs typeface="Arial"/>
                <a:sym typeface="Arial"/>
              </a:rPr>
              <a:t>¿Qué es kubectl y cuáles son sus usos?</a:t>
            </a:r>
            <a:endParaRPr b="1" i="0" sz="60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6d17ca1112_0_6"/>
          <p:cNvSpPr txBox="1"/>
          <p:nvPr/>
        </p:nvSpPr>
        <p:spPr>
          <a:xfrm>
            <a:off x="581675" y="1508050"/>
            <a:ext cx="10857900" cy="178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kubectl es la herramienta de línea de comandos oficial de Kubernetes que permite interactuar con un clúster de Kubernetes. Con kubectl, puedes administrar aplicaciones, inspeccionar recursos, desplegar servicios y solucionar problemas en un clúster.</a:t>
            </a:r>
            <a:endParaRPr b="0" i="0" sz="2600" u="none" cap="none" strike="noStrike">
              <a:solidFill>
                <a:srgbClr val="000000"/>
              </a:solidFill>
              <a:latin typeface="Arial"/>
              <a:ea typeface="Arial"/>
              <a:cs typeface="Arial"/>
              <a:sym typeface="Arial"/>
            </a:endParaRPr>
          </a:p>
        </p:txBody>
      </p:sp>
      <p:sp>
        <p:nvSpPr>
          <p:cNvPr id="394" name="Google Shape;394;g36d17ca1112_0_6"/>
          <p:cNvSpPr txBox="1"/>
          <p:nvPr/>
        </p:nvSpPr>
        <p:spPr>
          <a:xfrm>
            <a:off x="581675" y="3619275"/>
            <a:ext cx="10857900" cy="4186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Usos principales de kubectl</a:t>
            </a:r>
            <a:endParaRPr b="0" i="0" sz="2600" u="none" cap="none" strike="noStrike">
              <a:solidFill>
                <a:srgbClr val="000000"/>
              </a:solidFill>
              <a:latin typeface="Arial"/>
              <a:ea typeface="Arial"/>
              <a:cs typeface="Arial"/>
              <a:sym typeface="Arial"/>
            </a:endParaRPr>
          </a:p>
          <a:p>
            <a:pPr indent="-393700" lvl="0" marL="457200" marR="0" rtl="0" algn="l">
              <a:lnSpc>
                <a:spcPct val="100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Gestionar recursos (Pods, Deployments, Services, etc.).</a:t>
            </a:r>
            <a:endParaRPr b="0" i="0" sz="26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0" i="0" sz="2600" u="none" cap="none" strike="noStrike">
              <a:solidFill>
                <a:srgbClr val="000000"/>
              </a:solidFill>
              <a:latin typeface="Arial"/>
              <a:ea typeface="Arial"/>
              <a:cs typeface="Arial"/>
              <a:sym typeface="Arial"/>
            </a:endParaRPr>
          </a:p>
          <a:p>
            <a:pPr indent="-393700" lvl="0" marL="457200" marR="0" rtl="0" algn="l">
              <a:lnSpc>
                <a:spcPct val="100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Desplegar aplicaciones en un clúster.</a:t>
            </a:r>
            <a:endParaRPr b="0" i="0" sz="26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0" i="0" sz="2600" u="none" cap="none" strike="noStrike">
              <a:solidFill>
                <a:srgbClr val="000000"/>
              </a:solidFill>
              <a:latin typeface="Arial"/>
              <a:ea typeface="Arial"/>
              <a:cs typeface="Arial"/>
              <a:sym typeface="Arial"/>
            </a:endParaRPr>
          </a:p>
          <a:p>
            <a:pPr indent="-393700" lvl="0" marL="457200" marR="0" rtl="0" algn="l">
              <a:lnSpc>
                <a:spcPct val="100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Inspeccionar el estado del clúster y sus componentes.</a:t>
            </a:r>
            <a:endParaRPr b="0" i="0" sz="26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0" i="0" sz="2600" u="none" cap="none" strike="noStrike">
              <a:solidFill>
                <a:srgbClr val="000000"/>
              </a:solidFill>
              <a:latin typeface="Arial"/>
              <a:ea typeface="Arial"/>
              <a:cs typeface="Arial"/>
              <a:sym typeface="Arial"/>
            </a:endParaRPr>
          </a:p>
          <a:p>
            <a:pPr indent="-393700" lvl="0" marL="457200" marR="0" rtl="0" algn="l">
              <a:lnSpc>
                <a:spcPct val="100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Depurar y solucionar problemas en aplicaciones y nodos.</a:t>
            </a:r>
            <a:endParaRPr b="0" i="0" sz="26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0" i="0" sz="2600" u="none" cap="none" strike="noStrike">
              <a:solidFill>
                <a:srgbClr val="000000"/>
              </a:solidFill>
              <a:latin typeface="Arial"/>
              <a:ea typeface="Arial"/>
              <a:cs typeface="Arial"/>
              <a:sym typeface="Arial"/>
            </a:endParaRPr>
          </a:p>
          <a:p>
            <a:pPr indent="-393700" lvl="0" marL="457200" marR="0" rtl="0" algn="l">
              <a:lnSpc>
                <a:spcPct val="100000"/>
              </a:lnSpc>
              <a:spcBef>
                <a:spcPts val="0"/>
              </a:spcBef>
              <a:spcAft>
                <a:spcPts val="0"/>
              </a:spcAft>
              <a:buClr>
                <a:srgbClr val="000000"/>
              </a:buClr>
              <a:buSzPts val="2600"/>
              <a:buFont typeface="Arial"/>
              <a:buChar char="●"/>
            </a:pPr>
            <a:r>
              <a:rPr b="0" i="0" lang="en-US" sz="2600" u="none" cap="none" strike="noStrike">
                <a:solidFill>
                  <a:srgbClr val="000000"/>
                </a:solidFill>
                <a:latin typeface="Arial"/>
                <a:ea typeface="Arial"/>
                <a:cs typeface="Arial"/>
                <a:sym typeface="Arial"/>
              </a:rPr>
              <a:t>Escalar y actualizar aplicaciones en tiempo real.</a:t>
            </a:r>
            <a:endParaRPr b="0" i="0" sz="2600" u="none" cap="none" strike="noStrike">
              <a:solidFill>
                <a:srgbClr val="000000"/>
              </a:solidFill>
              <a:latin typeface="Arial"/>
              <a:ea typeface="Arial"/>
              <a:cs typeface="Arial"/>
              <a:sym typeface="Arial"/>
            </a:endParaRPr>
          </a:p>
        </p:txBody>
      </p:sp>
      <p:sp>
        <p:nvSpPr>
          <p:cNvPr id="395" name="Google Shape;395;g36d17ca1112_0_6"/>
          <p:cNvSpPr txBox="1"/>
          <p:nvPr/>
        </p:nvSpPr>
        <p:spPr>
          <a:xfrm>
            <a:off x="581675" y="473950"/>
            <a:ext cx="300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0"/>
              <a:buFont typeface="Arial"/>
              <a:buNone/>
            </a:pPr>
            <a:r>
              <a:rPr b="1" i="0" lang="en-US" sz="5000" u="none" cap="none" strike="noStrike">
                <a:solidFill>
                  <a:srgbClr val="000000"/>
                </a:solidFill>
                <a:latin typeface="Arial"/>
                <a:ea typeface="Arial"/>
                <a:cs typeface="Arial"/>
                <a:sym typeface="Arial"/>
              </a:rPr>
              <a:t>kubectl</a:t>
            </a:r>
            <a:endParaRPr b="1" i="0" sz="5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id="401" name="Google Shape;401;g36d17ca1112_0_16"/>
          <p:cNvPicPr preferRelativeResize="0"/>
          <p:nvPr/>
        </p:nvPicPr>
        <p:blipFill rotWithShape="1">
          <a:blip r:embed="rId3">
            <a:alphaModFix/>
          </a:blip>
          <a:srcRect b="10581" l="8381" r="8464" t="9494"/>
          <a:stretch/>
        </p:blipFill>
        <p:spPr>
          <a:xfrm>
            <a:off x="2146600" y="73400"/>
            <a:ext cx="10337203" cy="80827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pic>
        <p:nvPicPr>
          <p:cNvPr id="407" name="Google Shape;407;g36d17ca1112_0_21"/>
          <p:cNvPicPr preferRelativeResize="0"/>
          <p:nvPr/>
        </p:nvPicPr>
        <p:blipFill rotWithShape="1">
          <a:blip r:embed="rId3">
            <a:alphaModFix/>
          </a:blip>
          <a:srcRect b="10581" l="8973" r="9005" t="10041"/>
          <a:stretch/>
        </p:blipFill>
        <p:spPr>
          <a:xfrm>
            <a:off x="2171725" y="-1"/>
            <a:ext cx="10286956" cy="82296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
          <p:cNvSpPr/>
          <p:nvPr/>
        </p:nvSpPr>
        <p:spPr>
          <a:xfrm>
            <a:off x="793790" y="3136583"/>
            <a:ext cx="13042821" cy="1956435"/>
          </a:xfrm>
          <a:prstGeom prst="rect">
            <a:avLst/>
          </a:prstGeom>
          <a:noFill/>
          <a:ln>
            <a:noFill/>
          </a:ln>
        </p:spPr>
        <p:txBody>
          <a:bodyPr anchorCtr="0" anchor="t" bIns="0" lIns="0" spcFirstLastPara="1" rIns="0" wrap="square" tIns="0">
            <a:noAutofit/>
          </a:bodyPr>
          <a:lstStyle/>
          <a:p>
            <a:pPr indent="0" lvl="0" marL="0" marR="0" rtl="0" algn="l">
              <a:lnSpc>
                <a:spcPct val="125203"/>
              </a:lnSpc>
              <a:spcBef>
                <a:spcPts val="0"/>
              </a:spcBef>
              <a:spcAft>
                <a:spcPts val="0"/>
              </a:spcAft>
              <a:buClr>
                <a:srgbClr val="000000"/>
              </a:buClr>
              <a:buSzPts val="6150"/>
              <a:buFont typeface="Inter"/>
              <a:buNone/>
            </a:pPr>
            <a:r>
              <a:rPr b="1" i="0" lang="en-US" sz="6150" u="none" cap="none" strike="noStrike">
                <a:solidFill>
                  <a:srgbClr val="000000"/>
                </a:solidFill>
                <a:latin typeface="Inter"/>
                <a:ea typeface="Inter"/>
                <a:cs typeface="Inter"/>
                <a:sym typeface="Inter"/>
              </a:rPr>
              <a:t>ConfigMaps y Secrets en Kubernetes</a:t>
            </a:r>
            <a:endParaRPr b="0" i="0" sz="615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
          <p:cNvSpPr/>
          <p:nvPr/>
        </p:nvSpPr>
        <p:spPr>
          <a:xfrm>
            <a:off x="793790" y="1781413"/>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Gestión de la configuración: ConfigMaps y Secrets</a:t>
            </a:r>
            <a:endParaRPr b="0" i="0" sz="4450" u="none" cap="none" strike="noStrike">
              <a:solidFill>
                <a:srgbClr val="000000"/>
              </a:solidFill>
              <a:latin typeface="Arial"/>
              <a:ea typeface="Arial"/>
              <a:cs typeface="Arial"/>
              <a:sym typeface="Arial"/>
            </a:endParaRPr>
          </a:p>
        </p:txBody>
      </p:sp>
      <p:sp>
        <p:nvSpPr>
          <p:cNvPr id="420" name="Google Shape;420;p2"/>
          <p:cNvSpPr/>
          <p:nvPr/>
        </p:nvSpPr>
        <p:spPr>
          <a:xfrm>
            <a:off x="793790" y="3652599"/>
            <a:ext cx="130428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Kubernetes proporciona dos mecanismos principales para gestionar la configuración de las aplicaciones: </a:t>
            </a:r>
            <a:r>
              <a:rPr b="1" i="0" lang="en-US" sz="1750" u="none" cap="none" strike="noStrike">
                <a:solidFill>
                  <a:srgbClr val="272525"/>
                </a:solidFill>
                <a:latin typeface="Inter"/>
                <a:ea typeface="Inter"/>
                <a:cs typeface="Inter"/>
                <a:sym typeface="Inter"/>
              </a:rPr>
              <a:t>ConfigMaps</a:t>
            </a:r>
            <a:r>
              <a:rPr b="0" i="0" lang="en-US" sz="1750" u="none" cap="none" strike="noStrike">
                <a:solidFill>
                  <a:srgbClr val="272525"/>
                </a:solidFill>
                <a:latin typeface="Inter"/>
                <a:ea typeface="Inter"/>
                <a:cs typeface="Inter"/>
                <a:sym typeface="Inter"/>
              </a:rPr>
              <a:t> y </a:t>
            </a:r>
            <a:r>
              <a:rPr b="1" i="0" lang="en-US" sz="1750" u="none" cap="none" strike="noStrike">
                <a:solidFill>
                  <a:srgbClr val="272525"/>
                </a:solidFill>
                <a:latin typeface="Inter"/>
                <a:ea typeface="Inter"/>
                <a:cs typeface="Inter"/>
                <a:sym typeface="Inter"/>
              </a:rPr>
              <a:t>Secrets</a:t>
            </a:r>
            <a:r>
              <a:rPr b="0" i="0" lang="en-US" sz="1750" u="none" cap="none" strike="noStrike">
                <a:solidFill>
                  <a:srgbClr val="272525"/>
                </a:solidFill>
                <a:latin typeface="Inter"/>
                <a:ea typeface="Inter"/>
                <a:cs typeface="Inter"/>
                <a:sym typeface="Inter"/>
              </a:rPr>
              <a:t>. Los </a:t>
            </a:r>
            <a:r>
              <a:rPr b="1" i="0" lang="en-US" sz="1750" u="none" cap="none" strike="noStrike">
                <a:solidFill>
                  <a:srgbClr val="272525"/>
                </a:solidFill>
                <a:latin typeface="Inter"/>
                <a:ea typeface="Inter"/>
                <a:cs typeface="Inter"/>
                <a:sym typeface="Inter"/>
              </a:rPr>
              <a:t>ConfigMaps</a:t>
            </a:r>
            <a:r>
              <a:rPr b="0" i="0" lang="en-US" sz="1750" u="none" cap="none" strike="noStrike">
                <a:solidFill>
                  <a:srgbClr val="272525"/>
                </a:solidFill>
                <a:latin typeface="Inter"/>
                <a:ea typeface="Inter"/>
                <a:cs typeface="Inter"/>
                <a:sym typeface="Inter"/>
              </a:rPr>
              <a:t> se utilizan para almacenar datos de configuración no confidenciales, como variables de entorno o archivos de configuración. Por otro lado, los </a:t>
            </a:r>
            <a:r>
              <a:rPr b="1" i="0" lang="en-US" sz="1750" u="none" cap="none" strike="noStrike">
                <a:solidFill>
                  <a:srgbClr val="272525"/>
                </a:solidFill>
                <a:latin typeface="Inter"/>
                <a:ea typeface="Inter"/>
                <a:cs typeface="Inter"/>
                <a:sym typeface="Inter"/>
              </a:rPr>
              <a:t>Secrets</a:t>
            </a:r>
            <a:r>
              <a:rPr b="0" i="0" lang="en-US" sz="1750" u="none" cap="none" strike="noStrike">
                <a:solidFill>
                  <a:srgbClr val="272525"/>
                </a:solidFill>
                <a:latin typeface="Inter"/>
                <a:ea typeface="Inter"/>
                <a:cs typeface="Inter"/>
                <a:sym typeface="Inter"/>
              </a:rPr>
              <a:t> se utilizan para almacenar información sensible, como claves de API, contraseñas o certificados.																																																																		</a:t>
            </a:r>
            <a:endParaRPr b="0" i="0" sz="1750" u="none" cap="none" strike="noStrike">
              <a:solidFill>
                <a:srgbClr val="000000"/>
              </a:solidFill>
              <a:latin typeface="Arial"/>
              <a:ea typeface="Arial"/>
              <a:cs typeface="Arial"/>
              <a:sym typeface="Arial"/>
            </a:endParaRPr>
          </a:p>
        </p:txBody>
      </p:sp>
      <p:sp>
        <p:nvSpPr>
          <p:cNvPr id="421" name="Google Shape;421;p2"/>
          <p:cNvSpPr/>
          <p:nvPr/>
        </p:nvSpPr>
        <p:spPr>
          <a:xfrm>
            <a:off x="793790" y="5359360"/>
            <a:ext cx="130428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Es importante seguir las </a:t>
            </a:r>
            <a:r>
              <a:rPr b="1" i="0" lang="en-US" sz="1750" u="none" cap="none" strike="noStrike">
                <a:solidFill>
                  <a:srgbClr val="272525"/>
                </a:solidFill>
                <a:latin typeface="Inter"/>
                <a:ea typeface="Inter"/>
                <a:cs typeface="Inter"/>
                <a:sym typeface="Inter"/>
              </a:rPr>
              <a:t>mejores prácticas</a:t>
            </a:r>
            <a:r>
              <a:rPr b="0" i="0" lang="en-US" sz="1750" u="none" cap="none" strike="noStrike">
                <a:solidFill>
                  <a:srgbClr val="272525"/>
                </a:solidFill>
                <a:latin typeface="Inter"/>
                <a:ea typeface="Inter"/>
                <a:cs typeface="Inter"/>
                <a:sym typeface="Inter"/>
              </a:rPr>
              <a:t> para gestionar la configuración de las aplicaciones en Kubernetes. Esto incluye separar la configuración de la imagen del contenedor, utilizar variables de entorno en lugar de hardcodear valores, y mantener los Secrets protegidos y cifrados.</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
          <p:cNvSpPr/>
          <p:nvPr/>
        </p:nvSpPr>
        <p:spPr>
          <a:xfrm>
            <a:off x="793802" y="2441725"/>
            <a:ext cx="100302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Seguridad de los datos sensibles</a:t>
            </a:r>
            <a:endParaRPr b="0" i="0" sz="4450" u="none" cap="none" strike="noStrike">
              <a:solidFill>
                <a:srgbClr val="000000"/>
              </a:solidFill>
              <a:latin typeface="Arial"/>
              <a:ea typeface="Arial"/>
              <a:cs typeface="Arial"/>
              <a:sym typeface="Arial"/>
            </a:endParaRPr>
          </a:p>
        </p:txBody>
      </p:sp>
      <p:sp>
        <p:nvSpPr>
          <p:cNvPr id="428" name="Google Shape;428;p3"/>
          <p:cNvSpPr/>
          <p:nvPr/>
        </p:nvSpPr>
        <p:spPr>
          <a:xfrm>
            <a:off x="793790" y="3527941"/>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Encriptación de Secrets:</a:t>
            </a:r>
            <a:r>
              <a:rPr b="0" i="0" lang="en-US" sz="1750" u="none" cap="none" strike="noStrike">
                <a:solidFill>
                  <a:srgbClr val="272525"/>
                </a:solidFill>
                <a:latin typeface="Inter"/>
                <a:ea typeface="Inter"/>
                <a:cs typeface="Inter"/>
                <a:sym typeface="Inter"/>
              </a:rPr>
              <a:t> Asegurar que los datos confidenciales almacenados en Secrets estén cifrados para prevenir accesos no autorizados.</a:t>
            </a:r>
            <a:endParaRPr b="0" i="0" sz="1750" u="none" cap="none" strike="noStrike">
              <a:solidFill>
                <a:srgbClr val="000000"/>
              </a:solidFill>
              <a:latin typeface="Arial"/>
              <a:ea typeface="Arial"/>
              <a:cs typeface="Arial"/>
              <a:sym typeface="Arial"/>
            </a:endParaRPr>
          </a:p>
        </p:txBody>
      </p:sp>
      <p:sp>
        <p:nvSpPr>
          <p:cNvPr id="429" name="Google Shape;429;p3"/>
          <p:cNvSpPr/>
          <p:nvPr/>
        </p:nvSpPr>
        <p:spPr>
          <a:xfrm>
            <a:off x="793790" y="4333042"/>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Restricción de acceso a Secrets:</a:t>
            </a:r>
            <a:r>
              <a:rPr b="0" i="0" lang="en-US" sz="1750" u="none" cap="none" strike="noStrike">
                <a:solidFill>
                  <a:srgbClr val="272525"/>
                </a:solidFill>
                <a:latin typeface="Inter"/>
                <a:ea typeface="Inter"/>
                <a:cs typeface="Inter"/>
                <a:sym typeface="Inter"/>
              </a:rPr>
              <a:t> Limitar el acceso a los Secrets solo a los pods y usuarios que lo requieran, siguiendo el principio de privilegios mínimos.</a:t>
            </a:r>
            <a:endParaRPr b="0" i="0" sz="1750" u="none" cap="none" strike="noStrike">
              <a:solidFill>
                <a:srgbClr val="000000"/>
              </a:solidFill>
              <a:latin typeface="Arial"/>
              <a:ea typeface="Arial"/>
              <a:cs typeface="Arial"/>
              <a:sym typeface="Arial"/>
            </a:endParaRPr>
          </a:p>
        </p:txBody>
      </p:sp>
      <p:sp>
        <p:nvSpPr>
          <p:cNvPr id="430" name="Google Shape;430;p3"/>
          <p:cNvSpPr/>
          <p:nvPr/>
        </p:nvSpPr>
        <p:spPr>
          <a:xfrm>
            <a:off x="793790" y="5138142"/>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Integración con gestores de secretos externos:</a:t>
            </a:r>
            <a:r>
              <a:rPr b="0" i="0" lang="en-US" sz="1750" u="none" cap="none" strike="noStrike">
                <a:solidFill>
                  <a:srgbClr val="272525"/>
                </a:solidFill>
                <a:latin typeface="Inter"/>
                <a:ea typeface="Inter"/>
                <a:cs typeface="Inter"/>
                <a:sym typeface="Inter"/>
              </a:rPr>
              <a:t> Conectar Kubernetes con herramientas de terceros como Vault o AWS Secrets Manager para una mejor administración y auditoría de los datos sensibles.</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
          <p:cNvSpPr/>
          <p:nvPr/>
        </p:nvSpPr>
        <p:spPr>
          <a:xfrm>
            <a:off x="793802" y="788800"/>
            <a:ext cx="100197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Actualización de la configuración</a:t>
            </a:r>
            <a:endParaRPr b="0" i="0" sz="4450" u="none" cap="none" strike="noStrike">
              <a:solidFill>
                <a:srgbClr val="000000"/>
              </a:solidFill>
              <a:latin typeface="Arial"/>
              <a:ea typeface="Arial"/>
              <a:cs typeface="Arial"/>
              <a:sym typeface="Arial"/>
            </a:endParaRPr>
          </a:p>
        </p:txBody>
      </p:sp>
      <p:pic>
        <p:nvPicPr>
          <p:cNvPr descr="preencoded.png" id="437" name="Google Shape;437;p4"/>
          <p:cNvPicPr preferRelativeResize="0"/>
          <p:nvPr/>
        </p:nvPicPr>
        <p:blipFill rotWithShape="1">
          <a:blip r:embed="rId3">
            <a:alphaModFix/>
          </a:blip>
          <a:srcRect b="0" l="0" r="0" t="0"/>
          <a:stretch/>
        </p:blipFill>
        <p:spPr>
          <a:xfrm>
            <a:off x="793790" y="1951196"/>
            <a:ext cx="4120753" cy="2546747"/>
          </a:xfrm>
          <a:prstGeom prst="rect">
            <a:avLst/>
          </a:prstGeom>
          <a:noFill/>
          <a:ln>
            <a:noFill/>
          </a:ln>
        </p:spPr>
      </p:pic>
      <p:sp>
        <p:nvSpPr>
          <p:cNvPr id="438" name="Google Shape;438;p4"/>
          <p:cNvSpPr/>
          <p:nvPr/>
        </p:nvSpPr>
        <p:spPr>
          <a:xfrm>
            <a:off x="793790" y="4781431"/>
            <a:ext cx="4120753"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Actualización sin reinicio de Pods</a:t>
            </a:r>
            <a:endParaRPr b="0" i="0" sz="2200" u="none" cap="none" strike="noStrike">
              <a:solidFill>
                <a:srgbClr val="000000"/>
              </a:solidFill>
              <a:latin typeface="Arial"/>
              <a:ea typeface="Arial"/>
              <a:cs typeface="Arial"/>
              <a:sym typeface="Arial"/>
            </a:endParaRPr>
          </a:p>
        </p:txBody>
      </p:sp>
      <p:sp>
        <p:nvSpPr>
          <p:cNvPr id="439" name="Google Shape;439;p4"/>
          <p:cNvSpPr/>
          <p:nvPr/>
        </p:nvSpPr>
        <p:spPr>
          <a:xfrm>
            <a:off x="793790" y="5626179"/>
            <a:ext cx="4120753"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Kubernetes permite actualizar ConfigMaps y Secrets sin tener que reiniciar los Pods, lo que minimiza el impacto en la disponibilidad de la aplicación.</a:t>
            </a:r>
            <a:endParaRPr b="0" i="0" sz="1750" u="none" cap="none" strike="noStrike">
              <a:solidFill>
                <a:srgbClr val="000000"/>
              </a:solidFill>
              <a:latin typeface="Arial"/>
              <a:ea typeface="Arial"/>
              <a:cs typeface="Arial"/>
              <a:sym typeface="Arial"/>
            </a:endParaRPr>
          </a:p>
        </p:txBody>
      </p:sp>
      <p:pic>
        <p:nvPicPr>
          <p:cNvPr descr="preencoded.png" id="440" name="Google Shape;440;p4"/>
          <p:cNvPicPr preferRelativeResize="0"/>
          <p:nvPr/>
        </p:nvPicPr>
        <p:blipFill rotWithShape="1">
          <a:blip r:embed="rId4">
            <a:alphaModFix/>
          </a:blip>
          <a:srcRect b="0" l="0" r="0" t="0"/>
          <a:stretch/>
        </p:blipFill>
        <p:spPr>
          <a:xfrm>
            <a:off x="5254704" y="1951196"/>
            <a:ext cx="4120872" cy="2546866"/>
          </a:xfrm>
          <a:prstGeom prst="rect">
            <a:avLst/>
          </a:prstGeom>
          <a:noFill/>
          <a:ln>
            <a:noFill/>
          </a:ln>
        </p:spPr>
      </p:pic>
      <p:sp>
        <p:nvSpPr>
          <p:cNvPr id="441" name="Google Shape;441;p4"/>
          <p:cNvSpPr/>
          <p:nvPr/>
        </p:nvSpPr>
        <p:spPr>
          <a:xfrm>
            <a:off x="5254699" y="4781550"/>
            <a:ext cx="41208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Estrategias de Despliegue</a:t>
            </a:r>
            <a:endParaRPr b="0" i="0" sz="2200" u="none" cap="none" strike="noStrike">
              <a:solidFill>
                <a:srgbClr val="000000"/>
              </a:solidFill>
              <a:latin typeface="Arial"/>
              <a:ea typeface="Arial"/>
              <a:cs typeface="Arial"/>
              <a:sym typeface="Arial"/>
            </a:endParaRPr>
          </a:p>
        </p:txBody>
      </p:sp>
      <p:sp>
        <p:nvSpPr>
          <p:cNvPr id="442" name="Google Shape;442;p4"/>
          <p:cNvSpPr/>
          <p:nvPr/>
        </p:nvSpPr>
        <p:spPr>
          <a:xfrm>
            <a:off x="5254704" y="5271968"/>
            <a:ext cx="4120872"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Técnicas como Rollouts y Canary Releases permiten actualizar la configuración de manera gradual y controlada, reduciendo los riesgos de disrupciones.</a:t>
            </a:r>
            <a:endParaRPr b="0" i="0" sz="1750" u="none" cap="none" strike="noStrike">
              <a:solidFill>
                <a:srgbClr val="000000"/>
              </a:solidFill>
              <a:latin typeface="Arial"/>
              <a:ea typeface="Arial"/>
              <a:cs typeface="Arial"/>
              <a:sym typeface="Arial"/>
            </a:endParaRPr>
          </a:p>
        </p:txBody>
      </p:sp>
      <p:pic>
        <p:nvPicPr>
          <p:cNvPr descr="preencoded.png" id="443" name="Google Shape;443;p4"/>
          <p:cNvPicPr preferRelativeResize="0"/>
          <p:nvPr/>
        </p:nvPicPr>
        <p:blipFill rotWithShape="1">
          <a:blip r:embed="rId5">
            <a:alphaModFix/>
          </a:blip>
          <a:srcRect b="0" l="0" r="0" t="0"/>
          <a:stretch/>
        </p:blipFill>
        <p:spPr>
          <a:xfrm>
            <a:off x="9715738" y="1951196"/>
            <a:ext cx="4120753" cy="2546747"/>
          </a:xfrm>
          <a:prstGeom prst="rect">
            <a:avLst/>
          </a:prstGeom>
          <a:noFill/>
          <a:ln>
            <a:noFill/>
          </a:ln>
        </p:spPr>
      </p:pic>
      <p:sp>
        <p:nvSpPr>
          <p:cNvPr id="444" name="Google Shape;444;p4"/>
          <p:cNvSpPr/>
          <p:nvPr/>
        </p:nvSpPr>
        <p:spPr>
          <a:xfrm>
            <a:off x="9715752" y="4781425"/>
            <a:ext cx="4311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Gestión de la Configuración</a:t>
            </a:r>
            <a:endParaRPr b="0" i="0" sz="2200" u="none" cap="none" strike="noStrike">
              <a:solidFill>
                <a:srgbClr val="000000"/>
              </a:solidFill>
              <a:latin typeface="Arial"/>
              <a:ea typeface="Arial"/>
              <a:cs typeface="Arial"/>
              <a:sym typeface="Arial"/>
            </a:endParaRPr>
          </a:p>
        </p:txBody>
      </p:sp>
      <p:sp>
        <p:nvSpPr>
          <p:cNvPr id="445" name="Google Shape;445;p4"/>
          <p:cNvSpPr/>
          <p:nvPr/>
        </p:nvSpPr>
        <p:spPr>
          <a:xfrm>
            <a:off x="9715738" y="5271849"/>
            <a:ext cx="4120753"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El uso adecuado de ConfigMaps y Secrets, junto con las estrategias de despliegue, facilita la actualización de la configuración de las aplicaciones en Kubernetes.</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
          <p:cNvSpPr/>
          <p:nvPr/>
        </p:nvSpPr>
        <p:spPr>
          <a:xfrm>
            <a:off x="793790" y="3902154"/>
            <a:ext cx="7375208"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000000"/>
              </a:buClr>
              <a:buSzPts val="2650"/>
              <a:buFont typeface="Inter"/>
              <a:buNone/>
            </a:pPr>
            <a:r>
              <a:rPr b="1" i="0" lang="en-US" sz="2650" u="none" cap="none" strike="noStrike">
                <a:solidFill>
                  <a:srgbClr val="000000"/>
                </a:solidFill>
                <a:latin typeface="Inter"/>
                <a:ea typeface="Inter"/>
                <a:cs typeface="Inter"/>
                <a:sym typeface="Inter"/>
              </a:rPr>
              <a:t>Persistent Volumes y Persistent Volume Claims</a:t>
            </a:r>
            <a:endParaRPr b="0" i="0" sz="265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
          <p:cNvSpPr/>
          <p:nvPr/>
        </p:nvSpPr>
        <p:spPr>
          <a:xfrm>
            <a:off x="793802" y="1024525"/>
            <a:ext cx="136035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Almacenamiento persistente en Kubernetes: </a:t>
            </a:r>
            <a:endParaRPr b="0" i="0" sz="4450" u="none" cap="none" strike="noStrike">
              <a:solidFill>
                <a:srgbClr val="000000"/>
              </a:solidFill>
              <a:latin typeface="Arial"/>
              <a:ea typeface="Arial"/>
              <a:cs typeface="Arial"/>
              <a:sym typeface="Arial"/>
            </a:endParaRPr>
          </a:p>
        </p:txBody>
      </p:sp>
      <p:sp>
        <p:nvSpPr>
          <p:cNvPr id="458" name="Google Shape;458;p6"/>
          <p:cNvSpPr/>
          <p:nvPr/>
        </p:nvSpPr>
        <p:spPr>
          <a:xfrm>
            <a:off x="7299960" y="2186940"/>
            <a:ext cx="30480" cy="5018127"/>
          </a:xfrm>
          <a:prstGeom prst="roundRect">
            <a:avLst>
              <a:gd fmla="val 312558" name="adj"/>
            </a:avLst>
          </a:prstGeom>
          <a:solidFill>
            <a:srgbClr val="C0C1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6"/>
          <p:cNvSpPr/>
          <p:nvPr/>
        </p:nvSpPr>
        <p:spPr>
          <a:xfrm>
            <a:off x="6296739" y="2682002"/>
            <a:ext cx="793790" cy="30480"/>
          </a:xfrm>
          <a:prstGeom prst="roundRect">
            <a:avLst>
              <a:gd fmla="val 312558" name="adj"/>
            </a:avLst>
          </a:prstGeom>
          <a:solidFill>
            <a:srgbClr val="C0C1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6"/>
          <p:cNvSpPr/>
          <p:nvPr/>
        </p:nvSpPr>
        <p:spPr>
          <a:xfrm>
            <a:off x="7060049" y="2442091"/>
            <a:ext cx="510302" cy="510302"/>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6"/>
          <p:cNvSpPr/>
          <p:nvPr/>
        </p:nvSpPr>
        <p:spPr>
          <a:xfrm>
            <a:off x="7246858" y="2527102"/>
            <a:ext cx="136565"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Inter"/>
              <a:buNone/>
            </a:pPr>
            <a:r>
              <a:rPr b="1" i="0" lang="en-US" sz="2650" u="none" cap="none" strike="noStrike">
                <a:solidFill>
                  <a:srgbClr val="272525"/>
                </a:solidFill>
                <a:latin typeface="Inter"/>
                <a:ea typeface="Inter"/>
                <a:cs typeface="Inter"/>
                <a:sym typeface="Inter"/>
              </a:rPr>
              <a:t>1</a:t>
            </a:r>
            <a:endParaRPr b="0" i="0" sz="2650" u="none" cap="none" strike="noStrike">
              <a:solidFill>
                <a:srgbClr val="000000"/>
              </a:solidFill>
              <a:latin typeface="Arial"/>
              <a:ea typeface="Arial"/>
              <a:cs typeface="Arial"/>
              <a:sym typeface="Arial"/>
            </a:endParaRPr>
          </a:p>
        </p:txBody>
      </p:sp>
      <p:sp>
        <p:nvSpPr>
          <p:cNvPr id="462" name="Google Shape;462;p6"/>
          <p:cNvSpPr/>
          <p:nvPr/>
        </p:nvSpPr>
        <p:spPr>
          <a:xfrm>
            <a:off x="1976178" y="2413750"/>
            <a:ext cx="4091400" cy="3543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Persistent Volumes (PV)</a:t>
            </a:r>
            <a:endParaRPr b="0" i="0" sz="2200" u="none" cap="none" strike="noStrike">
              <a:solidFill>
                <a:srgbClr val="000000"/>
              </a:solidFill>
              <a:latin typeface="Arial"/>
              <a:ea typeface="Arial"/>
              <a:cs typeface="Arial"/>
              <a:sym typeface="Arial"/>
            </a:endParaRPr>
          </a:p>
        </p:txBody>
      </p:sp>
      <p:sp>
        <p:nvSpPr>
          <p:cNvPr id="463" name="Google Shape;463;p6"/>
          <p:cNvSpPr/>
          <p:nvPr/>
        </p:nvSpPr>
        <p:spPr>
          <a:xfrm>
            <a:off x="793790" y="2904173"/>
            <a:ext cx="5273873" cy="1451610"/>
          </a:xfrm>
          <a:prstGeom prst="rect">
            <a:avLst/>
          </a:prstGeom>
          <a:noFill/>
          <a:ln>
            <a:noFill/>
          </a:ln>
        </p:spPr>
        <p:txBody>
          <a:bodyPr anchorCtr="0" anchor="t" bIns="0" lIns="0" spcFirstLastPara="1" rIns="0" wrap="square" tIns="0">
            <a:noAutofit/>
          </a:bodyPr>
          <a:lstStyle/>
          <a:p>
            <a:pPr indent="0" lvl="0" marL="0" marR="0" rtl="0"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Los </a:t>
            </a:r>
            <a:r>
              <a:rPr b="1" i="0" lang="en-US" sz="1750" u="none" cap="none" strike="noStrike">
                <a:solidFill>
                  <a:srgbClr val="272525"/>
                </a:solidFill>
                <a:latin typeface="Inter"/>
                <a:ea typeface="Inter"/>
                <a:cs typeface="Inter"/>
                <a:sym typeface="Inter"/>
              </a:rPr>
              <a:t>Persistent Volumes</a:t>
            </a:r>
            <a:r>
              <a:rPr b="0" i="0" lang="en-US" sz="1750" u="none" cap="none" strike="noStrike">
                <a:solidFill>
                  <a:srgbClr val="272525"/>
                </a:solidFill>
                <a:latin typeface="Inter"/>
                <a:ea typeface="Inter"/>
                <a:cs typeface="Inter"/>
                <a:sym typeface="Inter"/>
              </a:rPr>
              <a:t> son recursos de almacenamiento provistos y manejados por el clúster de Kubernetes. Pueden ser de diversos tipos, como NFS, iSCSI o discos en la nube.</a:t>
            </a:r>
            <a:endParaRPr b="0" i="0" sz="1750" u="none" cap="none" strike="noStrike">
              <a:solidFill>
                <a:srgbClr val="000000"/>
              </a:solidFill>
              <a:latin typeface="Arial"/>
              <a:ea typeface="Arial"/>
              <a:cs typeface="Arial"/>
              <a:sym typeface="Arial"/>
            </a:endParaRPr>
          </a:p>
        </p:txBody>
      </p:sp>
      <p:sp>
        <p:nvSpPr>
          <p:cNvPr id="464" name="Google Shape;464;p6"/>
          <p:cNvSpPr/>
          <p:nvPr/>
        </p:nvSpPr>
        <p:spPr>
          <a:xfrm>
            <a:off x="7539871" y="3816072"/>
            <a:ext cx="793790" cy="30480"/>
          </a:xfrm>
          <a:prstGeom prst="roundRect">
            <a:avLst>
              <a:gd fmla="val 312558" name="adj"/>
            </a:avLst>
          </a:prstGeom>
          <a:solidFill>
            <a:srgbClr val="C0C1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6"/>
          <p:cNvSpPr/>
          <p:nvPr/>
        </p:nvSpPr>
        <p:spPr>
          <a:xfrm>
            <a:off x="7060049" y="3576161"/>
            <a:ext cx="510302" cy="510302"/>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6"/>
          <p:cNvSpPr/>
          <p:nvPr/>
        </p:nvSpPr>
        <p:spPr>
          <a:xfrm>
            <a:off x="7213163" y="3661172"/>
            <a:ext cx="204073"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Inter"/>
              <a:buNone/>
            </a:pPr>
            <a:r>
              <a:rPr b="1" i="0" lang="en-US" sz="2650" u="none" cap="none" strike="noStrike">
                <a:solidFill>
                  <a:srgbClr val="272525"/>
                </a:solidFill>
                <a:latin typeface="Inter"/>
                <a:ea typeface="Inter"/>
                <a:cs typeface="Inter"/>
                <a:sym typeface="Inter"/>
              </a:rPr>
              <a:t>2</a:t>
            </a:r>
            <a:endParaRPr b="0" i="0" sz="2650" u="none" cap="none" strike="noStrike">
              <a:solidFill>
                <a:srgbClr val="000000"/>
              </a:solidFill>
              <a:latin typeface="Arial"/>
              <a:ea typeface="Arial"/>
              <a:cs typeface="Arial"/>
              <a:sym typeface="Arial"/>
            </a:endParaRPr>
          </a:p>
        </p:txBody>
      </p:sp>
      <p:sp>
        <p:nvSpPr>
          <p:cNvPr id="467" name="Google Shape;467;p6"/>
          <p:cNvSpPr/>
          <p:nvPr/>
        </p:nvSpPr>
        <p:spPr>
          <a:xfrm>
            <a:off x="8562718" y="3547825"/>
            <a:ext cx="64581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Persistent Volume Claims (PVC)</a:t>
            </a:r>
            <a:endParaRPr b="0" i="0" sz="2200" u="none" cap="none" strike="noStrike">
              <a:solidFill>
                <a:srgbClr val="000000"/>
              </a:solidFill>
              <a:latin typeface="Arial"/>
              <a:ea typeface="Arial"/>
              <a:cs typeface="Arial"/>
              <a:sym typeface="Arial"/>
            </a:endParaRPr>
          </a:p>
        </p:txBody>
      </p:sp>
      <p:sp>
        <p:nvSpPr>
          <p:cNvPr id="468" name="Google Shape;468;p6"/>
          <p:cNvSpPr/>
          <p:nvPr/>
        </p:nvSpPr>
        <p:spPr>
          <a:xfrm>
            <a:off x="8562737" y="4038243"/>
            <a:ext cx="5273873"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Los </a:t>
            </a:r>
            <a:r>
              <a:rPr b="1" i="0" lang="en-US" sz="1750" u="none" cap="none" strike="noStrike">
                <a:solidFill>
                  <a:srgbClr val="272525"/>
                </a:solidFill>
                <a:latin typeface="Inter"/>
                <a:ea typeface="Inter"/>
                <a:cs typeface="Inter"/>
                <a:sym typeface="Inter"/>
              </a:rPr>
              <a:t>Persistent Volume Claims</a:t>
            </a:r>
            <a:r>
              <a:rPr b="0" i="0" lang="en-US" sz="1750" u="none" cap="none" strike="noStrike">
                <a:solidFill>
                  <a:srgbClr val="272525"/>
                </a:solidFill>
                <a:latin typeface="Inter"/>
                <a:ea typeface="Inter"/>
                <a:cs typeface="Inter"/>
                <a:sym typeface="Inter"/>
              </a:rPr>
              <a:t> son solicitudes de almacenamiento persistente realizadas por los Pods. Los PVCs se encargan de abastecer el almacenamiento necesario para las aplicaciones.</a:t>
            </a:r>
            <a:endParaRPr b="0" i="0" sz="1750" u="none" cap="none" strike="noStrike">
              <a:solidFill>
                <a:srgbClr val="000000"/>
              </a:solidFill>
              <a:latin typeface="Arial"/>
              <a:ea typeface="Arial"/>
              <a:cs typeface="Arial"/>
              <a:sym typeface="Arial"/>
            </a:endParaRPr>
          </a:p>
        </p:txBody>
      </p:sp>
      <p:sp>
        <p:nvSpPr>
          <p:cNvPr id="469" name="Google Shape;469;p6"/>
          <p:cNvSpPr/>
          <p:nvPr/>
        </p:nvSpPr>
        <p:spPr>
          <a:xfrm>
            <a:off x="6296739" y="5304473"/>
            <a:ext cx="793790" cy="30480"/>
          </a:xfrm>
          <a:prstGeom prst="roundRect">
            <a:avLst>
              <a:gd fmla="val 312558" name="adj"/>
            </a:avLst>
          </a:prstGeom>
          <a:solidFill>
            <a:srgbClr val="C0C1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6"/>
          <p:cNvSpPr/>
          <p:nvPr/>
        </p:nvSpPr>
        <p:spPr>
          <a:xfrm>
            <a:off x="7060049" y="5064562"/>
            <a:ext cx="510302" cy="510302"/>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6"/>
          <p:cNvSpPr/>
          <p:nvPr/>
        </p:nvSpPr>
        <p:spPr>
          <a:xfrm>
            <a:off x="7210425" y="5149572"/>
            <a:ext cx="209431"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Inter"/>
              <a:buNone/>
            </a:pPr>
            <a:r>
              <a:rPr b="1" i="0" lang="en-US" sz="2650" u="none" cap="none" strike="noStrike">
                <a:solidFill>
                  <a:srgbClr val="272525"/>
                </a:solidFill>
                <a:latin typeface="Inter"/>
                <a:ea typeface="Inter"/>
                <a:cs typeface="Inter"/>
                <a:sym typeface="Inter"/>
              </a:rPr>
              <a:t>3</a:t>
            </a:r>
            <a:endParaRPr b="0" i="0" sz="2650" u="none" cap="none" strike="noStrike">
              <a:solidFill>
                <a:srgbClr val="000000"/>
              </a:solidFill>
              <a:latin typeface="Arial"/>
              <a:ea typeface="Arial"/>
              <a:cs typeface="Arial"/>
              <a:sym typeface="Arial"/>
            </a:endParaRPr>
          </a:p>
        </p:txBody>
      </p:sp>
      <p:sp>
        <p:nvSpPr>
          <p:cNvPr id="472" name="Google Shape;472;p6"/>
          <p:cNvSpPr/>
          <p:nvPr/>
        </p:nvSpPr>
        <p:spPr>
          <a:xfrm>
            <a:off x="1741304" y="5036225"/>
            <a:ext cx="4326300" cy="3543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Ciclo de vida de PV y PVC</a:t>
            </a:r>
            <a:endParaRPr b="0" i="0" sz="2200" u="none" cap="none" strike="noStrike">
              <a:solidFill>
                <a:srgbClr val="000000"/>
              </a:solidFill>
              <a:latin typeface="Arial"/>
              <a:ea typeface="Arial"/>
              <a:cs typeface="Arial"/>
              <a:sym typeface="Arial"/>
            </a:endParaRPr>
          </a:p>
        </p:txBody>
      </p:sp>
      <p:sp>
        <p:nvSpPr>
          <p:cNvPr id="473" name="Google Shape;473;p6"/>
          <p:cNvSpPr/>
          <p:nvPr/>
        </p:nvSpPr>
        <p:spPr>
          <a:xfrm>
            <a:off x="793790" y="5526643"/>
            <a:ext cx="5273873" cy="1451610"/>
          </a:xfrm>
          <a:prstGeom prst="rect">
            <a:avLst/>
          </a:prstGeom>
          <a:noFill/>
          <a:ln>
            <a:noFill/>
          </a:ln>
        </p:spPr>
        <p:txBody>
          <a:bodyPr anchorCtr="0" anchor="t" bIns="0" lIns="0" spcFirstLastPara="1" rIns="0" wrap="square" tIns="0">
            <a:noAutofit/>
          </a:bodyPr>
          <a:lstStyle/>
          <a:p>
            <a:pPr indent="0" lvl="0" marL="0" marR="0" rtl="0" algn="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Los PVs se pueden provisionar de forma estática o dinámica. Los PVCs se asocian a un PV durante su ciclo de vida, y permiten que las aplicaciones accedan a un almacenamiento persistente.</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7"/>
          <p:cNvSpPr/>
          <p:nvPr/>
        </p:nvSpPr>
        <p:spPr>
          <a:xfrm>
            <a:off x="793803" y="1047275"/>
            <a:ext cx="140463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Tipos de Almacenamiento en Kubernetes</a:t>
            </a:r>
            <a:endParaRPr b="0" i="0" sz="4450" u="none" cap="none" strike="noStrike">
              <a:solidFill>
                <a:srgbClr val="000000"/>
              </a:solidFill>
              <a:latin typeface="Arial"/>
              <a:ea typeface="Arial"/>
              <a:cs typeface="Arial"/>
              <a:sym typeface="Arial"/>
            </a:endParaRPr>
          </a:p>
        </p:txBody>
      </p:sp>
      <p:sp>
        <p:nvSpPr>
          <p:cNvPr id="480" name="Google Shape;480;p7"/>
          <p:cNvSpPr/>
          <p:nvPr/>
        </p:nvSpPr>
        <p:spPr>
          <a:xfrm>
            <a:off x="793806" y="2323025"/>
            <a:ext cx="55545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Inter"/>
              <a:buNone/>
            </a:pPr>
            <a:r>
              <a:rPr b="1" i="0" lang="en-US" sz="2200" u="none" cap="none" strike="noStrike">
                <a:solidFill>
                  <a:srgbClr val="000000"/>
                </a:solidFill>
                <a:latin typeface="Inter"/>
                <a:ea typeface="Inter"/>
                <a:cs typeface="Inter"/>
                <a:sym typeface="Inter"/>
              </a:rPr>
              <a:t>Almacenamiento en Bloque</a:t>
            </a:r>
            <a:endParaRPr b="0" i="0" sz="2200" u="none" cap="none" strike="noStrike">
              <a:solidFill>
                <a:srgbClr val="000000"/>
              </a:solidFill>
              <a:latin typeface="Arial"/>
              <a:ea typeface="Arial"/>
              <a:cs typeface="Arial"/>
              <a:sym typeface="Arial"/>
            </a:endParaRPr>
          </a:p>
        </p:txBody>
      </p:sp>
      <p:sp>
        <p:nvSpPr>
          <p:cNvPr id="481" name="Google Shape;481;p7"/>
          <p:cNvSpPr/>
          <p:nvPr/>
        </p:nvSpPr>
        <p:spPr>
          <a:xfrm>
            <a:off x="793790" y="2904173"/>
            <a:ext cx="6244709"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Kubernetes admite volúmenes de almacenamiento en bloque, como discos duros virtuales, que se pueden montar directamente en los pods. Esto es ideal para aplicaciones que requieren un almacenamiento de alto rendimiento y bajo nivel.</a:t>
            </a:r>
            <a:endParaRPr b="0" i="0" sz="1750" u="none" cap="none" strike="noStrike">
              <a:solidFill>
                <a:srgbClr val="000000"/>
              </a:solidFill>
              <a:latin typeface="Arial"/>
              <a:ea typeface="Arial"/>
              <a:cs typeface="Arial"/>
              <a:sym typeface="Arial"/>
            </a:endParaRPr>
          </a:p>
        </p:txBody>
      </p:sp>
      <p:sp>
        <p:nvSpPr>
          <p:cNvPr id="482" name="Google Shape;482;p7"/>
          <p:cNvSpPr/>
          <p:nvPr/>
        </p:nvSpPr>
        <p:spPr>
          <a:xfrm>
            <a:off x="793807" y="4945500"/>
            <a:ext cx="62448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Inter"/>
              <a:buNone/>
            </a:pPr>
            <a:r>
              <a:rPr b="1" i="0" lang="en-US" sz="2200" u="none" cap="none" strike="noStrike">
                <a:solidFill>
                  <a:srgbClr val="000000"/>
                </a:solidFill>
                <a:latin typeface="Inter"/>
                <a:ea typeface="Inter"/>
                <a:cs typeface="Inter"/>
                <a:sym typeface="Inter"/>
              </a:rPr>
              <a:t>Almacenamiento de Objetos</a:t>
            </a:r>
            <a:endParaRPr b="0" i="0" sz="2200" u="none" cap="none" strike="noStrike">
              <a:solidFill>
                <a:srgbClr val="000000"/>
              </a:solidFill>
              <a:latin typeface="Arial"/>
              <a:ea typeface="Arial"/>
              <a:cs typeface="Arial"/>
              <a:sym typeface="Arial"/>
            </a:endParaRPr>
          </a:p>
        </p:txBody>
      </p:sp>
      <p:sp>
        <p:nvSpPr>
          <p:cNvPr id="483" name="Google Shape;483;p7"/>
          <p:cNvSpPr/>
          <p:nvPr/>
        </p:nvSpPr>
        <p:spPr>
          <a:xfrm>
            <a:off x="793790" y="5526643"/>
            <a:ext cx="6244709"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También se puede utilizar almacenamiento de objetos, como Amazon S3 o Azure Blob Storage, para aplicaciones que necesitan un almacenamiento escalable y de bajo costo para archivos y datos no estructurados.</a:t>
            </a:r>
            <a:endParaRPr b="0" i="0" sz="1750" u="none" cap="none" strike="noStrike">
              <a:solidFill>
                <a:srgbClr val="000000"/>
              </a:solidFill>
              <a:latin typeface="Arial"/>
              <a:ea typeface="Arial"/>
              <a:cs typeface="Arial"/>
              <a:sym typeface="Arial"/>
            </a:endParaRPr>
          </a:p>
        </p:txBody>
      </p:sp>
      <p:pic>
        <p:nvPicPr>
          <p:cNvPr descr="preencoded.png" id="484" name="Google Shape;484;p7"/>
          <p:cNvPicPr preferRelativeResize="0"/>
          <p:nvPr/>
        </p:nvPicPr>
        <p:blipFill rotWithShape="1">
          <a:blip r:embed="rId3">
            <a:alphaModFix/>
          </a:blip>
          <a:srcRect b="0" l="0" r="0" t="0"/>
          <a:stretch/>
        </p:blipFill>
        <p:spPr>
          <a:xfrm>
            <a:off x="7599521" y="2351365"/>
            <a:ext cx="6244709" cy="427267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8"/>
          <p:cNvSpPr/>
          <p:nvPr/>
        </p:nvSpPr>
        <p:spPr>
          <a:xfrm>
            <a:off x="404228" y="317550"/>
            <a:ext cx="5239500" cy="360900"/>
          </a:xfrm>
          <a:prstGeom prst="rect">
            <a:avLst/>
          </a:prstGeom>
          <a:noFill/>
          <a:ln>
            <a:noFill/>
          </a:ln>
        </p:spPr>
        <p:txBody>
          <a:bodyPr anchorCtr="0" anchor="t" bIns="0" lIns="0" spcFirstLastPara="1" rIns="0" wrap="square" tIns="0">
            <a:noAutofit/>
          </a:bodyPr>
          <a:lstStyle/>
          <a:p>
            <a:pPr indent="0" lvl="0" marL="0" marR="0" rtl="0" algn="l">
              <a:lnSpc>
                <a:spcPct val="124444"/>
              </a:lnSpc>
              <a:spcBef>
                <a:spcPts val="0"/>
              </a:spcBef>
              <a:spcAft>
                <a:spcPts val="0"/>
              </a:spcAft>
              <a:buClr>
                <a:srgbClr val="000000"/>
              </a:buClr>
              <a:buSzPts val="2250"/>
              <a:buFont typeface="Inter"/>
              <a:buNone/>
            </a:pPr>
            <a:r>
              <a:rPr b="1" i="0" lang="en-US" sz="2250" u="none" cap="none" strike="noStrike">
                <a:solidFill>
                  <a:srgbClr val="000000"/>
                </a:solidFill>
                <a:latin typeface="Inter"/>
                <a:ea typeface="Inter"/>
                <a:cs typeface="Inter"/>
                <a:sym typeface="Inter"/>
              </a:rPr>
              <a:t>Gestión del almacenamiento</a:t>
            </a:r>
            <a:endParaRPr b="0" i="0" sz="2250" u="none" cap="none" strike="noStrike">
              <a:solidFill>
                <a:srgbClr val="000000"/>
              </a:solidFill>
              <a:latin typeface="Arial"/>
              <a:ea typeface="Arial"/>
              <a:cs typeface="Arial"/>
              <a:sym typeface="Arial"/>
            </a:endParaRPr>
          </a:p>
        </p:txBody>
      </p:sp>
      <p:sp>
        <p:nvSpPr>
          <p:cNvPr id="491" name="Google Shape;491;p8"/>
          <p:cNvSpPr/>
          <p:nvPr/>
        </p:nvSpPr>
        <p:spPr>
          <a:xfrm>
            <a:off x="404217" y="909399"/>
            <a:ext cx="13821966" cy="369570"/>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272525"/>
              </a:buClr>
              <a:buSzPts val="900"/>
              <a:buFont typeface="Inter"/>
              <a:buNone/>
            </a:pPr>
            <a:r>
              <a:rPr b="1" i="0" lang="en-US" sz="900" u="none" cap="none" strike="noStrike">
                <a:solidFill>
                  <a:srgbClr val="272525"/>
                </a:solidFill>
                <a:latin typeface="Inter"/>
                <a:ea typeface="Inter"/>
                <a:cs typeface="Inter"/>
                <a:sym typeface="Inter"/>
              </a:rPr>
              <a:t>Aprovisionamiento dinámico de PVs:</a:t>
            </a:r>
            <a:r>
              <a:rPr b="0" i="0" lang="en-US" sz="900" u="none" cap="none" strike="noStrike">
                <a:solidFill>
                  <a:srgbClr val="272525"/>
                </a:solidFill>
                <a:latin typeface="Inter"/>
                <a:ea typeface="Inter"/>
                <a:cs typeface="Inter"/>
                <a:sym typeface="Inter"/>
              </a:rPr>
              <a:t> Kubernetes permite aprovisionar Persistent Volumes (PVs) de forma dinámica a medida que los Pods requieren almacenamiento persistente. Esto simplifica la gestión del almacenamiento y evita la necesidad de pre-aprovisionar PVs manualmente.</a:t>
            </a:r>
            <a:endParaRPr b="0" i="0" sz="900" u="none" cap="none" strike="noStrike">
              <a:solidFill>
                <a:srgbClr val="000000"/>
              </a:solidFill>
              <a:latin typeface="Arial"/>
              <a:ea typeface="Arial"/>
              <a:cs typeface="Arial"/>
              <a:sym typeface="Arial"/>
            </a:endParaRPr>
          </a:p>
        </p:txBody>
      </p:sp>
      <p:sp>
        <p:nvSpPr>
          <p:cNvPr id="492" name="Google Shape;492;p8"/>
          <p:cNvSpPr/>
          <p:nvPr/>
        </p:nvSpPr>
        <p:spPr>
          <a:xfrm>
            <a:off x="404217" y="1408867"/>
            <a:ext cx="13821966" cy="369570"/>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272525"/>
              </a:buClr>
              <a:buSzPts val="900"/>
              <a:buFont typeface="Inter"/>
              <a:buNone/>
            </a:pPr>
            <a:r>
              <a:rPr b="1" i="0" lang="en-US" sz="900" u="none" cap="none" strike="noStrike">
                <a:solidFill>
                  <a:srgbClr val="272525"/>
                </a:solidFill>
                <a:latin typeface="Inter"/>
                <a:ea typeface="Inter"/>
                <a:cs typeface="Inter"/>
                <a:sym typeface="Inter"/>
              </a:rPr>
              <a:t>Reciclado de PVs:</a:t>
            </a:r>
            <a:r>
              <a:rPr b="0" i="0" lang="en-US" sz="900" u="none" cap="none" strike="noStrike">
                <a:solidFill>
                  <a:srgbClr val="272525"/>
                </a:solidFill>
                <a:latin typeface="Inter"/>
                <a:ea typeface="Inter"/>
                <a:cs typeface="Inter"/>
                <a:sym typeface="Inter"/>
              </a:rPr>
              <a:t> Cuando un PVC se elimina, el PV asociado puede reconfigurarse y reutilizarse para otros Pods. Kubernetes ofrece políticas de reciclaje que permiten reutilizar el almacenamiento de manera eficiente, reduciendo la sobrecarga y los costos de almacenamiento.</a:t>
            </a:r>
            <a:endParaRPr b="0" i="0" sz="900" u="none" cap="none" strike="noStrike">
              <a:solidFill>
                <a:srgbClr val="000000"/>
              </a:solidFill>
              <a:latin typeface="Arial"/>
              <a:ea typeface="Arial"/>
              <a:cs typeface="Arial"/>
              <a:sym typeface="Arial"/>
            </a:endParaRPr>
          </a:p>
        </p:txBody>
      </p:sp>
      <p:pic>
        <p:nvPicPr>
          <p:cNvPr descr="preencoded.png" id="493" name="Google Shape;493;p8"/>
          <p:cNvPicPr preferRelativeResize="0"/>
          <p:nvPr/>
        </p:nvPicPr>
        <p:blipFill rotWithShape="1">
          <a:blip r:embed="rId3">
            <a:alphaModFix/>
          </a:blip>
          <a:srcRect b="0" l="0" r="0" t="0"/>
          <a:stretch/>
        </p:blipFill>
        <p:spPr>
          <a:xfrm>
            <a:off x="404217" y="1908334"/>
            <a:ext cx="8777645" cy="60057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9"/>
          <p:cNvSpPr/>
          <p:nvPr/>
        </p:nvSpPr>
        <p:spPr>
          <a:xfrm>
            <a:off x="793790" y="3760351"/>
            <a:ext cx="745724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Ingress y Ingress Controllers</a:t>
            </a:r>
            <a:endParaRPr b="0" i="0" sz="445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10"/>
          <p:cNvSpPr/>
          <p:nvPr/>
        </p:nvSpPr>
        <p:spPr>
          <a:xfrm>
            <a:off x="793801" y="933700"/>
            <a:ext cx="113904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Exposición de servicios en Kubernetes</a:t>
            </a:r>
            <a:endParaRPr b="0" i="0" sz="4450" u="none" cap="none" strike="noStrike">
              <a:solidFill>
                <a:srgbClr val="000000"/>
              </a:solidFill>
              <a:latin typeface="Arial"/>
              <a:ea typeface="Arial"/>
              <a:cs typeface="Arial"/>
              <a:sym typeface="Arial"/>
            </a:endParaRPr>
          </a:p>
        </p:txBody>
      </p:sp>
      <p:sp>
        <p:nvSpPr>
          <p:cNvPr id="506" name="Google Shape;506;p10"/>
          <p:cNvSpPr/>
          <p:nvPr/>
        </p:nvSpPr>
        <p:spPr>
          <a:xfrm>
            <a:off x="793790" y="4695944"/>
            <a:ext cx="13042821" cy="30480"/>
          </a:xfrm>
          <a:prstGeom prst="roundRect">
            <a:avLst>
              <a:gd fmla="val 312558" name="adj"/>
            </a:avLst>
          </a:prstGeom>
          <a:solidFill>
            <a:srgbClr val="C0C1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10"/>
          <p:cNvSpPr/>
          <p:nvPr/>
        </p:nvSpPr>
        <p:spPr>
          <a:xfrm>
            <a:off x="3982522" y="3902154"/>
            <a:ext cx="30480" cy="793790"/>
          </a:xfrm>
          <a:prstGeom prst="roundRect">
            <a:avLst>
              <a:gd fmla="val 312558" name="adj"/>
            </a:avLst>
          </a:prstGeom>
          <a:solidFill>
            <a:srgbClr val="C0C1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10"/>
          <p:cNvSpPr/>
          <p:nvPr/>
        </p:nvSpPr>
        <p:spPr>
          <a:xfrm>
            <a:off x="3742611" y="4440793"/>
            <a:ext cx="510302" cy="510302"/>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10"/>
          <p:cNvSpPr/>
          <p:nvPr/>
        </p:nvSpPr>
        <p:spPr>
          <a:xfrm>
            <a:off x="3929420" y="4525804"/>
            <a:ext cx="136565"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Inter"/>
              <a:buNone/>
            </a:pPr>
            <a:r>
              <a:rPr b="1" i="0" lang="en-US" sz="2650" u="none" cap="none" strike="noStrike">
                <a:solidFill>
                  <a:srgbClr val="272525"/>
                </a:solidFill>
                <a:latin typeface="Inter"/>
                <a:ea typeface="Inter"/>
                <a:cs typeface="Inter"/>
                <a:sym typeface="Inter"/>
              </a:rPr>
              <a:t>1</a:t>
            </a:r>
            <a:endParaRPr b="0" i="0" sz="2650" u="none" cap="none" strike="noStrike">
              <a:solidFill>
                <a:srgbClr val="000000"/>
              </a:solidFill>
              <a:latin typeface="Arial"/>
              <a:ea typeface="Arial"/>
              <a:cs typeface="Arial"/>
              <a:sym typeface="Arial"/>
            </a:endParaRPr>
          </a:p>
        </p:txBody>
      </p:sp>
      <p:sp>
        <p:nvSpPr>
          <p:cNvPr id="510" name="Google Shape;510;p10"/>
          <p:cNvSpPr/>
          <p:nvPr/>
        </p:nvSpPr>
        <p:spPr>
          <a:xfrm>
            <a:off x="2580084" y="2096095"/>
            <a:ext cx="2835235" cy="35433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Ingress</a:t>
            </a:r>
            <a:endParaRPr b="0" i="0" sz="2200" u="none" cap="none" strike="noStrike">
              <a:solidFill>
                <a:srgbClr val="000000"/>
              </a:solidFill>
              <a:latin typeface="Arial"/>
              <a:ea typeface="Arial"/>
              <a:cs typeface="Arial"/>
              <a:sym typeface="Arial"/>
            </a:endParaRPr>
          </a:p>
        </p:txBody>
      </p:sp>
      <p:sp>
        <p:nvSpPr>
          <p:cNvPr id="511" name="Google Shape;511;p10"/>
          <p:cNvSpPr/>
          <p:nvPr/>
        </p:nvSpPr>
        <p:spPr>
          <a:xfrm>
            <a:off x="1020604" y="2586514"/>
            <a:ext cx="5954316" cy="1088708"/>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Ingress es un recurso de Kubernetes que permite exponer múltiples servicios a través de un único punto de entrada, como un dominio web.</a:t>
            </a:r>
            <a:endParaRPr b="0" i="0" sz="1750" u="none" cap="none" strike="noStrike">
              <a:solidFill>
                <a:srgbClr val="000000"/>
              </a:solidFill>
              <a:latin typeface="Arial"/>
              <a:ea typeface="Arial"/>
              <a:cs typeface="Arial"/>
              <a:sym typeface="Arial"/>
            </a:endParaRPr>
          </a:p>
        </p:txBody>
      </p:sp>
      <p:sp>
        <p:nvSpPr>
          <p:cNvPr id="512" name="Google Shape;512;p10"/>
          <p:cNvSpPr/>
          <p:nvPr/>
        </p:nvSpPr>
        <p:spPr>
          <a:xfrm>
            <a:off x="7299841" y="4695944"/>
            <a:ext cx="30480" cy="793790"/>
          </a:xfrm>
          <a:prstGeom prst="roundRect">
            <a:avLst>
              <a:gd fmla="val 312558" name="adj"/>
            </a:avLst>
          </a:prstGeom>
          <a:solidFill>
            <a:srgbClr val="C0C1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10"/>
          <p:cNvSpPr/>
          <p:nvPr/>
        </p:nvSpPr>
        <p:spPr>
          <a:xfrm>
            <a:off x="7059930" y="4440793"/>
            <a:ext cx="510302" cy="510302"/>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10"/>
          <p:cNvSpPr/>
          <p:nvPr/>
        </p:nvSpPr>
        <p:spPr>
          <a:xfrm>
            <a:off x="7213044" y="4525804"/>
            <a:ext cx="204073"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Inter"/>
              <a:buNone/>
            </a:pPr>
            <a:r>
              <a:rPr b="1" i="0" lang="en-US" sz="2650" u="none" cap="none" strike="noStrike">
                <a:solidFill>
                  <a:srgbClr val="272525"/>
                </a:solidFill>
                <a:latin typeface="Inter"/>
                <a:ea typeface="Inter"/>
                <a:cs typeface="Inter"/>
                <a:sym typeface="Inter"/>
              </a:rPr>
              <a:t>2</a:t>
            </a:r>
            <a:endParaRPr b="0" i="0" sz="2650" u="none" cap="none" strike="noStrike">
              <a:solidFill>
                <a:srgbClr val="000000"/>
              </a:solidFill>
              <a:latin typeface="Arial"/>
              <a:ea typeface="Arial"/>
              <a:cs typeface="Arial"/>
              <a:sym typeface="Arial"/>
            </a:endParaRPr>
          </a:p>
        </p:txBody>
      </p:sp>
      <p:sp>
        <p:nvSpPr>
          <p:cNvPr id="515" name="Google Shape;515;p10"/>
          <p:cNvSpPr/>
          <p:nvPr/>
        </p:nvSpPr>
        <p:spPr>
          <a:xfrm>
            <a:off x="5897523" y="5716667"/>
            <a:ext cx="2835235" cy="35433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Ingress Controllers</a:t>
            </a:r>
            <a:endParaRPr b="0" i="0" sz="2200" u="none" cap="none" strike="noStrike">
              <a:solidFill>
                <a:srgbClr val="000000"/>
              </a:solidFill>
              <a:latin typeface="Arial"/>
              <a:ea typeface="Arial"/>
              <a:cs typeface="Arial"/>
              <a:sym typeface="Arial"/>
            </a:endParaRPr>
          </a:p>
        </p:txBody>
      </p:sp>
      <p:sp>
        <p:nvSpPr>
          <p:cNvPr id="516" name="Google Shape;516;p10"/>
          <p:cNvSpPr/>
          <p:nvPr/>
        </p:nvSpPr>
        <p:spPr>
          <a:xfrm>
            <a:off x="4337923" y="6207085"/>
            <a:ext cx="5954435" cy="1088708"/>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Los Ingress Controllers son aplicaciones que implementan las reglas de Ingress, enrutando el tráfico a los servicios apropiados.</a:t>
            </a:r>
            <a:endParaRPr b="0" i="0" sz="1750" u="none" cap="none" strike="noStrike">
              <a:solidFill>
                <a:srgbClr val="000000"/>
              </a:solidFill>
              <a:latin typeface="Arial"/>
              <a:ea typeface="Arial"/>
              <a:cs typeface="Arial"/>
              <a:sym typeface="Arial"/>
            </a:endParaRPr>
          </a:p>
        </p:txBody>
      </p:sp>
      <p:sp>
        <p:nvSpPr>
          <p:cNvPr id="517" name="Google Shape;517;p10"/>
          <p:cNvSpPr/>
          <p:nvPr/>
        </p:nvSpPr>
        <p:spPr>
          <a:xfrm>
            <a:off x="10617279" y="3902154"/>
            <a:ext cx="30480" cy="793790"/>
          </a:xfrm>
          <a:prstGeom prst="roundRect">
            <a:avLst>
              <a:gd fmla="val 312558" name="adj"/>
            </a:avLst>
          </a:prstGeom>
          <a:solidFill>
            <a:srgbClr val="C0C1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10"/>
          <p:cNvSpPr/>
          <p:nvPr/>
        </p:nvSpPr>
        <p:spPr>
          <a:xfrm>
            <a:off x="10377368" y="4440793"/>
            <a:ext cx="510302" cy="510302"/>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10"/>
          <p:cNvSpPr/>
          <p:nvPr/>
        </p:nvSpPr>
        <p:spPr>
          <a:xfrm>
            <a:off x="10527744" y="4525804"/>
            <a:ext cx="209431"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650"/>
              <a:buFont typeface="Inter"/>
              <a:buNone/>
            </a:pPr>
            <a:r>
              <a:rPr b="1" i="0" lang="en-US" sz="2650" u="none" cap="none" strike="noStrike">
                <a:solidFill>
                  <a:srgbClr val="272525"/>
                </a:solidFill>
                <a:latin typeface="Inter"/>
                <a:ea typeface="Inter"/>
                <a:cs typeface="Inter"/>
                <a:sym typeface="Inter"/>
              </a:rPr>
              <a:t>3</a:t>
            </a:r>
            <a:endParaRPr b="0" i="0" sz="2650" u="none" cap="none" strike="noStrike">
              <a:solidFill>
                <a:srgbClr val="000000"/>
              </a:solidFill>
              <a:latin typeface="Arial"/>
              <a:ea typeface="Arial"/>
              <a:cs typeface="Arial"/>
              <a:sym typeface="Arial"/>
            </a:endParaRPr>
          </a:p>
        </p:txBody>
      </p:sp>
      <p:sp>
        <p:nvSpPr>
          <p:cNvPr id="520" name="Google Shape;520;p10"/>
          <p:cNvSpPr/>
          <p:nvPr/>
        </p:nvSpPr>
        <p:spPr>
          <a:xfrm>
            <a:off x="8873976" y="2096100"/>
            <a:ext cx="4041900" cy="3543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Mapeo de dominios y rutas</a:t>
            </a:r>
            <a:endParaRPr b="0" i="0" sz="2200" u="none" cap="none" strike="noStrike">
              <a:solidFill>
                <a:srgbClr val="000000"/>
              </a:solidFill>
              <a:latin typeface="Arial"/>
              <a:ea typeface="Arial"/>
              <a:cs typeface="Arial"/>
              <a:sym typeface="Arial"/>
            </a:endParaRPr>
          </a:p>
        </p:txBody>
      </p:sp>
      <p:sp>
        <p:nvSpPr>
          <p:cNvPr id="521" name="Google Shape;521;p10"/>
          <p:cNvSpPr/>
          <p:nvPr/>
        </p:nvSpPr>
        <p:spPr>
          <a:xfrm>
            <a:off x="7655362" y="2586514"/>
            <a:ext cx="5954435" cy="1088708"/>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Ingress permite mapear dominios específicos y rutas URL a los servicios Kubernetes correspondientes, simplificando la exposición de aplicaciones.</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11"/>
          <p:cNvSpPr/>
          <p:nvPr/>
        </p:nvSpPr>
        <p:spPr>
          <a:xfrm>
            <a:off x="790227" y="620800"/>
            <a:ext cx="9027000" cy="705600"/>
          </a:xfrm>
          <a:prstGeom prst="rect">
            <a:avLst/>
          </a:prstGeom>
          <a:noFill/>
          <a:ln>
            <a:noFill/>
          </a:ln>
        </p:spPr>
        <p:txBody>
          <a:bodyPr anchorCtr="0" anchor="t" bIns="0" lIns="0" spcFirstLastPara="1" rIns="0" wrap="square" tIns="0">
            <a:noAutofit/>
          </a:bodyPr>
          <a:lstStyle/>
          <a:p>
            <a:pPr indent="0" lvl="0" marL="0" marR="0" rtl="0" algn="l">
              <a:lnSpc>
                <a:spcPct val="126136"/>
              </a:lnSpc>
              <a:spcBef>
                <a:spcPts val="0"/>
              </a:spcBef>
              <a:spcAft>
                <a:spcPts val="0"/>
              </a:spcAft>
              <a:buClr>
                <a:srgbClr val="000000"/>
              </a:buClr>
              <a:buSzPts val="4400"/>
              <a:buFont typeface="Inter"/>
              <a:buNone/>
            </a:pPr>
            <a:r>
              <a:rPr b="1" i="0" lang="en-US" sz="4400" u="none" cap="none" strike="noStrike">
                <a:solidFill>
                  <a:srgbClr val="000000"/>
                </a:solidFill>
                <a:latin typeface="Inter"/>
                <a:ea typeface="Inter"/>
                <a:cs typeface="Inter"/>
                <a:sym typeface="Inter"/>
              </a:rPr>
              <a:t>Tipos de Ingress Controllers</a:t>
            </a:r>
            <a:endParaRPr b="0" i="0" sz="4400" u="none" cap="none" strike="noStrike">
              <a:solidFill>
                <a:srgbClr val="000000"/>
              </a:solidFill>
              <a:latin typeface="Arial"/>
              <a:ea typeface="Arial"/>
              <a:cs typeface="Arial"/>
              <a:sym typeface="Arial"/>
            </a:endParaRPr>
          </a:p>
        </p:txBody>
      </p:sp>
      <p:pic>
        <p:nvPicPr>
          <p:cNvPr descr="preencoded.png" id="528" name="Google Shape;528;p11"/>
          <p:cNvPicPr preferRelativeResize="0"/>
          <p:nvPr/>
        </p:nvPicPr>
        <p:blipFill rotWithShape="1">
          <a:blip r:embed="rId3">
            <a:alphaModFix/>
          </a:blip>
          <a:srcRect b="0" l="0" r="0" t="0"/>
          <a:stretch/>
        </p:blipFill>
        <p:spPr>
          <a:xfrm>
            <a:off x="790218" y="1777841"/>
            <a:ext cx="4124206" cy="2548890"/>
          </a:xfrm>
          <a:prstGeom prst="rect">
            <a:avLst/>
          </a:prstGeom>
          <a:noFill/>
          <a:ln>
            <a:noFill/>
          </a:ln>
        </p:spPr>
      </p:pic>
      <p:sp>
        <p:nvSpPr>
          <p:cNvPr id="529" name="Google Shape;529;p11"/>
          <p:cNvSpPr/>
          <p:nvPr/>
        </p:nvSpPr>
        <p:spPr>
          <a:xfrm>
            <a:off x="790227" y="4608900"/>
            <a:ext cx="3887100" cy="352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Nginx Ingress Controller</a:t>
            </a:r>
            <a:endParaRPr b="0" i="0" sz="2200" u="none" cap="none" strike="noStrike">
              <a:solidFill>
                <a:srgbClr val="000000"/>
              </a:solidFill>
              <a:latin typeface="Arial"/>
              <a:ea typeface="Arial"/>
              <a:cs typeface="Arial"/>
              <a:sym typeface="Arial"/>
            </a:endParaRPr>
          </a:p>
        </p:txBody>
      </p:sp>
      <p:sp>
        <p:nvSpPr>
          <p:cNvPr id="530" name="Google Shape;530;p11"/>
          <p:cNvSpPr/>
          <p:nvPr/>
        </p:nvSpPr>
        <p:spPr>
          <a:xfrm>
            <a:off x="790218" y="5096947"/>
            <a:ext cx="4124206" cy="216669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Implementa las reglas de enrutamiento de Ingress utilizando el popular servidor web Nginx. Ofrece una gran estabilidad y rendimiento, con características avanzadas como balanceo de carga y terminación SSL.</a:t>
            </a:r>
            <a:endParaRPr b="0" i="0" sz="1750" u="none" cap="none" strike="noStrike">
              <a:solidFill>
                <a:srgbClr val="000000"/>
              </a:solidFill>
              <a:latin typeface="Arial"/>
              <a:ea typeface="Arial"/>
              <a:cs typeface="Arial"/>
              <a:sym typeface="Arial"/>
            </a:endParaRPr>
          </a:p>
        </p:txBody>
      </p:sp>
      <p:pic>
        <p:nvPicPr>
          <p:cNvPr descr="preencoded.png" id="531" name="Google Shape;531;p11"/>
          <p:cNvPicPr preferRelativeResize="0"/>
          <p:nvPr/>
        </p:nvPicPr>
        <p:blipFill rotWithShape="1">
          <a:blip r:embed="rId4">
            <a:alphaModFix/>
          </a:blip>
          <a:srcRect b="0" l="0" r="0" t="0"/>
          <a:stretch/>
        </p:blipFill>
        <p:spPr>
          <a:xfrm>
            <a:off x="5253037" y="1777841"/>
            <a:ext cx="4124206" cy="2548890"/>
          </a:xfrm>
          <a:prstGeom prst="rect">
            <a:avLst/>
          </a:prstGeom>
          <a:noFill/>
          <a:ln>
            <a:noFill/>
          </a:ln>
        </p:spPr>
      </p:pic>
      <p:sp>
        <p:nvSpPr>
          <p:cNvPr id="532" name="Google Shape;532;p11"/>
          <p:cNvSpPr/>
          <p:nvPr/>
        </p:nvSpPr>
        <p:spPr>
          <a:xfrm>
            <a:off x="5253037" y="4608909"/>
            <a:ext cx="2822258" cy="35266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Traefik</a:t>
            </a:r>
            <a:endParaRPr b="0" i="0" sz="2200" u="none" cap="none" strike="noStrike">
              <a:solidFill>
                <a:srgbClr val="000000"/>
              </a:solidFill>
              <a:latin typeface="Arial"/>
              <a:ea typeface="Arial"/>
              <a:cs typeface="Arial"/>
              <a:sym typeface="Arial"/>
            </a:endParaRPr>
          </a:p>
        </p:txBody>
      </p:sp>
      <p:sp>
        <p:nvSpPr>
          <p:cNvPr id="533" name="Google Shape;533;p11"/>
          <p:cNvSpPr/>
          <p:nvPr/>
        </p:nvSpPr>
        <p:spPr>
          <a:xfrm>
            <a:off x="5253037" y="5096947"/>
            <a:ext cx="4124206" cy="216669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Moderno y dinámico, Traefik se adapta automáticamente a los cambios en la infraestructura de Kubernetes. Brinda funcionalidades de enrutamiento, terminación SSL y monitoreo en tiempo real.</a:t>
            </a:r>
            <a:endParaRPr b="0" i="0" sz="1750" u="none" cap="none" strike="noStrike">
              <a:solidFill>
                <a:srgbClr val="000000"/>
              </a:solidFill>
              <a:latin typeface="Arial"/>
              <a:ea typeface="Arial"/>
              <a:cs typeface="Arial"/>
              <a:sym typeface="Arial"/>
            </a:endParaRPr>
          </a:p>
        </p:txBody>
      </p:sp>
      <p:pic>
        <p:nvPicPr>
          <p:cNvPr descr="preencoded.png" id="534" name="Google Shape;534;p11"/>
          <p:cNvPicPr preferRelativeResize="0"/>
          <p:nvPr/>
        </p:nvPicPr>
        <p:blipFill rotWithShape="1">
          <a:blip r:embed="rId5">
            <a:alphaModFix/>
          </a:blip>
          <a:srcRect b="0" l="0" r="0" t="0"/>
          <a:stretch/>
        </p:blipFill>
        <p:spPr>
          <a:xfrm>
            <a:off x="9715857" y="1777841"/>
            <a:ext cx="4124206" cy="2548890"/>
          </a:xfrm>
          <a:prstGeom prst="rect">
            <a:avLst/>
          </a:prstGeom>
          <a:noFill/>
          <a:ln>
            <a:noFill/>
          </a:ln>
        </p:spPr>
      </p:pic>
      <p:sp>
        <p:nvSpPr>
          <p:cNvPr id="535" name="Google Shape;535;p11"/>
          <p:cNvSpPr/>
          <p:nvPr/>
        </p:nvSpPr>
        <p:spPr>
          <a:xfrm>
            <a:off x="9715857" y="4608909"/>
            <a:ext cx="2822258" cy="35266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Istio</a:t>
            </a:r>
            <a:endParaRPr b="0" i="0" sz="2200" u="none" cap="none" strike="noStrike">
              <a:solidFill>
                <a:srgbClr val="000000"/>
              </a:solidFill>
              <a:latin typeface="Arial"/>
              <a:ea typeface="Arial"/>
              <a:cs typeface="Arial"/>
              <a:sym typeface="Arial"/>
            </a:endParaRPr>
          </a:p>
        </p:txBody>
      </p:sp>
      <p:sp>
        <p:nvSpPr>
          <p:cNvPr id="536" name="Google Shape;536;p11"/>
          <p:cNvSpPr/>
          <p:nvPr/>
        </p:nvSpPr>
        <p:spPr>
          <a:xfrm>
            <a:off x="9715857" y="5096947"/>
            <a:ext cx="4124206" cy="252781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Como parte de una plataforma de gestión de servicios, Istio proporciona capacidades avanzadas de enrutamiento, seguridad y observabilidad, integrándose de manera estrecha con la arquitectura de microservicios.</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12"/>
          <p:cNvSpPr/>
          <p:nvPr/>
        </p:nvSpPr>
        <p:spPr>
          <a:xfrm>
            <a:off x="793801" y="2358500"/>
            <a:ext cx="84453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Balanceo de Carga y SSL/TLS</a:t>
            </a:r>
            <a:endParaRPr b="0" i="0" sz="4450" u="none" cap="none" strike="noStrike">
              <a:solidFill>
                <a:srgbClr val="000000"/>
              </a:solidFill>
              <a:latin typeface="Arial"/>
              <a:ea typeface="Arial"/>
              <a:cs typeface="Arial"/>
              <a:sym typeface="Arial"/>
            </a:endParaRPr>
          </a:p>
        </p:txBody>
      </p:sp>
      <p:sp>
        <p:nvSpPr>
          <p:cNvPr id="543" name="Google Shape;543;p12"/>
          <p:cNvSpPr/>
          <p:nvPr/>
        </p:nvSpPr>
        <p:spPr>
          <a:xfrm>
            <a:off x="793802" y="3634275"/>
            <a:ext cx="67560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Inter"/>
              <a:buNone/>
            </a:pPr>
            <a:r>
              <a:rPr b="1" i="0" lang="en-US" sz="2200" u="none" cap="none" strike="noStrike">
                <a:solidFill>
                  <a:srgbClr val="000000"/>
                </a:solidFill>
                <a:latin typeface="Inter"/>
                <a:ea typeface="Inter"/>
                <a:cs typeface="Inter"/>
                <a:sym typeface="Inter"/>
              </a:rPr>
              <a:t>Configuración de Balanceadores de Carga</a:t>
            </a:r>
            <a:endParaRPr b="0" i="0" sz="2200" u="none" cap="none" strike="noStrike">
              <a:solidFill>
                <a:srgbClr val="000000"/>
              </a:solidFill>
              <a:latin typeface="Arial"/>
              <a:ea typeface="Arial"/>
              <a:cs typeface="Arial"/>
              <a:sym typeface="Arial"/>
            </a:endParaRPr>
          </a:p>
        </p:txBody>
      </p:sp>
      <p:sp>
        <p:nvSpPr>
          <p:cNvPr id="544" name="Google Shape;544;p12"/>
          <p:cNvSpPr/>
          <p:nvPr/>
        </p:nvSpPr>
        <p:spPr>
          <a:xfrm>
            <a:off x="793790" y="4215408"/>
            <a:ext cx="6244709"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Kubernetes ofrece soluciones de balanceo de carga integradas que distribuyen el tráfico entrante entre los Pods de manera eficiente, mejorando la escalabilidad y la disponibilidad de las aplicaciones.</a:t>
            </a:r>
            <a:endParaRPr b="0" i="0" sz="1750" u="none" cap="none" strike="noStrike">
              <a:solidFill>
                <a:srgbClr val="000000"/>
              </a:solidFill>
              <a:latin typeface="Arial"/>
              <a:ea typeface="Arial"/>
              <a:cs typeface="Arial"/>
              <a:sym typeface="Arial"/>
            </a:endParaRPr>
          </a:p>
        </p:txBody>
      </p:sp>
      <p:sp>
        <p:nvSpPr>
          <p:cNvPr id="545" name="Google Shape;545;p12"/>
          <p:cNvSpPr/>
          <p:nvPr/>
        </p:nvSpPr>
        <p:spPr>
          <a:xfrm>
            <a:off x="7599526" y="3634275"/>
            <a:ext cx="53886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Inter"/>
              <a:buNone/>
            </a:pPr>
            <a:r>
              <a:rPr b="1" i="0" lang="en-US" sz="2200" u="none" cap="none" strike="noStrike">
                <a:solidFill>
                  <a:srgbClr val="000000"/>
                </a:solidFill>
                <a:latin typeface="Inter"/>
                <a:ea typeface="Inter"/>
                <a:cs typeface="Inter"/>
                <a:sym typeface="Inter"/>
              </a:rPr>
              <a:t>Gestión de Certificados SSL/TLS</a:t>
            </a:r>
            <a:endParaRPr b="0" i="0" sz="2200" u="none" cap="none" strike="noStrike">
              <a:solidFill>
                <a:srgbClr val="000000"/>
              </a:solidFill>
              <a:latin typeface="Arial"/>
              <a:ea typeface="Arial"/>
              <a:cs typeface="Arial"/>
              <a:sym typeface="Arial"/>
            </a:endParaRPr>
          </a:p>
        </p:txBody>
      </p:sp>
      <p:sp>
        <p:nvSpPr>
          <p:cNvPr id="546" name="Google Shape;546;p12"/>
          <p:cNvSpPr/>
          <p:nvPr/>
        </p:nvSpPr>
        <p:spPr>
          <a:xfrm>
            <a:off x="7599521" y="4215408"/>
            <a:ext cx="6244709"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Kubernetes facilita la obtención y renovación automática de certificados SSL/TLS, asegurando que las comunicaciones entre los clientes y los servicios se realicen de manera segura y cifrada.</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13"/>
          <p:cNvSpPr/>
          <p:nvPr/>
        </p:nvSpPr>
        <p:spPr>
          <a:xfrm>
            <a:off x="793790" y="3760351"/>
            <a:ext cx="1141559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HELM: Gestor de paquetes para Kubernetes</a:t>
            </a:r>
            <a:endParaRPr b="0" i="0" sz="445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14"/>
          <p:cNvSpPr/>
          <p:nvPr/>
        </p:nvSpPr>
        <p:spPr>
          <a:xfrm>
            <a:off x="793801" y="2498775"/>
            <a:ext cx="81924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Conceptos básicos de Helm</a:t>
            </a:r>
            <a:endParaRPr b="0" i="0" sz="4450" u="none" cap="none" strike="noStrike">
              <a:solidFill>
                <a:srgbClr val="000000"/>
              </a:solidFill>
              <a:latin typeface="Arial"/>
              <a:ea typeface="Arial"/>
              <a:cs typeface="Arial"/>
              <a:sym typeface="Arial"/>
            </a:endParaRPr>
          </a:p>
        </p:txBody>
      </p:sp>
      <p:sp>
        <p:nvSpPr>
          <p:cNvPr id="559" name="Google Shape;559;p14"/>
          <p:cNvSpPr/>
          <p:nvPr/>
        </p:nvSpPr>
        <p:spPr>
          <a:xfrm>
            <a:off x="793790" y="3661172"/>
            <a:ext cx="130428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Charts</a:t>
            </a:r>
            <a:r>
              <a:rPr b="0" i="0" lang="en-US" sz="1750" u="none" cap="none" strike="noStrike">
                <a:solidFill>
                  <a:srgbClr val="272525"/>
                </a:solidFill>
                <a:latin typeface="Inter"/>
                <a:ea typeface="Inter"/>
                <a:cs typeface="Inter"/>
                <a:sym typeface="Inter"/>
              </a:rPr>
              <a:t>, </a:t>
            </a:r>
            <a:r>
              <a:rPr b="1" i="0" lang="en-US" sz="1750" u="none" cap="none" strike="noStrike">
                <a:solidFill>
                  <a:srgbClr val="272525"/>
                </a:solidFill>
                <a:latin typeface="Inter"/>
                <a:ea typeface="Inter"/>
                <a:cs typeface="Inter"/>
                <a:sym typeface="Inter"/>
              </a:rPr>
              <a:t>valores</a:t>
            </a:r>
            <a:r>
              <a:rPr b="0" i="0" lang="en-US" sz="1750" u="none" cap="none" strike="noStrike">
                <a:solidFill>
                  <a:srgbClr val="272525"/>
                </a:solidFill>
                <a:latin typeface="Inter"/>
                <a:ea typeface="Inter"/>
                <a:cs typeface="Inter"/>
                <a:sym typeface="Inter"/>
              </a:rPr>
              <a:t> y </a:t>
            </a:r>
            <a:r>
              <a:rPr b="1" i="0" lang="en-US" sz="1750" u="none" cap="none" strike="noStrike">
                <a:solidFill>
                  <a:srgbClr val="272525"/>
                </a:solidFill>
                <a:latin typeface="Inter"/>
                <a:ea typeface="Inter"/>
                <a:cs typeface="Inter"/>
                <a:sym typeface="Inter"/>
              </a:rPr>
              <a:t>releases</a:t>
            </a:r>
            <a:r>
              <a:rPr b="0" i="0" lang="en-US" sz="1750" u="none" cap="none" strike="noStrike">
                <a:solidFill>
                  <a:srgbClr val="272525"/>
                </a:solidFill>
                <a:latin typeface="Inter"/>
                <a:ea typeface="Inter"/>
                <a:cs typeface="Inter"/>
                <a:sym typeface="Inter"/>
              </a:rPr>
              <a:t> son los conceptos fundamentales en Helm, una herramienta para gestionar paquetes de aplicaciones en Kubernetes. Los charts son paquetes que encapsulan los recursos necesarios para desplegar una aplicación, mientras que los valores permiten personalizar la configuración de cada release, la instancia desplegada de un chart.</a:t>
            </a:r>
            <a:endParaRPr b="0" i="0" sz="1750" u="none" cap="none" strike="noStrike">
              <a:solidFill>
                <a:srgbClr val="000000"/>
              </a:solidFill>
              <a:latin typeface="Arial"/>
              <a:ea typeface="Arial"/>
              <a:cs typeface="Arial"/>
              <a:sym typeface="Arial"/>
            </a:endParaRPr>
          </a:p>
        </p:txBody>
      </p:sp>
      <p:sp>
        <p:nvSpPr>
          <p:cNvPr id="560" name="Google Shape;560;p14"/>
          <p:cNvSpPr/>
          <p:nvPr/>
        </p:nvSpPr>
        <p:spPr>
          <a:xfrm>
            <a:off x="793790" y="5005030"/>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El </a:t>
            </a:r>
            <a:r>
              <a:rPr b="1" i="0" lang="en-US" sz="1750" u="none" cap="none" strike="noStrike">
                <a:solidFill>
                  <a:srgbClr val="272525"/>
                </a:solidFill>
                <a:latin typeface="Inter"/>
                <a:ea typeface="Inter"/>
                <a:cs typeface="Inter"/>
                <a:sym typeface="Inter"/>
              </a:rPr>
              <a:t>ciclo de vida de un release</a:t>
            </a:r>
            <a:r>
              <a:rPr b="0" i="0" lang="en-US" sz="1750" u="none" cap="none" strike="noStrike">
                <a:solidFill>
                  <a:srgbClr val="272525"/>
                </a:solidFill>
                <a:latin typeface="Inter"/>
                <a:ea typeface="Inter"/>
                <a:cs typeface="Inter"/>
                <a:sym typeface="Inter"/>
              </a:rPr>
              <a:t> incluye la instalación, actualización y eliminación de las aplicaciones. Helm facilita estas operaciones, manteniendo un historial de los cambios aplicados a la infraestructura de Kubernetes.</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15"/>
          <p:cNvSpPr/>
          <p:nvPr/>
        </p:nvSpPr>
        <p:spPr>
          <a:xfrm>
            <a:off x="793790" y="1608653"/>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Instalación y actualización de aplicaciones con Helm</a:t>
            </a:r>
            <a:endParaRPr b="0" i="0" sz="4450" u="none" cap="none" strike="noStrike">
              <a:solidFill>
                <a:srgbClr val="000000"/>
              </a:solidFill>
              <a:latin typeface="Arial"/>
              <a:ea typeface="Arial"/>
              <a:cs typeface="Arial"/>
              <a:sym typeface="Arial"/>
            </a:endParaRPr>
          </a:p>
        </p:txBody>
      </p:sp>
      <p:sp>
        <p:nvSpPr>
          <p:cNvPr id="567" name="Google Shape;567;p15"/>
          <p:cNvSpPr/>
          <p:nvPr/>
        </p:nvSpPr>
        <p:spPr>
          <a:xfrm>
            <a:off x="793790" y="3479840"/>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Despliegue de aplicaciones complejas:</a:t>
            </a:r>
            <a:r>
              <a:rPr b="0" i="0" lang="en-US" sz="1750" u="none" cap="none" strike="noStrike">
                <a:solidFill>
                  <a:srgbClr val="272525"/>
                </a:solidFill>
                <a:latin typeface="Inter"/>
                <a:ea typeface="Inter"/>
                <a:cs typeface="Inter"/>
                <a:sym typeface="Inter"/>
              </a:rPr>
              <a:t> Helm facilita la instalación de aplicaciones con múltiples componentes, gestionando las dependencias entre los diferentes charts.</a:t>
            </a:r>
            <a:endParaRPr b="0" i="0" sz="1750" u="none" cap="none" strike="noStrike">
              <a:solidFill>
                <a:srgbClr val="000000"/>
              </a:solidFill>
              <a:latin typeface="Arial"/>
              <a:ea typeface="Arial"/>
              <a:cs typeface="Arial"/>
              <a:sym typeface="Arial"/>
            </a:endParaRPr>
          </a:p>
        </p:txBody>
      </p:sp>
      <p:sp>
        <p:nvSpPr>
          <p:cNvPr id="568" name="Google Shape;568;p15"/>
          <p:cNvSpPr/>
          <p:nvPr/>
        </p:nvSpPr>
        <p:spPr>
          <a:xfrm>
            <a:off x="793790" y="4284940"/>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Gestión de actualizaciones:</a:t>
            </a:r>
            <a:r>
              <a:rPr b="0" i="0" lang="en-US" sz="1750" u="none" cap="none" strike="noStrike">
                <a:solidFill>
                  <a:srgbClr val="272525"/>
                </a:solidFill>
                <a:latin typeface="Inter"/>
                <a:ea typeface="Inter"/>
                <a:cs typeface="Inter"/>
                <a:sym typeface="Inter"/>
              </a:rPr>
              <a:t> Con Helm, es sencillo actualizar las aplicaciones a nuevas versiones, asegurando la compatibilidad y la preservación de la configuración personalizada.</a:t>
            </a:r>
            <a:endParaRPr b="0" i="0" sz="1750" u="none" cap="none" strike="noStrike">
              <a:solidFill>
                <a:srgbClr val="000000"/>
              </a:solidFill>
              <a:latin typeface="Arial"/>
              <a:ea typeface="Arial"/>
              <a:cs typeface="Arial"/>
              <a:sym typeface="Arial"/>
            </a:endParaRPr>
          </a:p>
        </p:txBody>
      </p:sp>
      <p:sp>
        <p:nvSpPr>
          <p:cNvPr id="569" name="Google Shape;569;p15"/>
          <p:cNvSpPr/>
          <p:nvPr/>
        </p:nvSpPr>
        <p:spPr>
          <a:xfrm>
            <a:off x="793790" y="5090041"/>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Rollbacks y control de versiones:</a:t>
            </a:r>
            <a:r>
              <a:rPr b="0" i="0" lang="en-US" sz="1750" u="none" cap="none" strike="noStrike">
                <a:solidFill>
                  <a:srgbClr val="272525"/>
                </a:solidFill>
                <a:latin typeface="Inter"/>
                <a:ea typeface="Inter"/>
                <a:cs typeface="Inter"/>
                <a:sym typeface="Inter"/>
              </a:rPr>
              <a:t> Helm mantiene un historial de los releases, permitiendo deshacer cambios y volver a versiones anteriores de manera rápida y segura.</a:t>
            </a:r>
            <a:endParaRPr b="0" i="0" sz="1750" u="none" cap="none" strike="noStrike">
              <a:solidFill>
                <a:srgbClr val="000000"/>
              </a:solidFill>
              <a:latin typeface="Arial"/>
              <a:ea typeface="Arial"/>
              <a:cs typeface="Arial"/>
              <a:sym typeface="Arial"/>
            </a:endParaRPr>
          </a:p>
        </p:txBody>
      </p:sp>
      <p:sp>
        <p:nvSpPr>
          <p:cNvPr id="570" name="Google Shape;570;p15"/>
          <p:cNvSpPr/>
          <p:nvPr/>
        </p:nvSpPr>
        <p:spPr>
          <a:xfrm>
            <a:off x="793790" y="5895142"/>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Reutilización de plantillas:</a:t>
            </a:r>
            <a:r>
              <a:rPr b="0" i="0" lang="en-US" sz="1750" u="none" cap="none" strike="noStrike">
                <a:solidFill>
                  <a:srgbClr val="272525"/>
                </a:solidFill>
                <a:latin typeface="Inter"/>
                <a:ea typeface="Inter"/>
                <a:cs typeface="Inter"/>
                <a:sym typeface="Inter"/>
              </a:rPr>
              <a:t> Los charts de Helm pueden ser diseñados de manera modular, facilitando su reutilización en diferentes entornos y aplicaciones.</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16"/>
          <p:cNvSpPr/>
          <p:nvPr/>
        </p:nvSpPr>
        <p:spPr>
          <a:xfrm>
            <a:off x="793801" y="2498775"/>
            <a:ext cx="93849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Personalización de aplicaciones</a:t>
            </a:r>
            <a:endParaRPr b="0" i="0" sz="4450" u="none" cap="none" strike="noStrike">
              <a:solidFill>
                <a:srgbClr val="000000"/>
              </a:solidFill>
              <a:latin typeface="Arial"/>
              <a:ea typeface="Arial"/>
              <a:cs typeface="Arial"/>
              <a:sym typeface="Arial"/>
            </a:endParaRPr>
          </a:p>
        </p:txBody>
      </p:sp>
      <p:sp>
        <p:nvSpPr>
          <p:cNvPr id="577" name="Google Shape;577;p16"/>
          <p:cNvSpPr/>
          <p:nvPr/>
        </p:nvSpPr>
        <p:spPr>
          <a:xfrm>
            <a:off x="793790" y="3661172"/>
            <a:ext cx="130428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Kubernetes permite personalizar las aplicaciones desplegadas a través de valores por defecto y valores personalizados. Los charts de Helm facilitan la creación de aplicaciones a medida, reutilizando plantillas modulares y adaptándolas a las necesidades específicas de cada proyecto.</a:t>
            </a:r>
            <a:endParaRPr b="0" i="0" sz="1750" u="none" cap="none" strike="noStrike">
              <a:solidFill>
                <a:srgbClr val="000000"/>
              </a:solidFill>
              <a:latin typeface="Arial"/>
              <a:ea typeface="Arial"/>
              <a:cs typeface="Arial"/>
              <a:sym typeface="Arial"/>
            </a:endParaRPr>
          </a:p>
        </p:txBody>
      </p:sp>
      <p:sp>
        <p:nvSpPr>
          <p:cNvPr id="578" name="Google Shape;578;p16"/>
          <p:cNvSpPr/>
          <p:nvPr/>
        </p:nvSpPr>
        <p:spPr>
          <a:xfrm>
            <a:off x="793790" y="5005030"/>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La personalización de aplicaciones en Kubernetes permite ajustar la configuración y el despliegue de las soluciones a las necesidades específicas de cada cliente o proyecto.</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17"/>
          <p:cNvSpPr/>
          <p:nvPr/>
        </p:nvSpPr>
        <p:spPr>
          <a:xfrm>
            <a:off x="793790" y="3760351"/>
            <a:ext cx="1016484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Autoscaling en Kubernetes: HPA y VPA</a:t>
            </a:r>
            <a:endParaRPr b="0" i="0" sz="445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18"/>
          <p:cNvSpPr/>
          <p:nvPr/>
        </p:nvSpPr>
        <p:spPr>
          <a:xfrm>
            <a:off x="793790" y="1962864"/>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Escalado automático con Horizontal Pod Autoscaler (HPA)</a:t>
            </a:r>
            <a:endParaRPr b="0" i="0" sz="4450" u="none" cap="none" strike="noStrike">
              <a:solidFill>
                <a:srgbClr val="000000"/>
              </a:solidFill>
              <a:latin typeface="Arial"/>
              <a:ea typeface="Arial"/>
              <a:cs typeface="Arial"/>
              <a:sym typeface="Arial"/>
            </a:endParaRPr>
          </a:p>
        </p:txBody>
      </p:sp>
      <p:sp>
        <p:nvSpPr>
          <p:cNvPr id="591" name="Google Shape;591;p18"/>
          <p:cNvSpPr/>
          <p:nvPr/>
        </p:nvSpPr>
        <p:spPr>
          <a:xfrm>
            <a:off x="793790" y="3834051"/>
            <a:ext cx="130428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El </a:t>
            </a:r>
            <a:r>
              <a:rPr b="1" i="0" lang="en-US" sz="1750" u="none" cap="none" strike="noStrike">
                <a:solidFill>
                  <a:srgbClr val="272525"/>
                </a:solidFill>
                <a:latin typeface="Inter"/>
                <a:ea typeface="Inter"/>
                <a:cs typeface="Inter"/>
                <a:sym typeface="Inter"/>
              </a:rPr>
              <a:t>Horizontal Pod Autoscaler (HPA)</a:t>
            </a:r>
            <a:r>
              <a:rPr b="0" i="0" lang="en-US" sz="1750" u="none" cap="none" strike="noStrike">
                <a:solidFill>
                  <a:srgbClr val="272525"/>
                </a:solidFill>
                <a:latin typeface="Inter"/>
                <a:ea typeface="Inter"/>
                <a:cs typeface="Inter"/>
                <a:sym typeface="Inter"/>
              </a:rPr>
              <a:t> es una funcionalidad clave de Kubernetes que permite el escalado automático de aplicaciones basado en la utilización de recursos como CPU y memoria. Esta herramienta monitorea constantemente la carga de trabajo y ajusta dinámicamente el número de réplicas de los pods según sea necesario.</a:t>
            </a:r>
            <a:endParaRPr b="0" i="0" sz="1750" u="none" cap="none" strike="noStrike">
              <a:solidFill>
                <a:srgbClr val="000000"/>
              </a:solidFill>
              <a:latin typeface="Arial"/>
              <a:ea typeface="Arial"/>
              <a:cs typeface="Arial"/>
              <a:sym typeface="Arial"/>
            </a:endParaRPr>
          </a:p>
        </p:txBody>
      </p:sp>
      <p:sp>
        <p:nvSpPr>
          <p:cNvPr id="592" name="Google Shape;592;p18"/>
          <p:cNvSpPr/>
          <p:nvPr/>
        </p:nvSpPr>
        <p:spPr>
          <a:xfrm>
            <a:off x="793790" y="5177909"/>
            <a:ext cx="130428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La configuración del HPA implica establecer </a:t>
            </a:r>
            <a:r>
              <a:rPr b="1" i="0" lang="en-US" sz="1750" u="none" cap="none" strike="noStrike">
                <a:solidFill>
                  <a:srgbClr val="272525"/>
                </a:solidFill>
                <a:latin typeface="Inter"/>
                <a:ea typeface="Inter"/>
                <a:cs typeface="Inter"/>
                <a:sym typeface="Inter"/>
              </a:rPr>
              <a:t>métricas y umbrales</a:t>
            </a:r>
            <a:r>
              <a:rPr b="0" i="0" lang="en-US" sz="1750" u="none" cap="none" strike="noStrike">
                <a:solidFill>
                  <a:srgbClr val="272525"/>
                </a:solidFill>
                <a:latin typeface="Inter"/>
                <a:ea typeface="Inter"/>
                <a:cs typeface="Inter"/>
                <a:sym typeface="Inter"/>
              </a:rPr>
              <a:t> que determinen cuándo escalar la aplicación. Esto permite que las aplicaciones puedan adaptarse de manera ágil a los cambios en la demanda, garantizando una experiencia fluida para los usuarios.</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9"/>
          <p:cNvSpPr/>
          <p:nvPr/>
        </p:nvSpPr>
        <p:spPr>
          <a:xfrm>
            <a:off x="793802" y="1969525"/>
            <a:ext cx="94482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Vertical Pod Autoscaler (VPA)</a:t>
            </a:r>
            <a:endParaRPr b="0" i="0" sz="4450" u="none" cap="none" strike="noStrike">
              <a:solidFill>
                <a:srgbClr val="000000"/>
              </a:solidFill>
              <a:latin typeface="Arial"/>
              <a:ea typeface="Arial"/>
              <a:cs typeface="Arial"/>
              <a:sym typeface="Arial"/>
            </a:endParaRPr>
          </a:p>
        </p:txBody>
      </p:sp>
      <p:sp>
        <p:nvSpPr>
          <p:cNvPr id="599" name="Google Shape;599;p19"/>
          <p:cNvSpPr/>
          <p:nvPr/>
        </p:nvSpPr>
        <p:spPr>
          <a:xfrm>
            <a:off x="793790" y="3131939"/>
            <a:ext cx="4196358" cy="3128129"/>
          </a:xfrm>
          <a:prstGeom prst="roundRect">
            <a:avLst>
              <a:gd fmla="val 3046"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19"/>
          <p:cNvSpPr/>
          <p:nvPr/>
        </p:nvSpPr>
        <p:spPr>
          <a:xfrm>
            <a:off x="1028224" y="3366373"/>
            <a:ext cx="3727490"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Escalado Automático de Recursos</a:t>
            </a:r>
            <a:endParaRPr b="0" i="0" sz="2200" u="none" cap="none" strike="noStrike">
              <a:solidFill>
                <a:srgbClr val="000000"/>
              </a:solidFill>
              <a:latin typeface="Arial"/>
              <a:ea typeface="Arial"/>
              <a:cs typeface="Arial"/>
              <a:sym typeface="Arial"/>
            </a:endParaRPr>
          </a:p>
        </p:txBody>
      </p:sp>
      <p:sp>
        <p:nvSpPr>
          <p:cNvPr id="601" name="Google Shape;601;p19"/>
          <p:cNvSpPr/>
          <p:nvPr/>
        </p:nvSpPr>
        <p:spPr>
          <a:xfrm>
            <a:off x="1028224" y="4211122"/>
            <a:ext cx="3727490"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El VPA ajusta automáticamente los recursos asignados a los contenedores, como CPU y memoria, para optimizar el uso y rendimiento de los pods.</a:t>
            </a:r>
            <a:endParaRPr b="0" i="0" sz="1750" u="none" cap="none" strike="noStrike">
              <a:solidFill>
                <a:srgbClr val="000000"/>
              </a:solidFill>
              <a:latin typeface="Arial"/>
              <a:ea typeface="Arial"/>
              <a:cs typeface="Arial"/>
              <a:sym typeface="Arial"/>
            </a:endParaRPr>
          </a:p>
        </p:txBody>
      </p:sp>
      <p:sp>
        <p:nvSpPr>
          <p:cNvPr id="602" name="Google Shape;602;p19"/>
          <p:cNvSpPr/>
          <p:nvPr/>
        </p:nvSpPr>
        <p:spPr>
          <a:xfrm>
            <a:off x="5216962" y="3131939"/>
            <a:ext cx="4196358" cy="3128129"/>
          </a:xfrm>
          <a:prstGeom prst="roundRect">
            <a:avLst>
              <a:gd fmla="val 3046"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19"/>
          <p:cNvSpPr/>
          <p:nvPr/>
        </p:nvSpPr>
        <p:spPr>
          <a:xfrm>
            <a:off x="5451396" y="3366373"/>
            <a:ext cx="3727490"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Recomendaciones Basadas en Uso</a:t>
            </a:r>
            <a:endParaRPr b="0" i="0" sz="2200" u="none" cap="none" strike="noStrike">
              <a:solidFill>
                <a:srgbClr val="000000"/>
              </a:solidFill>
              <a:latin typeface="Arial"/>
              <a:ea typeface="Arial"/>
              <a:cs typeface="Arial"/>
              <a:sym typeface="Arial"/>
            </a:endParaRPr>
          </a:p>
        </p:txBody>
      </p:sp>
      <p:sp>
        <p:nvSpPr>
          <p:cNvPr id="604" name="Google Shape;604;p19"/>
          <p:cNvSpPr/>
          <p:nvPr/>
        </p:nvSpPr>
        <p:spPr>
          <a:xfrm>
            <a:off x="5451396" y="4211122"/>
            <a:ext cx="3727490"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El VPA monitorea el uso real de recursos por parte de los pods y proporciona recomendaciones para dimensionar los recursos de manera más precisa.</a:t>
            </a:r>
            <a:endParaRPr b="0" i="0" sz="1750" u="none" cap="none" strike="noStrike">
              <a:solidFill>
                <a:srgbClr val="000000"/>
              </a:solidFill>
              <a:latin typeface="Arial"/>
              <a:ea typeface="Arial"/>
              <a:cs typeface="Arial"/>
              <a:sym typeface="Arial"/>
            </a:endParaRPr>
          </a:p>
        </p:txBody>
      </p:sp>
      <p:sp>
        <p:nvSpPr>
          <p:cNvPr id="605" name="Google Shape;605;p19"/>
          <p:cNvSpPr/>
          <p:nvPr/>
        </p:nvSpPr>
        <p:spPr>
          <a:xfrm>
            <a:off x="9640133" y="3131939"/>
            <a:ext cx="4196358" cy="3128129"/>
          </a:xfrm>
          <a:prstGeom prst="roundRect">
            <a:avLst>
              <a:gd fmla="val 3046"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19"/>
          <p:cNvSpPr/>
          <p:nvPr/>
        </p:nvSpPr>
        <p:spPr>
          <a:xfrm>
            <a:off x="9874568" y="336637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Simplifica la Gestión</a:t>
            </a:r>
            <a:endParaRPr b="0" i="0" sz="2200" u="none" cap="none" strike="noStrike">
              <a:solidFill>
                <a:srgbClr val="000000"/>
              </a:solidFill>
              <a:latin typeface="Arial"/>
              <a:ea typeface="Arial"/>
              <a:cs typeface="Arial"/>
              <a:sym typeface="Arial"/>
            </a:endParaRPr>
          </a:p>
        </p:txBody>
      </p:sp>
      <p:sp>
        <p:nvSpPr>
          <p:cNvPr id="607" name="Google Shape;607;p19"/>
          <p:cNvSpPr/>
          <p:nvPr/>
        </p:nvSpPr>
        <p:spPr>
          <a:xfrm>
            <a:off x="9874568" y="3856792"/>
            <a:ext cx="3727490"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Al automatizar el escalado de recursos, el VPA reduce la carga de trabajo de los administradores y permite enfocar esfuerzos en otras tareas clave.</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20"/>
          <p:cNvSpPr/>
          <p:nvPr/>
        </p:nvSpPr>
        <p:spPr>
          <a:xfrm>
            <a:off x="793802" y="784500"/>
            <a:ext cx="84543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Estrategias de Autoscaling</a:t>
            </a:r>
            <a:endParaRPr b="0" i="0" sz="4450" u="none" cap="none" strike="noStrike">
              <a:solidFill>
                <a:srgbClr val="000000"/>
              </a:solidFill>
              <a:latin typeface="Arial"/>
              <a:ea typeface="Arial"/>
              <a:cs typeface="Arial"/>
              <a:sym typeface="Arial"/>
            </a:endParaRPr>
          </a:p>
        </p:txBody>
      </p:sp>
      <p:pic>
        <p:nvPicPr>
          <p:cNvPr descr="preencoded.png" id="614" name="Google Shape;614;p20"/>
          <p:cNvPicPr preferRelativeResize="0"/>
          <p:nvPr/>
        </p:nvPicPr>
        <p:blipFill rotWithShape="1">
          <a:blip r:embed="rId3">
            <a:alphaModFix/>
          </a:blip>
          <a:srcRect b="0" l="0" r="0" t="0"/>
          <a:stretch/>
        </p:blipFill>
        <p:spPr>
          <a:xfrm>
            <a:off x="793790" y="1946910"/>
            <a:ext cx="4120753" cy="2546747"/>
          </a:xfrm>
          <a:prstGeom prst="rect">
            <a:avLst/>
          </a:prstGeom>
          <a:noFill/>
          <a:ln>
            <a:noFill/>
          </a:ln>
        </p:spPr>
      </p:pic>
      <p:sp>
        <p:nvSpPr>
          <p:cNvPr id="615" name="Google Shape;615;p20"/>
          <p:cNvSpPr/>
          <p:nvPr/>
        </p:nvSpPr>
        <p:spPr>
          <a:xfrm>
            <a:off x="793801" y="4777150"/>
            <a:ext cx="44610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Escalado Basado en Demanda</a:t>
            </a:r>
            <a:endParaRPr b="0" i="0" sz="2200" u="none" cap="none" strike="noStrike">
              <a:solidFill>
                <a:srgbClr val="000000"/>
              </a:solidFill>
              <a:latin typeface="Arial"/>
              <a:ea typeface="Arial"/>
              <a:cs typeface="Arial"/>
              <a:sym typeface="Arial"/>
            </a:endParaRPr>
          </a:p>
        </p:txBody>
      </p:sp>
      <p:sp>
        <p:nvSpPr>
          <p:cNvPr id="616" name="Google Shape;616;p20"/>
          <p:cNvSpPr/>
          <p:nvPr/>
        </p:nvSpPr>
        <p:spPr>
          <a:xfrm>
            <a:off x="793790" y="5267563"/>
            <a:ext cx="4120753"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El escalado basado en demanda ajusta dinámicamente la cantidad de recursos en función de la carga de trabajo real, garantizando un rendimiento óptimo sin desperdicio.</a:t>
            </a:r>
            <a:endParaRPr b="0" i="0" sz="1750" u="none" cap="none" strike="noStrike">
              <a:solidFill>
                <a:srgbClr val="000000"/>
              </a:solidFill>
              <a:latin typeface="Arial"/>
              <a:ea typeface="Arial"/>
              <a:cs typeface="Arial"/>
              <a:sym typeface="Arial"/>
            </a:endParaRPr>
          </a:p>
        </p:txBody>
      </p:sp>
      <p:pic>
        <p:nvPicPr>
          <p:cNvPr descr="preencoded.png" id="617" name="Google Shape;617;p20"/>
          <p:cNvPicPr preferRelativeResize="0"/>
          <p:nvPr/>
        </p:nvPicPr>
        <p:blipFill rotWithShape="1">
          <a:blip r:embed="rId4">
            <a:alphaModFix/>
          </a:blip>
          <a:srcRect b="0" l="0" r="0" t="0"/>
          <a:stretch/>
        </p:blipFill>
        <p:spPr>
          <a:xfrm>
            <a:off x="5254704" y="1946910"/>
            <a:ext cx="4120872" cy="2546866"/>
          </a:xfrm>
          <a:prstGeom prst="rect">
            <a:avLst/>
          </a:prstGeom>
          <a:noFill/>
          <a:ln>
            <a:noFill/>
          </a:ln>
        </p:spPr>
      </p:pic>
      <p:sp>
        <p:nvSpPr>
          <p:cNvPr id="618" name="Google Shape;618;p20"/>
          <p:cNvSpPr/>
          <p:nvPr/>
        </p:nvSpPr>
        <p:spPr>
          <a:xfrm>
            <a:off x="5254704" y="477726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Escalado por Lotes</a:t>
            </a:r>
            <a:endParaRPr b="0" i="0" sz="2200" u="none" cap="none" strike="noStrike">
              <a:solidFill>
                <a:srgbClr val="000000"/>
              </a:solidFill>
              <a:latin typeface="Arial"/>
              <a:ea typeface="Arial"/>
              <a:cs typeface="Arial"/>
              <a:sym typeface="Arial"/>
            </a:endParaRPr>
          </a:p>
        </p:txBody>
      </p:sp>
      <p:sp>
        <p:nvSpPr>
          <p:cNvPr id="619" name="Google Shape;619;p20"/>
          <p:cNvSpPr/>
          <p:nvPr/>
        </p:nvSpPr>
        <p:spPr>
          <a:xfrm>
            <a:off x="5254704" y="5267682"/>
            <a:ext cx="4120872"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El escalado por lotes permite aumentar o disminuir la capacidad en etapas, lo cual es útil para cargas de trabajo predecibles y periódicas.</a:t>
            </a:r>
            <a:endParaRPr b="0" i="0" sz="1750" u="none" cap="none" strike="noStrike">
              <a:solidFill>
                <a:srgbClr val="000000"/>
              </a:solidFill>
              <a:latin typeface="Arial"/>
              <a:ea typeface="Arial"/>
              <a:cs typeface="Arial"/>
              <a:sym typeface="Arial"/>
            </a:endParaRPr>
          </a:p>
        </p:txBody>
      </p:sp>
      <p:pic>
        <p:nvPicPr>
          <p:cNvPr descr="preencoded.png" id="620" name="Google Shape;620;p20"/>
          <p:cNvPicPr preferRelativeResize="0"/>
          <p:nvPr/>
        </p:nvPicPr>
        <p:blipFill rotWithShape="1">
          <a:blip r:embed="rId5">
            <a:alphaModFix/>
          </a:blip>
          <a:srcRect b="0" l="0" r="0" t="0"/>
          <a:stretch/>
        </p:blipFill>
        <p:spPr>
          <a:xfrm>
            <a:off x="9715738" y="1946910"/>
            <a:ext cx="4120753" cy="2546747"/>
          </a:xfrm>
          <a:prstGeom prst="rect">
            <a:avLst/>
          </a:prstGeom>
          <a:noFill/>
          <a:ln>
            <a:noFill/>
          </a:ln>
        </p:spPr>
      </p:pic>
      <p:sp>
        <p:nvSpPr>
          <p:cNvPr id="621" name="Google Shape;621;p20"/>
          <p:cNvSpPr/>
          <p:nvPr/>
        </p:nvSpPr>
        <p:spPr>
          <a:xfrm>
            <a:off x="9715752" y="4777150"/>
            <a:ext cx="4320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Combinación de Estrategias</a:t>
            </a:r>
            <a:endParaRPr b="0" i="0" sz="2200" u="none" cap="none" strike="noStrike">
              <a:solidFill>
                <a:srgbClr val="000000"/>
              </a:solidFill>
              <a:latin typeface="Arial"/>
              <a:ea typeface="Arial"/>
              <a:cs typeface="Arial"/>
              <a:sym typeface="Arial"/>
            </a:endParaRPr>
          </a:p>
        </p:txBody>
      </p:sp>
      <p:sp>
        <p:nvSpPr>
          <p:cNvPr id="622" name="Google Shape;622;p20"/>
          <p:cNvSpPr/>
          <p:nvPr/>
        </p:nvSpPr>
        <p:spPr>
          <a:xfrm>
            <a:off x="9715738" y="5267563"/>
            <a:ext cx="4120753"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Para lograr un autoscaling eficiente, a menudo se combinan estrategias como el escalado basado en demanda y el escalado por lotes, adaptándolas a las necesidades específicas de la aplicación.</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g36626736f9f_0_233"/>
          <p:cNvSpPr txBox="1"/>
          <p:nvPr>
            <p:ph type="ctrTitle"/>
          </p:nvPr>
        </p:nvSpPr>
        <p:spPr>
          <a:xfrm>
            <a:off x="498733" y="1191320"/>
            <a:ext cx="13632900" cy="3284100"/>
          </a:xfrm>
          <a:prstGeom prst="rect">
            <a:avLst/>
          </a:prstGeom>
          <a:noFill/>
          <a:ln>
            <a:noFill/>
          </a:ln>
        </p:spPr>
        <p:txBody>
          <a:bodyPr anchorCtr="0" anchor="b" bIns="146275" lIns="146275" spcFirstLastPara="1" rIns="146275" wrap="square" tIns="146275">
            <a:normAutofit/>
          </a:bodyPr>
          <a:lstStyle/>
          <a:p>
            <a:pPr indent="0" lvl="0" marL="0" rtl="0" algn="ctr">
              <a:lnSpc>
                <a:spcPct val="100000"/>
              </a:lnSpc>
              <a:spcBef>
                <a:spcPts val="0"/>
              </a:spcBef>
              <a:spcAft>
                <a:spcPts val="0"/>
              </a:spcAft>
              <a:buSzPts val="8300"/>
              <a:buNone/>
            </a:pPr>
            <a:r>
              <a:t/>
            </a:r>
            <a:endParaRPr/>
          </a:p>
        </p:txBody>
      </p:sp>
      <p:sp>
        <p:nvSpPr>
          <p:cNvPr id="629" name="Google Shape;629;g36626736f9f_0_233"/>
          <p:cNvSpPr txBox="1"/>
          <p:nvPr>
            <p:ph idx="1" type="subTitle"/>
          </p:nvPr>
        </p:nvSpPr>
        <p:spPr>
          <a:xfrm>
            <a:off x="498720" y="4534600"/>
            <a:ext cx="13632900" cy="1268100"/>
          </a:xfrm>
          <a:prstGeom prst="rect">
            <a:avLst/>
          </a:prstGeom>
          <a:noFill/>
          <a:ln>
            <a:noFill/>
          </a:ln>
        </p:spPr>
        <p:txBody>
          <a:bodyPr anchorCtr="0" anchor="t" bIns="146275" lIns="146275" spcFirstLastPara="1" rIns="146275" wrap="square" tIns="146275">
            <a:normAutofit/>
          </a:bodyPr>
          <a:lstStyle/>
          <a:p>
            <a:pPr indent="0" lvl="0" marL="0" rtl="0" algn="ctr">
              <a:lnSpc>
                <a:spcPct val="100000"/>
              </a:lnSpc>
              <a:spcBef>
                <a:spcPts val="0"/>
              </a:spcBef>
              <a:spcAft>
                <a:spcPts val="0"/>
              </a:spcAft>
              <a:buSzPts val="4500"/>
              <a:buNone/>
            </a:pPr>
            <a:r>
              <a:t/>
            </a:r>
            <a:endParaRPr/>
          </a:p>
        </p:txBody>
      </p:sp>
      <p:pic>
        <p:nvPicPr>
          <p:cNvPr descr="Hoy vemos un par de comandos que he aprendido recientemente usando kubectl.&#10;&#10;Primer video sobre kubectl: https://youtu.be/caHsjOmrr2s&#10;Plugins de kubectl: https://youtu.be/Th-KCvyXgg4&#10;Creando tu propio plugin de kubectl: https://youtu.be/Dhx7sCSPZZw&#10;Minikube: https://youtu.be/6e_sXAx7kts&#10;Vlog de Kubecon Europa: https://youtu.be/l3pSu8VZZE8&#10;Kubecolor: https://github.com/dty1er/kubecolor&#10;&#10;--&#10;Repo con todos los archivos que uso: https://github.com/pablokbs/peladonerd&#10;Merchandising Pelado Nerd: https://merch.peladonerd.com&#10;&#10;Micrófono: Rode VideoMicro + Zoom H1N &#10;Cámara: Sony A7 Mark III&#10;Lente: Sony 28-70mm 3.5&#10;Laptop: Macbook Pro 16'' 2019&#10;&#10;Puedes encontrar todos mis links en https://peladonerd.com" id="630" name="Google Shape;630;g36626736f9f_0_233" title="MÁS COMANDOS INDISPENSABLES para KUBECTL!">
            <a:hlinkClick r:id="rId3"/>
          </p:cNvPr>
          <p:cNvPicPr preferRelativeResize="0"/>
          <p:nvPr/>
        </p:nvPicPr>
        <p:blipFill rotWithShape="1">
          <a:blip r:embed="rId4">
            <a:alphaModFix/>
          </a:blip>
          <a:srcRect b="0" l="0" r="0" t="0"/>
          <a:stretch/>
        </p:blipFill>
        <p:spPr>
          <a:xfrm>
            <a:off x="206638" y="116250"/>
            <a:ext cx="14217075" cy="7997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1000"/>
                                        <p:tgtEl>
                                          <p:spTgt spid="6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635" name="Shape 635"/>
        <p:cNvGrpSpPr/>
        <p:nvPr/>
      </p:nvGrpSpPr>
      <p:grpSpPr>
        <a:xfrm>
          <a:off x="0" y="0"/>
          <a:ext cx="0" cy="0"/>
          <a:chOff x="0" y="0"/>
          <a:chExt cx="0" cy="0"/>
        </a:xfrm>
      </p:grpSpPr>
      <p:sp>
        <p:nvSpPr>
          <p:cNvPr id="636" name="Google Shape;636;g3d13e538ef5_0_432"/>
          <p:cNvSpPr/>
          <p:nvPr/>
        </p:nvSpPr>
        <p:spPr>
          <a:xfrm>
            <a:off x="4269000" y="722640"/>
            <a:ext cx="6094500" cy="10386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202124"/>
              </a:buClr>
              <a:buSzPts val="4300"/>
              <a:buFont typeface="Noto Sans SC"/>
              <a:buNone/>
            </a:pPr>
            <a:r>
              <a:rPr b="1" lang="en-US" sz="4800">
                <a:solidFill>
                  <a:srgbClr val="202124"/>
                </a:solidFill>
                <a:latin typeface="Noto Sans SC"/>
                <a:ea typeface="Noto Sans SC"/>
                <a:cs typeface="Noto Sans SC"/>
                <a:sym typeface="Noto Sans SC"/>
              </a:rPr>
              <a:t>Conceptos Clave</a:t>
            </a:r>
            <a:endParaRPr b="1" i="0" sz="2400" u="none" cap="none" strike="noStrike"/>
          </a:p>
        </p:txBody>
      </p:sp>
      <p:sp>
        <p:nvSpPr>
          <p:cNvPr id="637" name="Google Shape;637;g3d13e538ef5_0_432"/>
          <p:cNvSpPr/>
          <p:nvPr/>
        </p:nvSpPr>
        <p:spPr>
          <a:xfrm>
            <a:off x="2183606" y="2106930"/>
            <a:ext cx="914400" cy="731520"/>
          </a:xfrm>
          <a:custGeom>
            <a:rect b="b" l="l" r="r" t="t"/>
            <a:pathLst>
              <a:path extrusionOk="0" h="609600" w="762000">
                <a:moveTo>
                  <a:pt x="495181" y="250627"/>
                </a:moveTo>
                <a:cubicBezTo>
                  <a:pt x="509707" y="246698"/>
                  <a:pt x="524947" y="253603"/>
                  <a:pt x="531495" y="267057"/>
                </a:cubicBezTo>
                <a:lnTo>
                  <a:pt x="553641" y="311825"/>
                </a:lnTo>
                <a:cubicBezTo>
                  <a:pt x="565904" y="313492"/>
                  <a:pt x="577929" y="316825"/>
                  <a:pt x="589240" y="321469"/>
                </a:cubicBezTo>
                <a:lnTo>
                  <a:pt x="630912" y="293727"/>
                </a:lnTo>
                <a:cubicBezTo>
                  <a:pt x="643414" y="285393"/>
                  <a:pt x="659963" y="287060"/>
                  <a:pt x="670560" y="297656"/>
                </a:cubicBezTo>
                <a:lnTo>
                  <a:pt x="693420" y="320516"/>
                </a:lnTo>
                <a:cubicBezTo>
                  <a:pt x="704017" y="331113"/>
                  <a:pt x="705683" y="347782"/>
                  <a:pt x="697349" y="360164"/>
                </a:cubicBezTo>
                <a:lnTo>
                  <a:pt x="669608" y="401717"/>
                </a:lnTo>
                <a:cubicBezTo>
                  <a:pt x="671870" y="407313"/>
                  <a:pt x="673894" y="413147"/>
                  <a:pt x="675561" y="419219"/>
                </a:cubicBezTo>
                <a:cubicBezTo>
                  <a:pt x="677228" y="425291"/>
                  <a:pt x="678299" y="431244"/>
                  <a:pt x="679133" y="437317"/>
                </a:cubicBezTo>
                <a:lnTo>
                  <a:pt x="724019" y="459462"/>
                </a:lnTo>
                <a:cubicBezTo>
                  <a:pt x="737473" y="466130"/>
                  <a:pt x="744379" y="481370"/>
                  <a:pt x="740450" y="495776"/>
                </a:cubicBezTo>
                <a:lnTo>
                  <a:pt x="732115" y="526971"/>
                </a:lnTo>
                <a:cubicBezTo>
                  <a:pt x="728186" y="541377"/>
                  <a:pt x="714732" y="551140"/>
                  <a:pt x="699730" y="550188"/>
                </a:cubicBezTo>
                <a:lnTo>
                  <a:pt x="649724" y="546973"/>
                </a:lnTo>
                <a:cubicBezTo>
                  <a:pt x="642223" y="556617"/>
                  <a:pt x="633532" y="565547"/>
                  <a:pt x="623649" y="573167"/>
                </a:cubicBezTo>
                <a:lnTo>
                  <a:pt x="626864" y="623054"/>
                </a:lnTo>
                <a:cubicBezTo>
                  <a:pt x="627817" y="638056"/>
                  <a:pt x="618053" y="651629"/>
                  <a:pt x="603647" y="655439"/>
                </a:cubicBezTo>
                <a:lnTo>
                  <a:pt x="572453" y="663773"/>
                </a:lnTo>
                <a:cubicBezTo>
                  <a:pt x="557927" y="667702"/>
                  <a:pt x="542806" y="660797"/>
                  <a:pt x="536138" y="647343"/>
                </a:cubicBezTo>
                <a:lnTo>
                  <a:pt x="513993" y="602575"/>
                </a:lnTo>
                <a:cubicBezTo>
                  <a:pt x="501729" y="600908"/>
                  <a:pt x="489704" y="597575"/>
                  <a:pt x="478393" y="592931"/>
                </a:cubicBezTo>
                <a:lnTo>
                  <a:pt x="436721" y="620673"/>
                </a:lnTo>
                <a:cubicBezTo>
                  <a:pt x="424220" y="629007"/>
                  <a:pt x="407670" y="627340"/>
                  <a:pt x="397073" y="616744"/>
                </a:cubicBezTo>
                <a:lnTo>
                  <a:pt x="374213" y="593884"/>
                </a:lnTo>
                <a:cubicBezTo>
                  <a:pt x="363617" y="583287"/>
                  <a:pt x="361950" y="566738"/>
                  <a:pt x="370284" y="554236"/>
                </a:cubicBezTo>
                <a:lnTo>
                  <a:pt x="398026" y="512564"/>
                </a:lnTo>
                <a:cubicBezTo>
                  <a:pt x="395764" y="506968"/>
                  <a:pt x="393740" y="501134"/>
                  <a:pt x="392073" y="495062"/>
                </a:cubicBezTo>
                <a:cubicBezTo>
                  <a:pt x="390406" y="488990"/>
                  <a:pt x="389334" y="482918"/>
                  <a:pt x="388501" y="476964"/>
                </a:cubicBezTo>
                <a:lnTo>
                  <a:pt x="343614" y="454819"/>
                </a:lnTo>
                <a:cubicBezTo>
                  <a:pt x="330160" y="448151"/>
                  <a:pt x="323374" y="432911"/>
                  <a:pt x="327184" y="418505"/>
                </a:cubicBezTo>
                <a:lnTo>
                  <a:pt x="335518" y="387310"/>
                </a:lnTo>
                <a:cubicBezTo>
                  <a:pt x="339447" y="372904"/>
                  <a:pt x="352901" y="363141"/>
                  <a:pt x="367903" y="364093"/>
                </a:cubicBezTo>
                <a:lnTo>
                  <a:pt x="417790" y="367308"/>
                </a:lnTo>
                <a:cubicBezTo>
                  <a:pt x="425291" y="357664"/>
                  <a:pt x="433983" y="348734"/>
                  <a:pt x="443865" y="341114"/>
                </a:cubicBezTo>
                <a:lnTo>
                  <a:pt x="440650" y="291346"/>
                </a:lnTo>
                <a:cubicBezTo>
                  <a:pt x="439698" y="276344"/>
                  <a:pt x="449461" y="262771"/>
                  <a:pt x="463867" y="258961"/>
                </a:cubicBezTo>
                <a:lnTo>
                  <a:pt x="495062" y="250627"/>
                </a:lnTo>
                <a:close/>
                <a:moveTo>
                  <a:pt x="533876" y="404813"/>
                </a:moveTo>
                <a:cubicBezTo>
                  <a:pt x="504963" y="404845"/>
                  <a:pt x="481515" y="428346"/>
                  <a:pt x="481548" y="457260"/>
                </a:cubicBezTo>
                <a:cubicBezTo>
                  <a:pt x="481581" y="486173"/>
                  <a:pt x="505082" y="509620"/>
                  <a:pt x="533995" y="509588"/>
                </a:cubicBezTo>
                <a:cubicBezTo>
                  <a:pt x="562909" y="509555"/>
                  <a:pt x="586356" y="486054"/>
                  <a:pt x="586323" y="457140"/>
                </a:cubicBezTo>
                <a:cubicBezTo>
                  <a:pt x="586290" y="428227"/>
                  <a:pt x="562790" y="404780"/>
                  <a:pt x="533876" y="404813"/>
                </a:cubicBezTo>
                <a:close/>
                <a:moveTo>
                  <a:pt x="267772" y="-54173"/>
                </a:moveTo>
                <a:lnTo>
                  <a:pt x="298966" y="-45839"/>
                </a:lnTo>
                <a:cubicBezTo>
                  <a:pt x="313373" y="-41910"/>
                  <a:pt x="323136" y="-28337"/>
                  <a:pt x="322183" y="-13454"/>
                </a:cubicBezTo>
                <a:lnTo>
                  <a:pt x="318968" y="36314"/>
                </a:lnTo>
                <a:cubicBezTo>
                  <a:pt x="328851" y="43934"/>
                  <a:pt x="337542" y="52745"/>
                  <a:pt x="345043" y="62508"/>
                </a:cubicBezTo>
                <a:lnTo>
                  <a:pt x="395049" y="59293"/>
                </a:lnTo>
                <a:cubicBezTo>
                  <a:pt x="409932" y="58341"/>
                  <a:pt x="423505" y="68104"/>
                  <a:pt x="427434" y="82510"/>
                </a:cubicBezTo>
                <a:lnTo>
                  <a:pt x="435769" y="113705"/>
                </a:lnTo>
                <a:cubicBezTo>
                  <a:pt x="439579" y="128111"/>
                  <a:pt x="432792" y="143351"/>
                  <a:pt x="419338" y="150019"/>
                </a:cubicBezTo>
                <a:lnTo>
                  <a:pt x="374452" y="172164"/>
                </a:lnTo>
                <a:cubicBezTo>
                  <a:pt x="373618" y="178237"/>
                  <a:pt x="372428" y="184309"/>
                  <a:pt x="370880" y="190262"/>
                </a:cubicBezTo>
                <a:cubicBezTo>
                  <a:pt x="369332" y="196215"/>
                  <a:pt x="367189" y="202168"/>
                  <a:pt x="364927" y="207764"/>
                </a:cubicBezTo>
                <a:lnTo>
                  <a:pt x="392668" y="249436"/>
                </a:lnTo>
                <a:cubicBezTo>
                  <a:pt x="401003" y="261937"/>
                  <a:pt x="399336" y="278487"/>
                  <a:pt x="388739" y="289084"/>
                </a:cubicBezTo>
                <a:lnTo>
                  <a:pt x="365879" y="311944"/>
                </a:lnTo>
                <a:cubicBezTo>
                  <a:pt x="355283" y="322540"/>
                  <a:pt x="338733" y="324207"/>
                  <a:pt x="326231" y="315873"/>
                </a:cubicBezTo>
                <a:lnTo>
                  <a:pt x="284559" y="288131"/>
                </a:lnTo>
                <a:cubicBezTo>
                  <a:pt x="273248" y="292775"/>
                  <a:pt x="261223" y="296108"/>
                  <a:pt x="248960" y="297775"/>
                </a:cubicBezTo>
                <a:lnTo>
                  <a:pt x="226814" y="342543"/>
                </a:lnTo>
                <a:cubicBezTo>
                  <a:pt x="220147" y="355997"/>
                  <a:pt x="204907" y="362783"/>
                  <a:pt x="190500" y="358973"/>
                </a:cubicBezTo>
                <a:lnTo>
                  <a:pt x="159306" y="350639"/>
                </a:lnTo>
                <a:cubicBezTo>
                  <a:pt x="144780" y="346710"/>
                  <a:pt x="135136" y="333137"/>
                  <a:pt x="136088" y="318254"/>
                </a:cubicBezTo>
                <a:lnTo>
                  <a:pt x="139303" y="268367"/>
                </a:lnTo>
                <a:cubicBezTo>
                  <a:pt x="129421" y="260747"/>
                  <a:pt x="120729" y="251936"/>
                  <a:pt x="113228" y="242173"/>
                </a:cubicBezTo>
                <a:lnTo>
                  <a:pt x="63222" y="245388"/>
                </a:lnTo>
                <a:cubicBezTo>
                  <a:pt x="48339" y="246340"/>
                  <a:pt x="34766" y="236577"/>
                  <a:pt x="30837" y="222171"/>
                </a:cubicBezTo>
                <a:lnTo>
                  <a:pt x="22503" y="190976"/>
                </a:lnTo>
                <a:cubicBezTo>
                  <a:pt x="18693" y="176570"/>
                  <a:pt x="25479" y="161330"/>
                  <a:pt x="38933" y="154662"/>
                </a:cubicBezTo>
                <a:lnTo>
                  <a:pt x="83820" y="132517"/>
                </a:lnTo>
                <a:cubicBezTo>
                  <a:pt x="84653" y="126444"/>
                  <a:pt x="85844" y="120491"/>
                  <a:pt x="87392" y="114419"/>
                </a:cubicBezTo>
                <a:cubicBezTo>
                  <a:pt x="89059" y="108347"/>
                  <a:pt x="90964" y="102513"/>
                  <a:pt x="93345" y="96917"/>
                </a:cubicBezTo>
                <a:lnTo>
                  <a:pt x="65603" y="55364"/>
                </a:lnTo>
                <a:cubicBezTo>
                  <a:pt x="57269" y="42863"/>
                  <a:pt x="58936" y="26313"/>
                  <a:pt x="69533" y="15716"/>
                </a:cubicBezTo>
                <a:lnTo>
                  <a:pt x="92393" y="-7144"/>
                </a:lnTo>
                <a:cubicBezTo>
                  <a:pt x="102989" y="-17740"/>
                  <a:pt x="119539" y="-19407"/>
                  <a:pt x="132040" y="-11073"/>
                </a:cubicBezTo>
                <a:lnTo>
                  <a:pt x="173712" y="16669"/>
                </a:lnTo>
                <a:cubicBezTo>
                  <a:pt x="185023" y="12025"/>
                  <a:pt x="197048" y="8692"/>
                  <a:pt x="209312" y="7025"/>
                </a:cubicBezTo>
                <a:lnTo>
                  <a:pt x="231458" y="-37743"/>
                </a:lnTo>
                <a:cubicBezTo>
                  <a:pt x="238125" y="-51197"/>
                  <a:pt x="253246" y="-57983"/>
                  <a:pt x="267772" y="-54173"/>
                </a:cubicBezTo>
                <a:close/>
                <a:moveTo>
                  <a:pt x="229076" y="100013"/>
                </a:moveTo>
                <a:cubicBezTo>
                  <a:pt x="200163" y="100013"/>
                  <a:pt x="176689" y="123487"/>
                  <a:pt x="176689" y="152400"/>
                </a:cubicBezTo>
                <a:cubicBezTo>
                  <a:pt x="176689" y="181313"/>
                  <a:pt x="200163" y="204787"/>
                  <a:pt x="229076" y="204787"/>
                </a:cubicBezTo>
                <a:cubicBezTo>
                  <a:pt x="257990" y="204787"/>
                  <a:pt x="281464" y="181313"/>
                  <a:pt x="281464" y="152400"/>
                </a:cubicBezTo>
                <a:cubicBezTo>
                  <a:pt x="281464" y="123487"/>
                  <a:pt x="257990" y="100013"/>
                  <a:pt x="229076" y="100013"/>
                </a:cubicBezTo>
                <a:close/>
              </a:path>
            </a:pathLst>
          </a:custGeom>
          <a:solidFill>
            <a:srgbClr val="4285F4"/>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638" name="Google Shape;638;g3d13e538ef5_0_432"/>
          <p:cNvSpPr/>
          <p:nvPr/>
        </p:nvSpPr>
        <p:spPr>
          <a:xfrm>
            <a:off x="482820" y="3308340"/>
            <a:ext cx="4312800" cy="4266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202124"/>
              </a:buClr>
              <a:buSzPts val="2400"/>
              <a:buFont typeface="Noto Sans SC"/>
              <a:buNone/>
            </a:pPr>
            <a:r>
              <a:rPr b="1" i="0" lang="en-US" sz="2400" u="none" cap="none" strike="noStrike">
                <a:solidFill>
                  <a:srgbClr val="202124"/>
                </a:solidFill>
                <a:latin typeface="Noto Sans SC"/>
                <a:ea typeface="Noto Sans SC"/>
                <a:cs typeface="Noto Sans SC"/>
                <a:sym typeface="Noto Sans SC"/>
              </a:rPr>
              <a:t>Tecnologías Clave</a:t>
            </a:r>
            <a:endParaRPr b="1" i="0" sz="1900" u="none" cap="none" strike="noStrike"/>
          </a:p>
        </p:txBody>
      </p:sp>
      <p:sp>
        <p:nvSpPr>
          <p:cNvPr id="639" name="Google Shape;639;g3d13e538ef5_0_432"/>
          <p:cNvSpPr/>
          <p:nvPr/>
        </p:nvSpPr>
        <p:spPr>
          <a:xfrm>
            <a:off x="792480" y="4204830"/>
            <a:ext cx="4008000" cy="276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1800"/>
              <a:buFont typeface="Arial"/>
              <a:buNone/>
            </a:pPr>
            <a:r>
              <a:rPr b="0" i="0" lang="en-US" sz="2600" u="none" cap="none" strike="noStrike">
                <a:solidFill>
                  <a:srgbClr val="000000"/>
                </a:solidFill>
                <a:latin typeface="Arial"/>
                <a:ea typeface="Arial"/>
                <a:cs typeface="Arial"/>
                <a:sym typeface="Arial"/>
              </a:rPr>
              <a:t>Virtualización y contenerización son la base de la infraestructura moderna, impulsando la automatización y eficiencia.</a:t>
            </a:r>
            <a:endParaRPr b="0" i="0" sz="2700" u="none" cap="none" strike="noStrike"/>
          </a:p>
        </p:txBody>
      </p:sp>
      <p:cxnSp>
        <p:nvCxnSpPr>
          <p:cNvPr id="640" name="Google Shape;640;g3d13e538ef5_0_432"/>
          <p:cNvCxnSpPr/>
          <p:nvPr/>
        </p:nvCxnSpPr>
        <p:spPr>
          <a:xfrm>
            <a:off x="9350693" y="3200400"/>
            <a:ext cx="0" cy="2926200"/>
          </a:xfrm>
          <a:prstGeom prst="straightConnector1">
            <a:avLst/>
          </a:prstGeom>
          <a:noFill/>
          <a:ln cap="flat" cmpd="sng" w="30475">
            <a:solidFill>
              <a:srgbClr val="888B8D">
                <a:alpha val="29800"/>
              </a:srgbClr>
            </a:solidFill>
            <a:prstDash val="solid"/>
            <a:round/>
            <a:headEnd len="sm" w="sm" type="none"/>
            <a:tailEnd len="sm" w="sm" type="none"/>
          </a:ln>
        </p:spPr>
      </p:cxnSp>
      <p:cxnSp>
        <p:nvCxnSpPr>
          <p:cNvPr id="641" name="Google Shape;641;g3d13e538ef5_0_432"/>
          <p:cNvCxnSpPr/>
          <p:nvPr/>
        </p:nvCxnSpPr>
        <p:spPr>
          <a:xfrm>
            <a:off x="5220653" y="3200400"/>
            <a:ext cx="0" cy="2926200"/>
          </a:xfrm>
          <a:prstGeom prst="straightConnector1">
            <a:avLst/>
          </a:prstGeom>
          <a:noFill/>
          <a:ln cap="flat" cmpd="sng" w="30475">
            <a:solidFill>
              <a:srgbClr val="888B8D">
                <a:alpha val="29800"/>
              </a:srgbClr>
            </a:solidFill>
            <a:prstDash val="solid"/>
            <a:round/>
            <a:headEnd len="sm" w="sm" type="none"/>
            <a:tailEnd len="sm" w="sm" type="none"/>
          </a:ln>
        </p:spPr>
      </p:cxnSp>
      <p:sp>
        <p:nvSpPr>
          <p:cNvPr id="642" name="Google Shape;642;g3d13e538ef5_0_432"/>
          <p:cNvSpPr/>
          <p:nvPr/>
        </p:nvSpPr>
        <p:spPr>
          <a:xfrm>
            <a:off x="6874200" y="2106930"/>
            <a:ext cx="822960" cy="731520"/>
          </a:xfrm>
          <a:custGeom>
            <a:rect b="b" l="l" r="r" t="t"/>
            <a:pathLst>
              <a:path extrusionOk="0" h="609600" w="685800">
                <a:moveTo>
                  <a:pt x="266819" y="115610"/>
                </a:moveTo>
                <a:lnTo>
                  <a:pt x="266819" y="174665"/>
                </a:lnTo>
                <a:lnTo>
                  <a:pt x="267414" y="175260"/>
                </a:lnTo>
                <a:cubicBezTo>
                  <a:pt x="275153" y="77152"/>
                  <a:pt x="357188" y="0"/>
                  <a:pt x="457319" y="0"/>
                </a:cubicBezTo>
                <a:cubicBezTo>
                  <a:pt x="481251" y="0"/>
                  <a:pt x="504230" y="4405"/>
                  <a:pt x="525304" y="12502"/>
                </a:cubicBezTo>
                <a:cubicBezTo>
                  <a:pt x="537210" y="17026"/>
                  <a:pt x="539353" y="32147"/>
                  <a:pt x="530423" y="41196"/>
                </a:cubicBezTo>
                <a:lnTo>
                  <a:pt x="424815" y="146804"/>
                </a:lnTo>
                <a:cubicBezTo>
                  <a:pt x="421243" y="150376"/>
                  <a:pt x="419219" y="155258"/>
                  <a:pt x="419219" y="160258"/>
                </a:cubicBezTo>
                <a:lnTo>
                  <a:pt x="419219" y="209550"/>
                </a:lnTo>
                <a:cubicBezTo>
                  <a:pt x="419219" y="220028"/>
                  <a:pt x="427792" y="228600"/>
                  <a:pt x="438269" y="228600"/>
                </a:cubicBezTo>
                <a:lnTo>
                  <a:pt x="487561" y="228600"/>
                </a:lnTo>
                <a:cubicBezTo>
                  <a:pt x="492562" y="228600"/>
                  <a:pt x="497443" y="226576"/>
                  <a:pt x="501015" y="223004"/>
                </a:cubicBezTo>
                <a:lnTo>
                  <a:pt x="606623" y="117396"/>
                </a:lnTo>
                <a:cubicBezTo>
                  <a:pt x="615672" y="108347"/>
                  <a:pt x="630793" y="110609"/>
                  <a:pt x="635318" y="122515"/>
                </a:cubicBezTo>
                <a:cubicBezTo>
                  <a:pt x="643414" y="143589"/>
                  <a:pt x="647819" y="166568"/>
                  <a:pt x="647819" y="190500"/>
                </a:cubicBezTo>
                <a:cubicBezTo>
                  <a:pt x="647819" y="262652"/>
                  <a:pt x="607695" y="325517"/>
                  <a:pt x="548402" y="357783"/>
                </a:cubicBezTo>
                <a:lnTo>
                  <a:pt x="645438" y="454819"/>
                </a:lnTo>
                <a:cubicBezTo>
                  <a:pt x="667703" y="477083"/>
                  <a:pt x="667703" y="513278"/>
                  <a:pt x="645438" y="535662"/>
                </a:cubicBezTo>
                <a:lnTo>
                  <a:pt x="573881" y="607219"/>
                </a:lnTo>
                <a:cubicBezTo>
                  <a:pt x="551617" y="629483"/>
                  <a:pt x="515422" y="629483"/>
                  <a:pt x="493038" y="607219"/>
                </a:cubicBezTo>
                <a:lnTo>
                  <a:pt x="343019" y="457200"/>
                </a:lnTo>
                <a:cubicBezTo>
                  <a:pt x="310396" y="424577"/>
                  <a:pt x="303014" y="376357"/>
                  <a:pt x="320993" y="336590"/>
                </a:cubicBezTo>
                <a:lnTo>
                  <a:pt x="213003" y="228600"/>
                </a:lnTo>
                <a:lnTo>
                  <a:pt x="153948" y="228600"/>
                </a:lnTo>
                <a:cubicBezTo>
                  <a:pt x="141208" y="228600"/>
                  <a:pt x="129302" y="222290"/>
                  <a:pt x="122277" y="211693"/>
                </a:cubicBezTo>
                <a:lnTo>
                  <a:pt x="27861" y="70128"/>
                </a:lnTo>
                <a:cubicBezTo>
                  <a:pt x="22860" y="62627"/>
                  <a:pt x="23813" y="52507"/>
                  <a:pt x="30242" y="46077"/>
                </a:cubicBezTo>
                <a:lnTo>
                  <a:pt x="84296" y="-7977"/>
                </a:lnTo>
                <a:cubicBezTo>
                  <a:pt x="90726" y="-14407"/>
                  <a:pt x="100727" y="-15359"/>
                  <a:pt x="108347" y="-10358"/>
                </a:cubicBezTo>
                <a:lnTo>
                  <a:pt x="249912" y="83939"/>
                </a:lnTo>
                <a:cubicBezTo>
                  <a:pt x="260509" y="90964"/>
                  <a:pt x="266819" y="102870"/>
                  <a:pt x="266819" y="115610"/>
                </a:cubicBezTo>
                <a:close/>
                <a:moveTo>
                  <a:pt x="256699" y="353139"/>
                </a:moveTo>
                <a:cubicBezTo>
                  <a:pt x="249198" y="397193"/>
                  <a:pt x="259556" y="443746"/>
                  <a:pt x="288131" y="481012"/>
                </a:cubicBezTo>
                <a:lnTo>
                  <a:pt x="175022" y="594003"/>
                </a:lnTo>
                <a:cubicBezTo>
                  <a:pt x="141565" y="627459"/>
                  <a:pt x="87273" y="627459"/>
                  <a:pt x="53816" y="594003"/>
                </a:cubicBezTo>
                <a:cubicBezTo>
                  <a:pt x="20360" y="560546"/>
                  <a:pt x="20360" y="506254"/>
                  <a:pt x="53816" y="472797"/>
                </a:cubicBezTo>
                <a:lnTo>
                  <a:pt x="215027" y="311587"/>
                </a:lnTo>
                <a:lnTo>
                  <a:pt x="256699" y="353258"/>
                </a:lnTo>
                <a:close/>
              </a:path>
            </a:pathLst>
          </a:custGeom>
          <a:solidFill>
            <a:srgbClr val="4285F4"/>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643" name="Google Shape;643;g3d13e538ef5_0_432"/>
          <p:cNvSpPr/>
          <p:nvPr/>
        </p:nvSpPr>
        <p:spPr>
          <a:xfrm>
            <a:off x="5190173" y="3308340"/>
            <a:ext cx="4251900" cy="4266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202124"/>
              </a:buClr>
              <a:buSzPts val="2400"/>
              <a:buFont typeface="Noto Sans SC"/>
              <a:buNone/>
            </a:pPr>
            <a:r>
              <a:rPr b="1" i="0" lang="en-US" sz="2400" u="none" cap="none" strike="noStrike">
                <a:solidFill>
                  <a:srgbClr val="202124"/>
                </a:solidFill>
                <a:latin typeface="Noto Sans SC"/>
                <a:ea typeface="Noto Sans SC"/>
                <a:cs typeface="Noto Sans SC"/>
                <a:sym typeface="Noto Sans SC"/>
              </a:rPr>
              <a:t>Herramientas Esenciales</a:t>
            </a:r>
            <a:endParaRPr b="1" i="0" sz="1900" u="none" cap="none" strike="noStrike"/>
          </a:p>
        </p:txBody>
      </p:sp>
      <p:sp>
        <p:nvSpPr>
          <p:cNvPr id="644" name="Google Shape;644;g3d13e538ef5_0_432"/>
          <p:cNvSpPr/>
          <p:nvPr/>
        </p:nvSpPr>
        <p:spPr>
          <a:xfrm>
            <a:off x="5494980" y="4204830"/>
            <a:ext cx="3588900" cy="276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40404"/>
              </a:buClr>
              <a:buSzPts val="1800"/>
              <a:buFont typeface="Arial"/>
              <a:buNone/>
            </a:pPr>
            <a:r>
              <a:rPr lang="en-US" sz="2600">
                <a:solidFill>
                  <a:srgbClr val="040404"/>
                </a:solidFill>
              </a:rPr>
              <a:t>Kubernetes, BDs</a:t>
            </a:r>
            <a:endParaRPr b="0" i="0" sz="2700" u="none" cap="none" strike="noStrike"/>
          </a:p>
        </p:txBody>
      </p:sp>
      <p:sp>
        <p:nvSpPr>
          <p:cNvPr id="645" name="Google Shape;645;g3d13e538ef5_0_432"/>
          <p:cNvSpPr/>
          <p:nvPr/>
        </p:nvSpPr>
        <p:spPr>
          <a:xfrm>
            <a:off x="11669792" y="2106930"/>
            <a:ext cx="640080" cy="731520"/>
          </a:xfrm>
          <a:custGeom>
            <a:rect b="b" l="l" r="r" t="t"/>
            <a:pathLst>
              <a:path extrusionOk="0" h="609600" w="533400">
                <a:moveTo>
                  <a:pt x="287298" y="-15478"/>
                </a:moveTo>
                <a:cubicBezTo>
                  <a:pt x="273725" y="-18217"/>
                  <a:pt x="259794" y="-18217"/>
                  <a:pt x="246221" y="-15478"/>
                </a:cubicBezTo>
                <a:lnTo>
                  <a:pt x="22979" y="29170"/>
                </a:lnTo>
                <a:cubicBezTo>
                  <a:pt x="9644" y="31790"/>
                  <a:pt x="0" y="43577"/>
                  <a:pt x="0" y="57150"/>
                </a:cubicBezTo>
                <a:cubicBezTo>
                  <a:pt x="0" y="69413"/>
                  <a:pt x="7739" y="80129"/>
                  <a:pt x="19050" y="84058"/>
                </a:cubicBezTo>
                <a:lnTo>
                  <a:pt x="19050" y="171450"/>
                </a:lnTo>
                <a:lnTo>
                  <a:pt x="357" y="265033"/>
                </a:lnTo>
                <a:cubicBezTo>
                  <a:pt x="119" y="266105"/>
                  <a:pt x="0" y="267295"/>
                  <a:pt x="0" y="268486"/>
                </a:cubicBezTo>
                <a:cubicBezTo>
                  <a:pt x="0" y="278011"/>
                  <a:pt x="7739" y="285869"/>
                  <a:pt x="17383" y="285869"/>
                </a:cubicBezTo>
                <a:lnTo>
                  <a:pt x="58936" y="285869"/>
                </a:lnTo>
                <a:cubicBezTo>
                  <a:pt x="68461" y="285869"/>
                  <a:pt x="76319" y="278130"/>
                  <a:pt x="76319" y="268486"/>
                </a:cubicBezTo>
                <a:cubicBezTo>
                  <a:pt x="76319" y="267295"/>
                  <a:pt x="76200" y="266224"/>
                  <a:pt x="75962" y="265033"/>
                </a:cubicBezTo>
                <a:lnTo>
                  <a:pt x="57150" y="171450"/>
                </a:lnTo>
                <a:lnTo>
                  <a:pt x="57150" y="92035"/>
                </a:lnTo>
                <a:lnTo>
                  <a:pt x="114300" y="103465"/>
                </a:lnTo>
                <a:lnTo>
                  <a:pt x="114300" y="171450"/>
                </a:lnTo>
                <a:cubicBezTo>
                  <a:pt x="114300" y="255627"/>
                  <a:pt x="182523" y="323850"/>
                  <a:pt x="266700" y="323850"/>
                </a:cubicBezTo>
                <a:cubicBezTo>
                  <a:pt x="350877" y="323850"/>
                  <a:pt x="419100" y="255627"/>
                  <a:pt x="419100" y="171450"/>
                </a:cubicBezTo>
                <a:lnTo>
                  <a:pt x="419100" y="103465"/>
                </a:lnTo>
                <a:lnTo>
                  <a:pt x="510421" y="85249"/>
                </a:lnTo>
                <a:cubicBezTo>
                  <a:pt x="523756" y="82510"/>
                  <a:pt x="533400" y="70723"/>
                  <a:pt x="533400" y="57150"/>
                </a:cubicBezTo>
                <a:cubicBezTo>
                  <a:pt x="533400" y="43577"/>
                  <a:pt x="523756" y="31790"/>
                  <a:pt x="510421" y="29170"/>
                </a:cubicBezTo>
                <a:lnTo>
                  <a:pt x="287298" y="-15478"/>
                </a:lnTo>
                <a:close/>
                <a:moveTo>
                  <a:pt x="266700" y="266700"/>
                </a:moveTo>
                <a:cubicBezTo>
                  <a:pt x="214074" y="266700"/>
                  <a:pt x="171450" y="224076"/>
                  <a:pt x="171450" y="171450"/>
                </a:cubicBezTo>
                <a:lnTo>
                  <a:pt x="361950" y="171450"/>
                </a:lnTo>
                <a:cubicBezTo>
                  <a:pt x="361950" y="224076"/>
                  <a:pt x="319326" y="266700"/>
                  <a:pt x="266700" y="266700"/>
                </a:cubicBezTo>
                <a:close/>
                <a:moveTo>
                  <a:pt x="142994" y="381119"/>
                </a:moveTo>
                <a:cubicBezTo>
                  <a:pt x="69890" y="414695"/>
                  <a:pt x="19050" y="488513"/>
                  <a:pt x="19050" y="574238"/>
                </a:cubicBezTo>
                <a:cubicBezTo>
                  <a:pt x="19050" y="593765"/>
                  <a:pt x="34885" y="609600"/>
                  <a:pt x="54412" y="609600"/>
                </a:cubicBezTo>
                <a:lnTo>
                  <a:pt x="238125" y="609600"/>
                </a:lnTo>
                <a:lnTo>
                  <a:pt x="238125" y="435769"/>
                </a:lnTo>
                <a:lnTo>
                  <a:pt x="169783" y="384572"/>
                </a:lnTo>
                <a:cubicBezTo>
                  <a:pt x="162044" y="378738"/>
                  <a:pt x="151686" y="377190"/>
                  <a:pt x="142875" y="381238"/>
                </a:cubicBezTo>
                <a:close/>
                <a:moveTo>
                  <a:pt x="295275" y="609600"/>
                </a:moveTo>
                <a:lnTo>
                  <a:pt x="478988" y="609600"/>
                </a:lnTo>
                <a:cubicBezTo>
                  <a:pt x="498515" y="609600"/>
                  <a:pt x="514350" y="593765"/>
                  <a:pt x="514350" y="574238"/>
                </a:cubicBezTo>
                <a:cubicBezTo>
                  <a:pt x="514350" y="488513"/>
                  <a:pt x="463510" y="414695"/>
                  <a:pt x="390406" y="381238"/>
                </a:cubicBezTo>
                <a:cubicBezTo>
                  <a:pt x="381595" y="377190"/>
                  <a:pt x="371237" y="378738"/>
                  <a:pt x="363498" y="384572"/>
                </a:cubicBezTo>
                <a:lnTo>
                  <a:pt x="295156" y="435769"/>
                </a:lnTo>
                <a:lnTo>
                  <a:pt x="295156" y="609600"/>
                </a:lnTo>
                <a:close/>
              </a:path>
            </a:pathLst>
          </a:custGeom>
          <a:solidFill>
            <a:srgbClr val="4285F4"/>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646" name="Google Shape;646;g3d13e538ef5_0_432"/>
          <p:cNvSpPr/>
          <p:nvPr/>
        </p:nvSpPr>
        <p:spPr>
          <a:xfrm>
            <a:off x="9836706" y="3308340"/>
            <a:ext cx="4312800" cy="4266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202124"/>
              </a:buClr>
              <a:buSzPts val="2400"/>
              <a:buFont typeface="Noto Sans SC"/>
              <a:buNone/>
            </a:pPr>
            <a:r>
              <a:rPr b="1" i="0" lang="en-US" sz="2400" u="none" cap="none" strike="noStrike">
                <a:solidFill>
                  <a:srgbClr val="202124"/>
                </a:solidFill>
                <a:latin typeface="Noto Sans SC"/>
                <a:ea typeface="Noto Sans SC"/>
                <a:cs typeface="Noto Sans SC"/>
                <a:sym typeface="Noto Sans SC"/>
              </a:rPr>
              <a:t>Competencias Adquiridas</a:t>
            </a:r>
            <a:endParaRPr b="1" i="0" sz="1900" u="none" cap="none" strike="noStrike"/>
          </a:p>
        </p:txBody>
      </p:sp>
      <p:sp>
        <p:nvSpPr>
          <p:cNvPr id="647" name="Google Shape;647;g3d13e538ef5_0_432"/>
          <p:cNvSpPr/>
          <p:nvPr/>
        </p:nvSpPr>
        <p:spPr>
          <a:xfrm>
            <a:off x="10141500" y="4280970"/>
            <a:ext cx="4008000" cy="26151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40404"/>
              </a:buClr>
              <a:buSzPts val="1800"/>
              <a:buFont typeface="Arial"/>
              <a:buNone/>
            </a:pPr>
            <a:r>
              <a:rPr b="0" i="0" lang="en-US" sz="2600" u="none" cap="none" strike="noStrike">
                <a:solidFill>
                  <a:srgbClr val="040404"/>
                </a:solidFill>
                <a:latin typeface="Arial"/>
                <a:ea typeface="Arial"/>
                <a:cs typeface="Arial"/>
                <a:sym typeface="Arial"/>
              </a:rPr>
              <a:t>El estudiante adquiere habilidades alineadas a la industria: despliegue, seguridad, escalado y automatización.</a:t>
            </a:r>
            <a:endParaRPr b="0" i="0" sz="2700" u="none" cap="none" strike="noStrike"/>
          </a:p>
        </p:txBody>
      </p:sp>
      <p:pic>
        <p:nvPicPr>
          <p:cNvPr id="648" name="Google Shape;648;g3d13e538ef5_0_432" title="BUHOADSFA-Photoroom.png"/>
          <p:cNvPicPr preferRelativeResize="0"/>
          <p:nvPr/>
        </p:nvPicPr>
        <p:blipFill>
          <a:blip r:embed="rId3">
            <a:alphaModFix/>
          </a:blip>
          <a:stretch>
            <a:fillRect/>
          </a:stretch>
        </p:blipFill>
        <p:spPr>
          <a:xfrm>
            <a:off x="0" y="-7"/>
            <a:ext cx="1036320" cy="128276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653" name="Shape 653"/>
        <p:cNvGrpSpPr/>
        <p:nvPr/>
      </p:nvGrpSpPr>
      <p:grpSpPr>
        <a:xfrm>
          <a:off x="0" y="0"/>
          <a:ext cx="0" cy="0"/>
          <a:chOff x="0" y="0"/>
          <a:chExt cx="0" cy="0"/>
        </a:xfrm>
      </p:grpSpPr>
      <p:pic>
        <p:nvPicPr>
          <p:cNvPr descr="https://kimi-img.moonshot.cn/pub/slides/slides_tmpl/image/25-08-27-20:09:25-d2nfat98bjvh7rlj0j2g.png" id="654" name="Google Shape;654;g3d13e538ef5_0_449"/>
          <p:cNvPicPr preferRelativeResize="0"/>
          <p:nvPr/>
        </p:nvPicPr>
        <p:blipFill rotWithShape="1">
          <a:blip r:embed="rId3">
            <a:alphaModFix/>
          </a:blip>
          <a:srcRect b="0" l="0" r="0" t="0"/>
          <a:stretch/>
        </p:blipFill>
        <p:spPr>
          <a:xfrm>
            <a:off x="868680" y="1817370"/>
            <a:ext cx="5026913" cy="4527043"/>
          </a:xfrm>
          <a:prstGeom prst="rect">
            <a:avLst/>
          </a:prstGeom>
          <a:noFill/>
          <a:ln>
            <a:noFill/>
          </a:ln>
        </p:spPr>
      </p:pic>
      <p:sp>
        <p:nvSpPr>
          <p:cNvPr id="655" name="Google Shape;655;g3d13e538ef5_0_449"/>
          <p:cNvSpPr/>
          <p:nvPr/>
        </p:nvSpPr>
        <p:spPr>
          <a:xfrm>
            <a:off x="6460998" y="3835908"/>
            <a:ext cx="6499200" cy="1438500"/>
          </a:xfrm>
          <a:prstGeom prst="rect">
            <a:avLst/>
          </a:prstGeom>
          <a:solidFill>
            <a:srgbClr val="000000">
              <a:alpha val="0"/>
            </a:srgbClr>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656" name="Google Shape;656;g3d13e538ef5_0_449"/>
          <p:cNvSpPr/>
          <p:nvPr/>
        </p:nvSpPr>
        <p:spPr>
          <a:xfrm>
            <a:off x="6460998" y="3835908"/>
            <a:ext cx="6499200" cy="1438500"/>
          </a:xfrm>
          <a:prstGeom prst="rect">
            <a:avLst/>
          </a:prstGeom>
          <a:noFill/>
          <a:ln>
            <a:noFill/>
          </a:ln>
        </p:spPr>
        <p:txBody>
          <a:bodyPr anchorCtr="0" anchor="t" bIns="54850" lIns="54850" spcFirstLastPara="1" rIns="109725" wrap="square" tIns="109725">
            <a:noAutofit/>
          </a:bodyPr>
          <a:lstStyle/>
          <a:p>
            <a:pPr indent="0" lvl="0" marL="0" marR="0" rtl="0" algn="just">
              <a:lnSpc>
                <a:spcPct val="100000"/>
              </a:lnSpc>
              <a:spcBef>
                <a:spcPts val="0"/>
              </a:spcBef>
              <a:spcAft>
                <a:spcPts val="0"/>
              </a:spcAft>
              <a:buClr>
                <a:srgbClr val="FFFFFF"/>
              </a:buClr>
              <a:buSzPts val="4300"/>
              <a:buFont typeface="Arial"/>
              <a:buNone/>
            </a:pPr>
            <a:r>
              <a:rPr b="1" i="0" lang="en-US" sz="4300" u="none" cap="none" strike="noStrike">
                <a:solidFill>
                  <a:srgbClr val="FFFFFF"/>
                </a:solidFill>
                <a:latin typeface="Arial"/>
                <a:ea typeface="Arial"/>
                <a:cs typeface="Arial"/>
                <a:sym typeface="Arial"/>
              </a:rPr>
              <a:t>Casos y valores</a:t>
            </a:r>
            <a:endParaRPr b="0" i="0" sz="1900" u="none" cap="none" strike="noStrike"/>
          </a:p>
        </p:txBody>
      </p:sp>
      <p:pic>
        <p:nvPicPr>
          <p:cNvPr id="657" name="Google Shape;657;g3d13e538ef5_0_449" title="BUHOADSFA-Photoroom.png"/>
          <p:cNvPicPr preferRelativeResize="0"/>
          <p:nvPr/>
        </p:nvPicPr>
        <p:blipFill>
          <a:blip r:embed="rId4">
            <a:alphaModFix/>
          </a:blip>
          <a:stretch>
            <a:fillRect/>
          </a:stretch>
        </p:blipFill>
        <p:spPr>
          <a:xfrm>
            <a:off x="0" y="-7"/>
            <a:ext cx="1036320" cy="128276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3d13e538ef5_0_457"/>
          <p:cNvSpPr txBox="1"/>
          <p:nvPr>
            <p:ph type="title"/>
          </p:nvPr>
        </p:nvSpPr>
        <p:spPr>
          <a:xfrm>
            <a:off x="840200" y="454920"/>
            <a:ext cx="13209600" cy="1009800"/>
          </a:xfrm>
          <a:prstGeom prst="rect">
            <a:avLst/>
          </a:prstGeom>
          <a:noFill/>
          <a:ln>
            <a:noFill/>
          </a:ln>
        </p:spPr>
        <p:txBody>
          <a:bodyPr anchorCtr="0" anchor="t" bIns="146275" lIns="146275" spcFirstLastPara="1" rIns="146275" wrap="square" tIns="146275">
            <a:normAutofit fontScale="90000"/>
          </a:bodyPr>
          <a:lstStyle/>
          <a:p>
            <a:pPr indent="0" lvl="0" marL="0" rtl="0" algn="l">
              <a:lnSpc>
                <a:spcPct val="100000"/>
              </a:lnSpc>
              <a:spcBef>
                <a:spcPts val="0"/>
              </a:spcBef>
              <a:spcAft>
                <a:spcPts val="0"/>
              </a:spcAft>
              <a:buSzPct val="110417"/>
              <a:buNone/>
            </a:pPr>
            <a:r>
              <a:rPr lang="en-US"/>
              <a:t>Valores y Actitudes Desarrolladas al Aprender Gestión de procesos y concurrencia</a:t>
            </a:r>
            <a:endParaRPr/>
          </a:p>
        </p:txBody>
      </p:sp>
      <p:sp>
        <p:nvSpPr>
          <p:cNvPr id="663" name="Google Shape;663;g3d13e538ef5_0_457"/>
          <p:cNvSpPr txBox="1"/>
          <p:nvPr/>
        </p:nvSpPr>
        <p:spPr>
          <a:xfrm>
            <a:off x="840200" y="2025080"/>
            <a:ext cx="13521000" cy="65229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2900"/>
              </a:spcBef>
              <a:spcAft>
                <a:spcPts val="0"/>
              </a:spcAft>
              <a:buClr>
                <a:srgbClr val="000000"/>
              </a:buClr>
              <a:buSzPts val="2900"/>
              <a:buFont typeface="Arial"/>
              <a:buNone/>
            </a:pPr>
            <a:r>
              <a:rPr b="1" i="0" lang="en-US" sz="2900" u="none" cap="none" strike="noStrike">
                <a:solidFill>
                  <a:schemeClr val="lt1"/>
                </a:solidFill>
                <a:latin typeface="Arial"/>
                <a:ea typeface="Arial"/>
                <a:cs typeface="Arial"/>
                <a:sym typeface="Arial"/>
              </a:rPr>
              <a:t>Valores y Actitudes Generales</a:t>
            </a:r>
            <a:endParaRPr b="1" i="0" sz="2900" u="none" cap="none" strike="noStrike">
              <a:solidFill>
                <a:schemeClr val="lt1"/>
              </a:solidFill>
              <a:latin typeface="Arial"/>
              <a:ea typeface="Arial"/>
              <a:cs typeface="Arial"/>
              <a:sym typeface="Arial"/>
            </a:endParaRPr>
          </a:p>
          <a:p>
            <a:pPr indent="-488950" lvl="0" marL="736600" marR="0" rtl="0" algn="l">
              <a:lnSpc>
                <a:spcPct val="115000"/>
              </a:lnSpc>
              <a:spcBef>
                <a:spcPts val="1900"/>
              </a:spcBef>
              <a:spcAft>
                <a:spcPts val="0"/>
              </a:spcAft>
              <a:buClr>
                <a:schemeClr val="lt1"/>
              </a:buClr>
              <a:buSzPts val="1900"/>
              <a:buFont typeface="Arial"/>
              <a:buAutoNum type="arabicPeriod"/>
            </a:pPr>
            <a:r>
              <a:rPr b="1" i="0" lang="en-US" sz="1900" u="none" cap="none" strike="noStrike">
                <a:solidFill>
                  <a:schemeClr val="lt1"/>
                </a:solidFill>
                <a:latin typeface="Arial"/>
                <a:ea typeface="Arial"/>
                <a:cs typeface="Arial"/>
                <a:sym typeface="Arial"/>
              </a:rPr>
              <a:t>Ingeniería de Robustez y Resiliencia:</a:t>
            </a:r>
            <a:r>
              <a:rPr b="0" i="0" lang="en-US" sz="1900" u="none" cap="none" strike="noStrike">
                <a:solidFill>
                  <a:schemeClr val="lt1"/>
                </a:solidFill>
                <a:latin typeface="Arial"/>
                <a:ea typeface="Arial"/>
                <a:cs typeface="Arial"/>
                <a:sym typeface="Arial"/>
              </a:rPr>
              <a:t> Un compromiso inquebrantable con la construcción de sistemas que no solo funcionen, sino que lo hagan de manera confiable, incluso frente a fallos. Esto implica pensar en la tolerancia a errores, la auto-sanación y la capacidad de recuperación desde la fase de diseño.</a:t>
            </a:r>
            <a:endParaRPr b="0" i="0" sz="1900" u="none" cap="none" strike="noStrike">
              <a:solidFill>
                <a:schemeClr val="lt1"/>
              </a:solidFill>
              <a:latin typeface="Arial"/>
              <a:ea typeface="Arial"/>
              <a:cs typeface="Arial"/>
              <a:sym typeface="Arial"/>
            </a:endParaRPr>
          </a:p>
          <a:p>
            <a:pPr indent="-488950" lvl="0" marL="736600" marR="0" rtl="0" algn="l">
              <a:lnSpc>
                <a:spcPct val="115000"/>
              </a:lnSpc>
              <a:spcBef>
                <a:spcPts val="0"/>
              </a:spcBef>
              <a:spcAft>
                <a:spcPts val="0"/>
              </a:spcAft>
              <a:buClr>
                <a:schemeClr val="lt1"/>
              </a:buClr>
              <a:buSzPts val="1900"/>
              <a:buFont typeface="Arial"/>
              <a:buAutoNum type="arabicPeriod"/>
            </a:pPr>
            <a:r>
              <a:rPr b="1" i="0" lang="en-US" sz="1900" u="none" cap="none" strike="noStrike">
                <a:solidFill>
                  <a:schemeClr val="lt1"/>
                </a:solidFill>
                <a:latin typeface="Arial"/>
                <a:ea typeface="Arial"/>
                <a:cs typeface="Arial"/>
                <a:sym typeface="Arial"/>
              </a:rPr>
              <a:t>Optimización y Eficiencia Continua:</a:t>
            </a:r>
            <a:r>
              <a:rPr b="0" i="0" lang="en-US" sz="1900" u="none" cap="none" strike="noStrike">
                <a:solidFill>
                  <a:schemeClr val="lt1"/>
                </a:solidFill>
                <a:latin typeface="Arial"/>
                <a:ea typeface="Arial"/>
                <a:cs typeface="Arial"/>
                <a:sym typeface="Arial"/>
              </a:rPr>
              <a:t> Buscar siempre la mejor manera de utilizar los recursos computacionales y de red, ya sea a través de una sincronización de procesos adecuada, una comunicación optimizada o un despliegue inteligente de contenedores. Se valora la mejora constante del rendimiento y el costo-efectividad.</a:t>
            </a:r>
            <a:endParaRPr b="0" i="0" sz="1900" u="none" cap="none" strike="noStrike">
              <a:solidFill>
                <a:schemeClr val="lt1"/>
              </a:solidFill>
              <a:latin typeface="Arial"/>
              <a:ea typeface="Arial"/>
              <a:cs typeface="Arial"/>
              <a:sym typeface="Arial"/>
            </a:endParaRPr>
          </a:p>
          <a:p>
            <a:pPr indent="-488950" lvl="0" marL="736600" marR="0" rtl="0" algn="l">
              <a:lnSpc>
                <a:spcPct val="115000"/>
              </a:lnSpc>
              <a:spcBef>
                <a:spcPts val="0"/>
              </a:spcBef>
              <a:spcAft>
                <a:spcPts val="0"/>
              </a:spcAft>
              <a:buClr>
                <a:schemeClr val="lt1"/>
              </a:buClr>
              <a:buSzPts val="1900"/>
              <a:buFont typeface="Arial"/>
              <a:buAutoNum type="arabicPeriod"/>
            </a:pPr>
            <a:r>
              <a:rPr b="1" i="0" lang="en-US" sz="1900" u="none" cap="none" strike="noStrike">
                <a:solidFill>
                  <a:schemeClr val="lt1"/>
                </a:solidFill>
                <a:latin typeface="Arial"/>
                <a:ea typeface="Arial"/>
                <a:cs typeface="Arial"/>
                <a:sym typeface="Arial"/>
              </a:rPr>
              <a:t>Pensamiento Sistémico y Abstracción:</a:t>
            </a:r>
            <a:r>
              <a:rPr b="0" i="0" lang="en-US" sz="1900" u="none" cap="none" strike="noStrike">
                <a:solidFill>
                  <a:schemeClr val="lt1"/>
                </a:solidFill>
                <a:latin typeface="Arial"/>
                <a:ea typeface="Arial"/>
                <a:cs typeface="Arial"/>
                <a:sym typeface="Arial"/>
              </a:rPr>
              <a:t> La capacidad de ver el software y la infraestructura como un ecosistema interconectado, entendiendo cómo los diferentes componentes interactúan y se afectan mutuamente. Se valora la habilidad de abstraer la complejidad para gestionar sistemas a gran escala.</a:t>
            </a:r>
            <a:endParaRPr b="0" i="0" sz="1900" u="none" cap="none" strike="noStrike">
              <a:solidFill>
                <a:schemeClr val="lt1"/>
              </a:solidFill>
              <a:latin typeface="Arial"/>
              <a:ea typeface="Arial"/>
              <a:cs typeface="Arial"/>
              <a:sym typeface="Arial"/>
            </a:endParaRPr>
          </a:p>
          <a:p>
            <a:pPr indent="-488950" lvl="0" marL="736600" marR="0" rtl="0" algn="l">
              <a:lnSpc>
                <a:spcPct val="115000"/>
              </a:lnSpc>
              <a:spcBef>
                <a:spcPts val="0"/>
              </a:spcBef>
              <a:spcAft>
                <a:spcPts val="0"/>
              </a:spcAft>
              <a:buClr>
                <a:schemeClr val="lt1"/>
              </a:buClr>
              <a:buSzPts val="1900"/>
              <a:buFont typeface="Arial"/>
              <a:buAutoNum type="arabicPeriod"/>
            </a:pPr>
            <a:r>
              <a:rPr b="1" i="0" lang="en-US" sz="1900" u="none" cap="none" strike="noStrike">
                <a:solidFill>
                  <a:schemeClr val="lt1"/>
                </a:solidFill>
                <a:latin typeface="Arial"/>
                <a:ea typeface="Arial"/>
                <a:cs typeface="Arial"/>
                <a:sym typeface="Arial"/>
              </a:rPr>
              <a:t>Adaptabilidad y Curiosidad Tecnológica:</a:t>
            </a:r>
            <a:r>
              <a:rPr b="0" i="0" lang="en-US" sz="1900" u="none" cap="none" strike="noStrike">
                <a:solidFill>
                  <a:schemeClr val="lt1"/>
                </a:solidFill>
                <a:latin typeface="Arial"/>
                <a:ea typeface="Arial"/>
                <a:cs typeface="Arial"/>
                <a:sym typeface="Arial"/>
              </a:rPr>
              <a:t> Estar abierto a adoptar nuevas herramientas y paradigmas (como Rust, gRPC o Kubernetes) que ofrezcan mejoras significativas. Mantenerse al día con las tendencias y explorar cómo las nuevas tecnologías pueden resolver problemas existentes de manera más efectiva.</a:t>
            </a:r>
            <a:endParaRPr b="0" i="0" sz="1900" u="none" cap="none" strike="noStrike">
              <a:solidFill>
                <a:schemeClr val="lt1"/>
              </a:solidFill>
              <a:latin typeface="Arial"/>
              <a:ea typeface="Arial"/>
              <a:cs typeface="Arial"/>
              <a:sym typeface="Arial"/>
            </a:endParaRPr>
          </a:p>
          <a:p>
            <a:pPr indent="-488950" lvl="0" marL="736600" marR="0" rtl="0" algn="l">
              <a:lnSpc>
                <a:spcPct val="115000"/>
              </a:lnSpc>
              <a:spcBef>
                <a:spcPts val="0"/>
              </a:spcBef>
              <a:spcAft>
                <a:spcPts val="0"/>
              </a:spcAft>
              <a:buClr>
                <a:schemeClr val="lt1"/>
              </a:buClr>
              <a:buSzPts val="1900"/>
              <a:buFont typeface="Arial"/>
              <a:buAutoNum type="arabicPeriod"/>
            </a:pPr>
            <a:r>
              <a:rPr b="1" i="0" lang="en-US" sz="1900" u="none" cap="none" strike="noStrike">
                <a:solidFill>
                  <a:schemeClr val="lt1"/>
                </a:solidFill>
                <a:latin typeface="Arial"/>
                <a:ea typeface="Arial"/>
                <a:cs typeface="Arial"/>
                <a:sym typeface="Arial"/>
              </a:rPr>
              <a:t>Precisión y Metodología Rigurosa:</a:t>
            </a:r>
            <a:r>
              <a:rPr b="0" i="0" lang="en-US" sz="1900" u="none" cap="none" strike="noStrike">
                <a:solidFill>
                  <a:schemeClr val="lt1"/>
                </a:solidFill>
                <a:latin typeface="Arial"/>
                <a:ea typeface="Arial"/>
                <a:cs typeface="Arial"/>
                <a:sym typeface="Arial"/>
              </a:rPr>
              <a:t> Dada la complejidad de la concurrencia y la orquestación, es fundamental un enfoque meticuloso en el diseño, la implementación y la depuración. Los errores en estos niveles pueden tener consecuencias significativas, por lo que la atención al detalle es primordial.</a:t>
            </a:r>
            <a:endParaRPr b="0" i="0" sz="1900" u="none" cap="none" strike="noStrike">
              <a:solidFill>
                <a:schemeClr val="lt1"/>
              </a:solidFill>
              <a:latin typeface="Arial"/>
              <a:ea typeface="Arial"/>
              <a:cs typeface="Arial"/>
              <a:sym typeface="Arial"/>
            </a:endParaRPr>
          </a:p>
          <a:p>
            <a:pPr indent="0" lvl="0" marL="0" marR="0" rtl="0" algn="l">
              <a:lnSpc>
                <a:spcPct val="100000"/>
              </a:lnSpc>
              <a:spcBef>
                <a:spcPts val="1900"/>
              </a:spcBef>
              <a:spcAft>
                <a:spcPts val="0"/>
              </a:spcAft>
              <a:buClr>
                <a:srgbClr val="000000"/>
              </a:buClr>
              <a:buSzPts val="1900"/>
              <a:buFont typeface="Arial"/>
              <a:buNone/>
            </a:pPr>
            <a:r>
              <a:t/>
            </a:r>
            <a:endParaRPr b="1" i="0" sz="1900" u="none" cap="none" strike="noStrike">
              <a:solidFill>
                <a:schemeClr val="lt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60a3851fa7_0_154"/>
          <p:cNvSpPr txBox="1"/>
          <p:nvPr>
            <p:ph type="title"/>
          </p:nvPr>
        </p:nvSpPr>
        <p:spPr>
          <a:xfrm>
            <a:off x="2076000" y="454920"/>
            <a:ext cx="11973600" cy="948600"/>
          </a:xfrm>
          <a:prstGeom prst="rect">
            <a:avLst/>
          </a:prstGeom>
          <a:noFill/>
          <a:ln>
            <a:noFill/>
          </a:ln>
        </p:spPr>
        <p:txBody>
          <a:bodyPr anchorCtr="0" anchor="t" bIns="146275" lIns="146275" spcFirstLastPara="1" rIns="146275" wrap="square" tIns="146275">
            <a:normAutofit fontScale="90000"/>
          </a:bodyPr>
          <a:lstStyle/>
          <a:p>
            <a:pPr indent="0" lvl="0" marL="0" rtl="0" algn="l">
              <a:lnSpc>
                <a:spcPct val="100000"/>
              </a:lnSpc>
              <a:spcBef>
                <a:spcPts val="0"/>
              </a:spcBef>
              <a:spcAft>
                <a:spcPts val="0"/>
              </a:spcAft>
              <a:buSzPct val="111111"/>
              <a:buNone/>
            </a:pPr>
            <a:r>
              <a:rPr lang="en-US"/>
              <a:t>Valores y Actitudes Desarrolladas</a:t>
            </a:r>
            <a:endParaRPr/>
          </a:p>
        </p:txBody>
      </p:sp>
      <p:sp>
        <p:nvSpPr>
          <p:cNvPr id="669" name="Google Shape;669;g360a3851fa7_0_154"/>
          <p:cNvSpPr txBox="1"/>
          <p:nvPr/>
        </p:nvSpPr>
        <p:spPr>
          <a:xfrm>
            <a:off x="2066500" y="1617550"/>
            <a:ext cx="12109200" cy="6618900"/>
          </a:xfrm>
          <a:prstGeom prst="rect">
            <a:avLst/>
          </a:prstGeom>
          <a:noFill/>
          <a:ln>
            <a:noFill/>
          </a:ln>
        </p:spPr>
        <p:txBody>
          <a:bodyPr anchorCtr="0" anchor="t" bIns="91450" lIns="91450" spcFirstLastPara="1" rIns="91450" wrap="square" tIns="91450">
            <a:spAutoFit/>
          </a:bodyPr>
          <a:lstStyle/>
          <a:p>
            <a:pPr indent="-368300" lvl="0" marL="457200" marR="0" rtl="0" algn="l">
              <a:lnSpc>
                <a:spcPct val="100000"/>
              </a:lnSpc>
              <a:spcBef>
                <a:spcPts val="0"/>
              </a:spcBef>
              <a:spcAft>
                <a:spcPts val="0"/>
              </a:spcAft>
              <a:buClr>
                <a:srgbClr val="000000"/>
              </a:buClr>
              <a:buSzPts val="2200"/>
              <a:buFont typeface="Arial"/>
              <a:buAutoNum type="arabicPeriod"/>
            </a:pPr>
            <a:r>
              <a:rPr b="0" i="0" lang="en-US" sz="2200" u="none" cap="none" strike="noStrike">
                <a:solidFill>
                  <a:srgbClr val="000000"/>
                </a:solidFill>
                <a:latin typeface="Arial"/>
                <a:ea typeface="Arial"/>
                <a:cs typeface="Arial"/>
                <a:sym typeface="Arial"/>
              </a:rPr>
              <a:t>Escalabilidad y Elasticidad: GKE permite escalar automáticamente tus aplicaciones y la infraestructura subyacente (nodos) de forma horizontal y vertical, adaptándose dinámicamente a la demanda del tráfico y los recursos.</a:t>
            </a:r>
            <a:endParaRPr b="0" i="0" sz="2200" u="none" cap="none" strike="noStrike">
              <a:solidFill>
                <a:srgbClr val="000000"/>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2200"/>
              <a:buFont typeface="Arial"/>
              <a:buAutoNum type="arabicPeriod"/>
            </a:pPr>
            <a:r>
              <a:rPr b="0" i="0" lang="en-US" sz="2200" u="none" cap="none" strike="noStrike">
                <a:solidFill>
                  <a:srgbClr val="000000"/>
                </a:solidFill>
                <a:latin typeface="Arial"/>
                <a:ea typeface="Arial"/>
                <a:cs typeface="Arial"/>
                <a:sym typeface="Arial"/>
              </a:rPr>
              <a:t>Fiabilidad y Resiliencia: Kubernetes, gestionado por GKE, ofrece funcionalidades de auto-curación, balanceo de carga, y despliegues progresivos, lo que garantiza una alta disponibilidad y resistencia ante fallos de componentes o picos de carga.</a:t>
            </a:r>
            <a:endParaRPr b="0" i="0" sz="2200" u="none" cap="none" strike="noStrike">
              <a:solidFill>
                <a:srgbClr val="000000"/>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2200"/>
              <a:buFont typeface="Arial"/>
              <a:buAutoNum type="arabicPeriod"/>
            </a:pPr>
            <a:r>
              <a:rPr b="0" i="0" lang="en-US" sz="2200" u="none" cap="none" strike="noStrike">
                <a:solidFill>
                  <a:srgbClr val="000000"/>
                </a:solidFill>
                <a:latin typeface="Arial"/>
                <a:ea typeface="Arial"/>
                <a:cs typeface="Arial"/>
                <a:sym typeface="Arial"/>
              </a:rPr>
              <a:t>Automatización y Eficiencia Operacional: Desde la creación y gestión del cluster (GKE) hasta el despliegue de aplicaciones (Kubernetes YAML/Helm) y el ciclo de vida de las mismas, se promueve una automatización que reduce la carga operativa y los errores manuales.</a:t>
            </a:r>
            <a:endParaRPr b="0" i="0" sz="2200" u="none" cap="none" strike="noStrike">
              <a:solidFill>
                <a:srgbClr val="000000"/>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2200"/>
              <a:buFont typeface="Arial"/>
              <a:buAutoNum type="arabicPeriod"/>
            </a:pPr>
            <a:r>
              <a:rPr b="0" i="0" lang="en-US" sz="2200" u="none" cap="none" strike="noStrike">
                <a:solidFill>
                  <a:srgbClr val="000000"/>
                </a:solidFill>
                <a:latin typeface="Arial"/>
                <a:ea typeface="Arial"/>
                <a:cs typeface="Arial"/>
                <a:sym typeface="Arial"/>
              </a:rPr>
              <a:t>Flexibilidad y Portabilidad: Al estar basado en Kubernetes, un estándar de facto de código abierto, GKE ofrece un grado significativo de flexibilidad en la forma de desplegar y gestionar aplicaciones, y facilita la portabilidad entre diferentes entornos cloud o on-premise si fuera necesario.</a:t>
            </a:r>
            <a:endParaRPr b="0" i="0" sz="2200" u="none" cap="none" strike="noStrike">
              <a:solidFill>
                <a:srgbClr val="000000"/>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2200"/>
              <a:buFont typeface="Arial"/>
              <a:buAutoNum type="arabicPeriod"/>
            </a:pPr>
            <a:r>
              <a:rPr b="0" i="0" lang="en-US" sz="2200" u="none" cap="none" strike="noStrike">
                <a:solidFill>
                  <a:srgbClr val="000000"/>
                </a:solidFill>
                <a:latin typeface="Arial"/>
                <a:ea typeface="Arial"/>
                <a:cs typeface="Arial"/>
                <a:sym typeface="Arial"/>
              </a:rPr>
              <a:t>Observabilidad y Control: La integración con herramientas de monitoreo y logging como Grafana (y Stackdriver/Cloud Logging de GCP) proporciona una visibilidad profunda sobre el rendimiento, la salud y los eventos de las aplicaciones y la infraestructura, permitiendo una rápida detección y resolución de problemas.</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g360a3851fa7_0_159"/>
          <p:cNvSpPr txBox="1"/>
          <p:nvPr>
            <p:ph type="title"/>
          </p:nvPr>
        </p:nvSpPr>
        <p:spPr>
          <a:xfrm>
            <a:off x="1297500" y="393750"/>
            <a:ext cx="7038600" cy="913800"/>
          </a:xfrm>
          <a:prstGeom prst="rect">
            <a:avLst/>
          </a:prstGeom>
          <a:noFill/>
          <a:ln>
            <a:noFill/>
          </a:ln>
        </p:spPr>
        <p:txBody>
          <a:bodyPr anchorCtr="0" anchor="t" bIns="146275" lIns="146275" spcFirstLastPara="1" rIns="146275" wrap="square" tIns="146275">
            <a:normAutofit fontScale="90000"/>
          </a:bodyPr>
          <a:lstStyle/>
          <a:p>
            <a:pPr indent="0" lvl="0" marL="0" rtl="0" algn="l">
              <a:lnSpc>
                <a:spcPct val="100000"/>
              </a:lnSpc>
              <a:spcBef>
                <a:spcPts val="0"/>
              </a:spcBef>
              <a:spcAft>
                <a:spcPts val="0"/>
              </a:spcAft>
              <a:buSzPct val="111111"/>
              <a:buNone/>
            </a:pPr>
            <a:r>
              <a:rPr lang="en-US"/>
              <a:t>Conclusiones </a:t>
            </a:r>
            <a:endParaRPr/>
          </a:p>
        </p:txBody>
      </p:sp>
      <p:sp>
        <p:nvSpPr>
          <p:cNvPr id="675" name="Google Shape;675;g360a3851fa7_0_159"/>
          <p:cNvSpPr txBox="1"/>
          <p:nvPr>
            <p:ph idx="1" type="body"/>
          </p:nvPr>
        </p:nvSpPr>
        <p:spPr>
          <a:xfrm>
            <a:off x="775575" y="1649350"/>
            <a:ext cx="13550700" cy="6408000"/>
          </a:xfrm>
          <a:prstGeom prst="rect">
            <a:avLst/>
          </a:prstGeom>
          <a:noFill/>
          <a:ln>
            <a:noFill/>
          </a:ln>
        </p:spPr>
        <p:txBody>
          <a:bodyPr anchorCtr="0" anchor="t" bIns="146275" lIns="146275" spcFirstLastPara="1" rIns="146275" wrap="square" tIns="146275">
            <a:noAutofit/>
          </a:bodyPr>
          <a:lstStyle/>
          <a:p>
            <a:pPr indent="-355600" lvl="0" marL="457200" rtl="0" algn="l">
              <a:lnSpc>
                <a:spcPct val="115000"/>
              </a:lnSpc>
              <a:spcBef>
                <a:spcPts val="0"/>
              </a:spcBef>
              <a:spcAft>
                <a:spcPts val="0"/>
              </a:spcAft>
              <a:buSzPts val="2000"/>
              <a:buAutoNum type="arabicPeriod"/>
            </a:pPr>
            <a:r>
              <a:rPr lang="en-US" sz="2000"/>
              <a:t>GKE Simplifica la Gestión de Kubernetes: Aunque Kubernetes es potente, su gestión puede ser compleja. GKE abstrae gran parte de esta complejidad, gestionando el plano de control y facilitando la creación y el escalado de clusters, permitiendo a los equipos centrarse en las aplicaciones.</a:t>
            </a:r>
            <a:endParaRPr sz="2000"/>
          </a:p>
          <a:p>
            <a:pPr indent="-355600" lvl="0" marL="457200" rtl="0" algn="l">
              <a:lnSpc>
                <a:spcPct val="115000"/>
              </a:lnSpc>
              <a:spcBef>
                <a:spcPts val="0"/>
              </a:spcBef>
              <a:spcAft>
                <a:spcPts val="0"/>
              </a:spcAft>
              <a:buSzPts val="2000"/>
              <a:buAutoNum type="arabicPeriod"/>
            </a:pPr>
            <a:r>
              <a:rPr lang="en-US" sz="2000"/>
              <a:t>El Ecosistema es Crucial para el Éxito: Herramientas como Ingress Controllers (para exposición de servicios), Helm (para gestión de paquetes) y plataformas de monitoreo como Grafana son indispensables para un despliegue, gestión y operación eficiente de aplicaciones en Kubernetes.</a:t>
            </a:r>
            <a:endParaRPr sz="2000"/>
          </a:p>
          <a:p>
            <a:pPr indent="-355600" lvl="0" marL="457200" rtl="0" algn="l">
              <a:lnSpc>
                <a:spcPct val="115000"/>
              </a:lnSpc>
              <a:spcBef>
                <a:spcPts val="0"/>
              </a:spcBef>
              <a:spcAft>
                <a:spcPts val="0"/>
              </a:spcAft>
              <a:buSzPts val="2000"/>
              <a:buAutoNum type="arabicPeriod"/>
            </a:pPr>
            <a:r>
              <a:rPr lang="en-US" sz="2000"/>
              <a:t>La Elección de la Plataforma Depende del Caso de Uso: Google Cloud ofrece diversas opciones de cómputo (GKE, Instancias de VM, Cloud Run). La decisión entre ellas (por ejemplo, GKE para control granular y aplicaciones complejas, Cloud Run para serverless y autoescalado extremo) debe basarse en la necesidad específica de cada aplicación y equipo.</a:t>
            </a:r>
            <a:endParaRPr sz="2000"/>
          </a:p>
          <a:p>
            <a:pPr indent="-355600" lvl="0" marL="457200" rtl="0" algn="l">
              <a:lnSpc>
                <a:spcPct val="115000"/>
              </a:lnSpc>
              <a:spcBef>
                <a:spcPts val="0"/>
              </a:spcBef>
              <a:spcAft>
                <a:spcPts val="0"/>
              </a:spcAft>
              <a:buSzPts val="2000"/>
              <a:buAutoNum type="arabicPeriod"/>
            </a:pPr>
            <a:r>
              <a:rPr lang="en-US" sz="2000"/>
              <a:t>La Observabilidad es un Pilar Fundamental: El monitoreo y logging continuo son vitales para mantener la salud de las aplicaciones y la infraestructura en un entorno dinámico como Kubernetes. Herramientas como Grafana (integradas con Prometheus u otras fuentes) son esenciales para el análisis y la toma de decisiones.</a:t>
            </a:r>
            <a:endParaRPr sz="2000"/>
          </a:p>
          <a:p>
            <a:pPr indent="-355600" lvl="0" marL="457200" rtl="0" algn="l">
              <a:lnSpc>
                <a:spcPct val="115000"/>
              </a:lnSpc>
              <a:spcBef>
                <a:spcPts val="0"/>
              </a:spcBef>
              <a:spcAft>
                <a:spcPts val="0"/>
              </a:spcAft>
              <a:buSzPts val="2000"/>
              <a:buAutoNum type="arabicPeriod"/>
            </a:pPr>
            <a:r>
              <a:rPr lang="en-US" sz="2000"/>
              <a:t>DevOps y la Automatización son el Corazón de GKE: La adopción de GKE impulsa las prácticas de DevOps. La automatización del CI/CD, el uso de Helm para despliegues estandarizados, y la gestión programática de la infraestructura son pilares para liberar valor de forma rápida y segura.</a:t>
            </a:r>
            <a:endParaRPr sz="2000"/>
          </a:p>
          <a:p>
            <a:pPr indent="0" lvl="0" marL="0" rtl="0" algn="l">
              <a:lnSpc>
                <a:spcPct val="115000"/>
              </a:lnSpc>
              <a:spcBef>
                <a:spcPts val="1900"/>
              </a:spcBef>
              <a:spcAft>
                <a:spcPts val="0"/>
              </a:spcAft>
              <a:buSzPts val="2900"/>
              <a:buNone/>
            </a:pPr>
            <a:r>
              <a:t/>
            </a:r>
            <a:endParaRPr sz="2000"/>
          </a:p>
          <a:p>
            <a:pPr indent="0" lvl="0" marL="0" rtl="0" algn="l">
              <a:lnSpc>
                <a:spcPct val="115000"/>
              </a:lnSpc>
              <a:spcBef>
                <a:spcPts val="1900"/>
              </a:spcBef>
              <a:spcAft>
                <a:spcPts val="1900"/>
              </a:spcAft>
              <a:buSzPts val="800"/>
              <a:buNone/>
            </a:pPr>
            <a:r>
              <a:t/>
            </a:r>
            <a:endParaRPr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680" name="Shape 680"/>
        <p:cNvGrpSpPr/>
        <p:nvPr/>
      </p:nvGrpSpPr>
      <p:grpSpPr>
        <a:xfrm>
          <a:off x="0" y="0"/>
          <a:ext cx="0" cy="0"/>
          <a:chOff x="0" y="0"/>
          <a:chExt cx="0" cy="0"/>
        </a:xfrm>
      </p:grpSpPr>
      <p:sp>
        <p:nvSpPr>
          <p:cNvPr id="681" name="Google Shape;681;g3d13e538ef5_0_462"/>
          <p:cNvSpPr/>
          <p:nvPr/>
        </p:nvSpPr>
        <p:spPr>
          <a:xfrm>
            <a:off x="304800" y="304800"/>
            <a:ext cx="7132200" cy="609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02124"/>
              </a:buClr>
              <a:buSzPts val="4300"/>
              <a:buFont typeface="Noto Sans SC"/>
              <a:buNone/>
            </a:pPr>
            <a:r>
              <a:rPr b="0" i="0" lang="en-US" sz="4300" u="none" cap="none" strike="noStrike">
                <a:solidFill>
                  <a:srgbClr val="202124"/>
                </a:solidFill>
                <a:latin typeface="Noto Sans SC"/>
                <a:ea typeface="Noto Sans SC"/>
                <a:cs typeface="Noto Sans SC"/>
                <a:sym typeface="Noto Sans SC"/>
              </a:rPr>
              <a:t>Valores y Actitudes</a:t>
            </a:r>
            <a:endParaRPr b="0" i="0" sz="1900" u="none" cap="none" strike="noStrike"/>
          </a:p>
        </p:txBody>
      </p:sp>
      <p:sp>
        <p:nvSpPr>
          <p:cNvPr id="682" name="Google Shape;682;g3d13e538ef5_0_462"/>
          <p:cNvSpPr/>
          <p:nvPr/>
        </p:nvSpPr>
        <p:spPr>
          <a:xfrm>
            <a:off x="304800" y="1158240"/>
            <a:ext cx="6522600" cy="11889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E1E1E"/>
              </a:buClr>
              <a:buSzPts val="1900"/>
              <a:buFont typeface="Arial"/>
              <a:buNone/>
            </a:pPr>
            <a:r>
              <a:rPr b="0" i="0" lang="en-US" sz="1900" u="none" cap="none" strike="noStrike">
                <a:solidFill>
                  <a:srgbClr val="1E1E1E"/>
                </a:solidFill>
                <a:latin typeface="Arial"/>
                <a:ea typeface="Arial"/>
                <a:cs typeface="Arial"/>
                <a:sym typeface="Arial"/>
              </a:rPr>
              <a:t>El </a:t>
            </a:r>
            <a:r>
              <a:rPr lang="en-US" sz="1900">
                <a:solidFill>
                  <a:srgbClr val="1E1E1E"/>
                </a:solidFill>
              </a:rPr>
              <a:t>laboratorio </a:t>
            </a:r>
            <a:r>
              <a:rPr b="0" i="0" lang="en-US" sz="1900" u="none" cap="none" strike="noStrike">
                <a:solidFill>
                  <a:srgbClr val="1E1E1E"/>
                </a:solidFill>
                <a:latin typeface="Arial"/>
                <a:ea typeface="Arial"/>
                <a:cs typeface="Arial"/>
                <a:sym typeface="Arial"/>
              </a:rPr>
              <a:t>no solo busca desarrollar competencias técnicas, sino también fortalecer habilidades blandas clave para el éxito profesional.</a:t>
            </a:r>
            <a:endParaRPr b="0" i="0" sz="1900" u="none" cap="none" strike="noStrike"/>
          </a:p>
        </p:txBody>
      </p:sp>
      <p:sp>
        <p:nvSpPr>
          <p:cNvPr id="683" name="Google Shape;683;g3d13e538ef5_0_462"/>
          <p:cNvSpPr/>
          <p:nvPr/>
        </p:nvSpPr>
        <p:spPr>
          <a:xfrm>
            <a:off x="304800" y="2712720"/>
            <a:ext cx="6522720" cy="731520"/>
          </a:xfrm>
          <a:custGeom>
            <a:rect b="b" l="l" r="r" t="t"/>
            <a:pathLst>
              <a:path extrusionOk="0" h="609600" w="5435600">
                <a:moveTo>
                  <a:pt x="101602" y="0"/>
                </a:moveTo>
                <a:lnTo>
                  <a:pt x="5333998" y="0"/>
                </a:lnTo>
                <a:cubicBezTo>
                  <a:pt x="5390111" y="0"/>
                  <a:pt x="5435600" y="45489"/>
                  <a:pt x="5435600" y="101602"/>
                </a:cubicBezTo>
                <a:lnTo>
                  <a:pt x="5435600" y="507998"/>
                </a:lnTo>
                <a:cubicBezTo>
                  <a:pt x="5435600" y="564111"/>
                  <a:pt x="5390111" y="609600"/>
                  <a:pt x="5333998" y="609600"/>
                </a:cubicBezTo>
                <a:lnTo>
                  <a:pt x="101602" y="609600"/>
                </a:lnTo>
                <a:cubicBezTo>
                  <a:pt x="45489" y="609600"/>
                  <a:pt x="0" y="564111"/>
                  <a:pt x="0" y="507998"/>
                </a:cubicBezTo>
                <a:lnTo>
                  <a:pt x="0" y="101602"/>
                </a:lnTo>
                <a:cubicBezTo>
                  <a:pt x="0" y="45526"/>
                  <a:pt x="45526" y="0"/>
                  <a:pt x="101602" y="0"/>
                </a:cubicBezTo>
                <a:close/>
              </a:path>
            </a:pathLst>
          </a:custGeom>
          <a:solidFill>
            <a:srgbClr val="202124">
              <a:alpha val="4710"/>
            </a:srgbClr>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684" name="Google Shape;684;g3d13e538ef5_0_462"/>
          <p:cNvSpPr/>
          <p:nvPr/>
        </p:nvSpPr>
        <p:spPr>
          <a:xfrm>
            <a:off x="563880" y="2895600"/>
            <a:ext cx="457200" cy="365760"/>
          </a:xfrm>
          <a:custGeom>
            <a:rect b="b" l="l" r="r" t="t"/>
            <a:pathLst>
              <a:path extrusionOk="0" h="304800" w="381000">
                <a:moveTo>
                  <a:pt x="80962" y="76200"/>
                </a:moveTo>
                <a:cubicBezTo>
                  <a:pt x="80962" y="36773"/>
                  <a:pt x="112973" y="4763"/>
                  <a:pt x="152400" y="4763"/>
                </a:cubicBezTo>
                <a:cubicBezTo>
                  <a:pt x="191827" y="4763"/>
                  <a:pt x="223838" y="36773"/>
                  <a:pt x="223838" y="76200"/>
                </a:cubicBezTo>
                <a:cubicBezTo>
                  <a:pt x="223838" y="115627"/>
                  <a:pt x="191827" y="147638"/>
                  <a:pt x="152400" y="147638"/>
                </a:cubicBezTo>
                <a:cubicBezTo>
                  <a:pt x="112973" y="147638"/>
                  <a:pt x="80962" y="115627"/>
                  <a:pt x="80962" y="76200"/>
                </a:cubicBezTo>
                <a:close/>
                <a:moveTo>
                  <a:pt x="28575" y="287119"/>
                </a:moveTo>
                <a:cubicBezTo>
                  <a:pt x="28575" y="228481"/>
                  <a:pt x="76081" y="180975"/>
                  <a:pt x="134719" y="180975"/>
                </a:cubicBezTo>
                <a:lnTo>
                  <a:pt x="170081" y="180975"/>
                </a:lnTo>
                <a:cubicBezTo>
                  <a:pt x="228719" y="180975"/>
                  <a:pt x="276225" y="228481"/>
                  <a:pt x="276225" y="287119"/>
                </a:cubicBezTo>
                <a:cubicBezTo>
                  <a:pt x="276225" y="296882"/>
                  <a:pt x="268307" y="304800"/>
                  <a:pt x="258544" y="304800"/>
                </a:cubicBezTo>
                <a:lnTo>
                  <a:pt x="46256" y="304800"/>
                </a:lnTo>
                <a:cubicBezTo>
                  <a:pt x="36493" y="304800"/>
                  <a:pt x="28575" y="296882"/>
                  <a:pt x="28575" y="287119"/>
                </a:cubicBezTo>
                <a:close/>
                <a:moveTo>
                  <a:pt x="364569" y="78998"/>
                </a:moveTo>
                <a:lnTo>
                  <a:pt x="316944" y="155198"/>
                </a:lnTo>
                <a:cubicBezTo>
                  <a:pt x="314444" y="159187"/>
                  <a:pt x="310158" y="161687"/>
                  <a:pt x="305455" y="161925"/>
                </a:cubicBezTo>
                <a:cubicBezTo>
                  <a:pt x="300752" y="162163"/>
                  <a:pt x="296228" y="160020"/>
                  <a:pt x="293430" y="156210"/>
                </a:cubicBezTo>
                <a:lnTo>
                  <a:pt x="264855" y="118110"/>
                </a:lnTo>
                <a:cubicBezTo>
                  <a:pt x="260092" y="111800"/>
                  <a:pt x="261402" y="102870"/>
                  <a:pt x="267712" y="98108"/>
                </a:cubicBezTo>
                <a:cubicBezTo>
                  <a:pt x="274022" y="93345"/>
                  <a:pt x="282952" y="94655"/>
                  <a:pt x="287715" y="100965"/>
                </a:cubicBezTo>
                <a:lnTo>
                  <a:pt x="303788" y="122396"/>
                </a:lnTo>
                <a:lnTo>
                  <a:pt x="340340" y="63877"/>
                </a:lnTo>
                <a:cubicBezTo>
                  <a:pt x="344507" y="57210"/>
                  <a:pt x="353318" y="55126"/>
                  <a:pt x="360045" y="59353"/>
                </a:cubicBezTo>
                <a:cubicBezTo>
                  <a:pt x="366772" y="63579"/>
                  <a:pt x="368796" y="72330"/>
                  <a:pt x="364569" y="79058"/>
                </a:cubicBezTo>
                <a:close/>
              </a:path>
            </a:pathLst>
          </a:custGeom>
          <a:solidFill>
            <a:srgbClr val="4285F4"/>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685" name="Google Shape;685;g3d13e538ef5_0_462"/>
          <p:cNvSpPr/>
          <p:nvPr/>
        </p:nvSpPr>
        <p:spPr>
          <a:xfrm>
            <a:off x="1280160" y="2895600"/>
            <a:ext cx="3916800" cy="365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02124"/>
              </a:buClr>
              <a:buSzPts val="1900"/>
              <a:buFont typeface="Arial"/>
              <a:buNone/>
            </a:pPr>
            <a:r>
              <a:rPr b="0" i="0" lang="en-US" sz="1900" u="none" cap="none" strike="noStrike">
                <a:solidFill>
                  <a:srgbClr val="202124"/>
                </a:solidFill>
                <a:latin typeface="Arial"/>
                <a:ea typeface="Arial"/>
                <a:cs typeface="Arial"/>
                <a:sym typeface="Arial"/>
              </a:rPr>
              <a:t>Responsabilidad y Autonomía</a:t>
            </a:r>
            <a:endParaRPr b="0" i="0" sz="1900" u="none" cap="none" strike="noStrike"/>
          </a:p>
        </p:txBody>
      </p:sp>
      <p:sp>
        <p:nvSpPr>
          <p:cNvPr id="686" name="Google Shape;686;g3d13e538ef5_0_462"/>
          <p:cNvSpPr/>
          <p:nvPr/>
        </p:nvSpPr>
        <p:spPr>
          <a:xfrm>
            <a:off x="304800" y="3688080"/>
            <a:ext cx="6522720" cy="731520"/>
          </a:xfrm>
          <a:custGeom>
            <a:rect b="b" l="l" r="r" t="t"/>
            <a:pathLst>
              <a:path extrusionOk="0" h="609600" w="5435600">
                <a:moveTo>
                  <a:pt x="101602" y="0"/>
                </a:moveTo>
                <a:lnTo>
                  <a:pt x="5333998" y="0"/>
                </a:lnTo>
                <a:cubicBezTo>
                  <a:pt x="5390111" y="0"/>
                  <a:pt x="5435600" y="45489"/>
                  <a:pt x="5435600" y="101602"/>
                </a:cubicBezTo>
                <a:lnTo>
                  <a:pt x="5435600" y="507998"/>
                </a:lnTo>
                <a:cubicBezTo>
                  <a:pt x="5435600" y="564111"/>
                  <a:pt x="5390111" y="609600"/>
                  <a:pt x="5333998" y="609600"/>
                </a:cubicBezTo>
                <a:lnTo>
                  <a:pt x="101602" y="609600"/>
                </a:lnTo>
                <a:cubicBezTo>
                  <a:pt x="45489" y="609600"/>
                  <a:pt x="0" y="564111"/>
                  <a:pt x="0" y="507998"/>
                </a:cubicBezTo>
                <a:lnTo>
                  <a:pt x="0" y="101602"/>
                </a:lnTo>
                <a:cubicBezTo>
                  <a:pt x="0" y="45526"/>
                  <a:pt x="45526" y="0"/>
                  <a:pt x="101602" y="0"/>
                </a:cubicBezTo>
                <a:close/>
              </a:path>
            </a:pathLst>
          </a:custGeom>
          <a:solidFill>
            <a:srgbClr val="202124">
              <a:alpha val="4710"/>
            </a:srgbClr>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687" name="Google Shape;687;g3d13e538ef5_0_462"/>
          <p:cNvSpPr/>
          <p:nvPr/>
        </p:nvSpPr>
        <p:spPr>
          <a:xfrm>
            <a:off x="586740" y="3870960"/>
            <a:ext cx="411480" cy="365760"/>
          </a:xfrm>
          <a:custGeom>
            <a:rect b="b" l="l" r="r" t="t"/>
            <a:pathLst>
              <a:path extrusionOk="0" h="304800" w="342900">
                <a:moveTo>
                  <a:pt x="160080" y="50721"/>
                </a:moveTo>
                <a:lnTo>
                  <a:pt x="90666" y="127873"/>
                </a:lnTo>
                <a:cubicBezTo>
                  <a:pt x="87928" y="130909"/>
                  <a:pt x="88047" y="135612"/>
                  <a:pt x="90964" y="138529"/>
                </a:cubicBezTo>
                <a:cubicBezTo>
                  <a:pt x="109121" y="156686"/>
                  <a:pt x="138589" y="156686"/>
                  <a:pt x="156746" y="138529"/>
                </a:cubicBezTo>
                <a:lnTo>
                  <a:pt x="175677" y="119598"/>
                </a:lnTo>
                <a:cubicBezTo>
                  <a:pt x="178177" y="117098"/>
                  <a:pt x="181332" y="115729"/>
                  <a:pt x="184547" y="115491"/>
                </a:cubicBezTo>
                <a:cubicBezTo>
                  <a:pt x="188595" y="115133"/>
                  <a:pt x="192762" y="116503"/>
                  <a:pt x="195858" y="119598"/>
                </a:cubicBezTo>
                <a:lnTo>
                  <a:pt x="300990" y="223838"/>
                </a:lnTo>
                <a:lnTo>
                  <a:pt x="342900" y="190500"/>
                </a:lnTo>
                <a:lnTo>
                  <a:pt x="342900" y="19050"/>
                </a:lnTo>
                <a:lnTo>
                  <a:pt x="276225" y="57150"/>
                </a:lnTo>
                <a:lnTo>
                  <a:pt x="262057" y="47685"/>
                </a:lnTo>
                <a:cubicBezTo>
                  <a:pt x="252651" y="41434"/>
                  <a:pt x="241637" y="38100"/>
                  <a:pt x="230326" y="38100"/>
                </a:cubicBezTo>
                <a:lnTo>
                  <a:pt x="188416" y="38100"/>
                </a:lnTo>
                <a:cubicBezTo>
                  <a:pt x="187762" y="38100"/>
                  <a:pt x="187047" y="38100"/>
                  <a:pt x="186392" y="38160"/>
                </a:cubicBezTo>
                <a:cubicBezTo>
                  <a:pt x="176332" y="38695"/>
                  <a:pt x="166866" y="43220"/>
                  <a:pt x="160080" y="50721"/>
                </a:cubicBezTo>
                <a:close/>
                <a:moveTo>
                  <a:pt x="69413" y="108764"/>
                </a:moveTo>
                <a:lnTo>
                  <a:pt x="132993" y="38100"/>
                </a:lnTo>
                <a:lnTo>
                  <a:pt x="109418" y="38100"/>
                </a:lnTo>
                <a:cubicBezTo>
                  <a:pt x="94238" y="38100"/>
                  <a:pt x="79712" y="44113"/>
                  <a:pt x="68997" y="54828"/>
                </a:cubicBezTo>
                <a:lnTo>
                  <a:pt x="66675" y="57150"/>
                </a:lnTo>
                <a:lnTo>
                  <a:pt x="0" y="19050"/>
                </a:lnTo>
                <a:lnTo>
                  <a:pt x="0" y="190500"/>
                </a:lnTo>
                <a:lnTo>
                  <a:pt x="93107" y="268069"/>
                </a:lnTo>
                <a:cubicBezTo>
                  <a:pt x="106799" y="279499"/>
                  <a:pt x="124063" y="285750"/>
                  <a:pt x="141863" y="285750"/>
                </a:cubicBezTo>
                <a:lnTo>
                  <a:pt x="151209" y="285750"/>
                </a:lnTo>
                <a:lnTo>
                  <a:pt x="147042" y="281583"/>
                </a:lnTo>
                <a:cubicBezTo>
                  <a:pt x="141446" y="275987"/>
                  <a:pt x="141446" y="266938"/>
                  <a:pt x="147042" y="261402"/>
                </a:cubicBezTo>
                <a:cubicBezTo>
                  <a:pt x="152638" y="255865"/>
                  <a:pt x="161687" y="255806"/>
                  <a:pt x="167223" y="261402"/>
                </a:cubicBezTo>
                <a:lnTo>
                  <a:pt x="191631" y="285810"/>
                </a:lnTo>
                <a:lnTo>
                  <a:pt x="196989" y="285810"/>
                </a:lnTo>
                <a:cubicBezTo>
                  <a:pt x="208359" y="285810"/>
                  <a:pt x="219492" y="283250"/>
                  <a:pt x="229612" y="278487"/>
                </a:cubicBezTo>
                <a:lnTo>
                  <a:pt x="213717" y="262533"/>
                </a:lnTo>
                <a:cubicBezTo>
                  <a:pt x="208121" y="256937"/>
                  <a:pt x="208121" y="247888"/>
                  <a:pt x="213717" y="242352"/>
                </a:cubicBezTo>
                <a:cubicBezTo>
                  <a:pt x="219313" y="236815"/>
                  <a:pt x="228362" y="236756"/>
                  <a:pt x="233898" y="242352"/>
                </a:cubicBezTo>
                <a:lnTo>
                  <a:pt x="252948" y="261402"/>
                </a:lnTo>
                <a:lnTo>
                  <a:pt x="263366" y="250984"/>
                </a:lnTo>
                <a:cubicBezTo>
                  <a:pt x="268665" y="245685"/>
                  <a:pt x="270212" y="238006"/>
                  <a:pt x="267891" y="231279"/>
                </a:cubicBezTo>
                <a:lnTo>
                  <a:pt x="185797" y="149840"/>
                </a:lnTo>
                <a:lnTo>
                  <a:pt x="176927" y="158710"/>
                </a:lnTo>
                <a:cubicBezTo>
                  <a:pt x="147578" y="188059"/>
                  <a:pt x="100072" y="188059"/>
                  <a:pt x="70723" y="158710"/>
                </a:cubicBezTo>
                <a:cubicBezTo>
                  <a:pt x="57031" y="145018"/>
                  <a:pt x="56495" y="123051"/>
                  <a:pt x="69413" y="108704"/>
                </a:cubicBezTo>
                <a:close/>
              </a:path>
            </a:pathLst>
          </a:custGeom>
          <a:solidFill>
            <a:srgbClr val="4285F4"/>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688" name="Google Shape;688;g3d13e538ef5_0_462"/>
          <p:cNvSpPr/>
          <p:nvPr/>
        </p:nvSpPr>
        <p:spPr>
          <a:xfrm>
            <a:off x="1280160" y="3870960"/>
            <a:ext cx="3352800" cy="365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02124"/>
              </a:buClr>
              <a:buSzPts val="1900"/>
              <a:buFont typeface="Arial"/>
              <a:buNone/>
            </a:pPr>
            <a:r>
              <a:rPr b="0" i="0" lang="en-US" sz="1900" u="none" cap="none" strike="noStrike">
                <a:solidFill>
                  <a:srgbClr val="202124"/>
                </a:solidFill>
                <a:latin typeface="Arial"/>
                <a:ea typeface="Arial"/>
                <a:cs typeface="Arial"/>
                <a:sym typeface="Arial"/>
              </a:rPr>
              <a:t>Compromiso y Disciplina</a:t>
            </a:r>
            <a:endParaRPr b="0" i="0" sz="1900" u="none" cap="none" strike="noStrike"/>
          </a:p>
        </p:txBody>
      </p:sp>
      <p:sp>
        <p:nvSpPr>
          <p:cNvPr id="689" name="Google Shape;689;g3d13e538ef5_0_462"/>
          <p:cNvSpPr/>
          <p:nvPr/>
        </p:nvSpPr>
        <p:spPr>
          <a:xfrm>
            <a:off x="304800" y="4663440"/>
            <a:ext cx="6522720" cy="731520"/>
          </a:xfrm>
          <a:custGeom>
            <a:rect b="b" l="l" r="r" t="t"/>
            <a:pathLst>
              <a:path extrusionOk="0" h="609600" w="5435600">
                <a:moveTo>
                  <a:pt x="101602" y="0"/>
                </a:moveTo>
                <a:lnTo>
                  <a:pt x="5333998" y="0"/>
                </a:lnTo>
                <a:cubicBezTo>
                  <a:pt x="5390111" y="0"/>
                  <a:pt x="5435600" y="45489"/>
                  <a:pt x="5435600" y="101602"/>
                </a:cubicBezTo>
                <a:lnTo>
                  <a:pt x="5435600" y="507998"/>
                </a:lnTo>
                <a:cubicBezTo>
                  <a:pt x="5435600" y="564111"/>
                  <a:pt x="5390111" y="609600"/>
                  <a:pt x="5333998" y="609600"/>
                </a:cubicBezTo>
                <a:lnTo>
                  <a:pt x="101602" y="609600"/>
                </a:lnTo>
                <a:cubicBezTo>
                  <a:pt x="45489" y="609600"/>
                  <a:pt x="0" y="564111"/>
                  <a:pt x="0" y="507998"/>
                </a:cubicBezTo>
                <a:lnTo>
                  <a:pt x="0" y="101602"/>
                </a:lnTo>
                <a:cubicBezTo>
                  <a:pt x="0" y="45526"/>
                  <a:pt x="45526" y="0"/>
                  <a:pt x="101602" y="0"/>
                </a:cubicBezTo>
                <a:close/>
              </a:path>
            </a:pathLst>
          </a:custGeom>
          <a:solidFill>
            <a:srgbClr val="202124">
              <a:alpha val="4710"/>
            </a:srgbClr>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690" name="Google Shape;690;g3d13e538ef5_0_462"/>
          <p:cNvSpPr/>
          <p:nvPr/>
        </p:nvSpPr>
        <p:spPr>
          <a:xfrm>
            <a:off x="655320" y="4846320"/>
            <a:ext cx="274320" cy="365760"/>
          </a:xfrm>
          <a:custGeom>
            <a:rect b="b" l="l" r="r" t="t"/>
            <a:pathLst>
              <a:path extrusionOk="0" h="304800" w="228600">
                <a:moveTo>
                  <a:pt x="174367" y="228600"/>
                </a:moveTo>
                <a:cubicBezTo>
                  <a:pt x="178713" y="215325"/>
                  <a:pt x="187404" y="203299"/>
                  <a:pt x="197227" y="192941"/>
                </a:cubicBezTo>
                <a:cubicBezTo>
                  <a:pt x="216694" y="172462"/>
                  <a:pt x="228600" y="144780"/>
                  <a:pt x="228600" y="114300"/>
                </a:cubicBezTo>
                <a:cubicBezTo>
                  <a:pt x="228600" y="51197"/>
                  <a:pt x="177403" y="0"/>
                  <a:pt x="114300" y="0"/>
                </a:cubicBezTo>
                <a:cubicBezTo>
                  <a:pt x="51197" y="0"/>
                  <a:pt x="0" y="51197"/>
                  <a:pt x="0" y="114300"/>
                </a:cubicBezTo>
                <a:cubicBezTo>
                  <a:pt x="0" y="144780"/>
                  <a:pt x="11906" y="172462"/>
                  <a:pt x="31373" y="192941"/>
                </a:cubicBezTo>
                <a:cubicBezTo>
                  <a:pt x="41196" y="203299"/>
                  <a:pt x="49947" y="215325"/>
                  <a:pt x="54233" y="228600"/>
                </a:cubicBezTo>
                <a:lnTo>
                  <a:pt x="174308" y="228600"/>
                </a:lnTo>
                <a:close/>
                <a:moveTo>
                  <a:pt x="171450" y="257175"/>
                </a:moveTo>
                <a:lnTo>
                  <a:pt x="57150" y="257175"/>
                </a:lnTo>
                <a:lnTo>
                  <a:pt x="57150" y="266700"/>
                </a:lnTo>
                <a:cubicBezTo>
                  <a:pt x="57150" y="293013"/>
                  <a:pt x="78462" y="314325"/>
                  <a:pt x="104775" y="314325"/>
                </a:cubicBezTo>
                <a:lnTo>
                  <a:pt x="123825" y="314325"/>
                </a:lnTo>
                <a:cubicBezTo>
                  <a:pt x="150138" y="314325"/>
                  <a:pt x="171450" y="293013"/>
                  <a:pt x="171450" y="266700"/>
                </a:cubicBezTo>
                <a:lnTo>
                  <a:pt x="171450" y="257175"/>
                </a:lnTo>
                <a:close/>
                <a:moveTo>
                  <a:pt x="109537" y="66675"/>
                </a:moveTo>
                <a:cubicBezTo>
                  <a:pt x="85844" y="66675"/>
                  <a:pt x="66675" y="85844"/>
                  <a:pt x="66675" y="109537"/>
                </a:cubicBezTo>
                <a:cubicBezTo>
                  <a:pt x="66675" y="117455"/>
                  <a:pt x="60305" y="123825"/>
                  <a:pt x="52388" y="123825"/>
                </a:cubicBezTo>
                <a:cubicBezTo>
                  <a:pt x="44470" y="123825"/>
                  <a:pt x="38100" y="117455"/>
                  <a:pt x="38100" y="109537"/>
                </a:cubicBezTo>
                <a:cubicBezTo>
                  <a:pt x="38100" y="70068"/>
                  <a:pt x="70068" y="38100"/>
                  <a:pt x="109537" y="38100"/>
                </a:cubicBezTo>
                <a:cubicBezTo>
                  <a:pt x="117455" y="38100"/>
                  <a:pt x="123825" y="44470"/>
                  <a:pt x="123825" y="52388"/>
                </a:cubicBezTo>
                <a:cubicBezTo>
                  <a:pt x="123825" y="60305"/>
                  <a:pt x="117455" y="66675"/>
                  <a:pt x="109537" y="66675"/>
                </a:cubicBezTo>
                <a:close/>
              </a:path>
            </a:pathLst>
          </a:custGeom>
          <a:solidFill>
            <a:srgbClr val="4285F4"/>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691" name="Google Shape;691;g3d13e538ef5_0_462"/>
          <p:cNvSpPr/>
          <p:nvPr/>
        </p:nvSpPr>
        <p:spPr>
          <a:xfrm>
            <a:off x="1280160" y="4846320"/>
            <a:ext cx="4068900" cy="365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02124"/>
              </a:buClr>
              <a:buSzPts val="1900"/>
              <a:buFont typeface="Arial"/>
              <a:buNone/>
            </a:pPr>
            <a:r>
              <a:rPr b="0" i="0" lang="en-US" sz="1900" u="none" cap="none" strike="noStrike">
                <a:solidFill>
                  <a:srgbClr val="202124"/>
                </a:solidFill>
                <a:latin typeface="Arial"/>
                <a:ea typeface="Arial"/>
                <a:cs typeface="Arial"/>
                <a:sym typeface="Arial"/>
              </a:rPr>
              <a:t>Proactividad y Ética Profesional</a:t>
            </a:r>
            <a:endParaRPr b="0" i="0" sz="1900" u="none" cap="none" strike="noStrike"/>
          </a:p>
        </p:txBody>
      </p:sp>
      <p:pic>
        <p:nvPicPr>
          <p:cNvPr descr="https://kimi-web-img.moonshot.cn/img/img.freepik.com/4b8068f3e1fe5a2e4cf2e0c4dccf3229f72329e8.jpg" id="692" name="Google Shape;692;g3d13e538ef5_0_462"/>
          <p:cNvPicPr preferRelativeResize="0"/>
          <p:nvPr/>
        </p:nvPicPr>
        <p:blipFill rotWithShape="1">
          <a:blip r:embed="rId3">
            <a:alphaModFix/>
          </a:blip>
          <a:srcRect b="0" l="24208" r="24208" t="0"/>
          <a:stretch/>
        </p:blipFill>
        <p:spPr>
          <a:xfrm>
            <a:off x="7034655" y="-26490"/>
            <a:ext cx="7595400" cy="8256600"/>
          </a:xfrm>
          <a:prstGeom prst="roundRect">
            <a:avLst>
              <a:gd fmla="val 1739" name="adj"/>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697" name="Shape 697"/>
        <p:cNvGrpSpPr/>
        <p:nvPr/>
      </p:nvGrpSpPr>
      <p:grpSpPr>
        <a:xfrm>
          <a:off x="0" y="0"/>
          <a:ext cx="0" cy="0"/>
          <a:chOff x="0" y="0"/>
          <a:chExt cx="0" cy="0"/>
        </a:xfrm>
      </p:grpSpPr>
      <p:pic>
        <p:nvPicPr>
          <p:cNvPr descr="https://kimi-img.moonshot.cn/pub/slides/slides_tmpl/image/25-08-27-20:09:25-d2nfat98bjvh7rlj0j2g.png" id="698" name="Google Shape;698;g3d13e538ef5_0_478"/>
          <p:cNvPicPr preferRelativeResize="0"/>
          <p:nvPr/>
        </p:nvPicPr>
        <p:blipFill rotWithShape="1">
          <a:blip r:embed="rId3">
            <a:alphaModFix/>
          </a:blip>
          <a:srcRect b="0" l="0" r="0" t="0"/>
          <a:stretch/>
        </p:blipFill>
        <p:spPr>
          <a:xfrm>
            <a:off x="868680" y="1817370"/>
            <a:ext cx="5026913" cy="4527043"/>
          </a:xfrm>
          <a:prstGeom prst="rect">
            <a:avLst/>
          </a:prstGeom>
          <a:noFill/>
          <a:ln>
            <a:noFill/>
          </a:ln>
        </p:spPr>
      </p:pic>
      <p:sp>
        <p:nvSpPr>
          <p:cNvPr id="699" name="Google Shape;699;g3d13e538ef5_0_478"/>
          <p:cNvSpPr/>
          <p:nvPr/>
        </p:nvSpPr>
        <p:spPr>
          <a:xfrm>
            <a:off x="6460998" y="3835908"/>
            <a:ext cx="6499200" cy="1438500"/>
          </a:xfrm>
          <a:prstGeom prst="rect">
            <a:avLst/>
          </a:prstGeom>
          <a:solidFill>
            <a:srgbClr val="000000">
              <a:alpha val="0"/>
            </a:srgbClr>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00" name="Google Shape;700;g3d13e538ef5_0_478"/>
          <p:cNvSpPr/>
          <p:nvPr/>
        </p:nvSpPr>
        <p:spPr>
          <a:xfrm>
            <a:off x="6460998" y="3835908"/>
            <a:ext cx="6499200" cy="1438500"/>
          </a:xfrm>
          <a:prstGeom prst="rect">
            <a:avLst/>
          </a:prstGeom>
          <a:noFill/>
          <a:ln>
            <a:noFill/>
          </a:ln>
        </p:spPr>
        <p:txBody>
          <a:bodyPr anchorCtr="0" anchor="t" bIns="54850" lIns="54850" spcFirstLastPara="1" rIns="109725" wrap="square" tIns="109725">
            <a:noAutofit/>
          </a:bodyPr>
          <a:lstStyle/>
          <a:p>
            <a:pPr indent="0" lvl="0" marL="0" marR="0" rtl="0" algn="just">
              <a:lnSpc>
                <a:spcPct val="100000"/>
              </a:lnSpc>
              <a:spcBef>
                <a:spcPts val="0"/>
              </a:spcBef>
              <a:spcAft>
                <a:spcPts val="0"/>
              </a:spcAft>
              <a:buClr>
                <a:srgbClr val="FFFFFF"/>
              </a:buClr>
              <a:buSzPts val="4300"/>
              <a:buFont typeface="Arial"/>
              <a:buNone/>
            </a:pPr>
            <a:r>
              <a:rPr b="1" lang="en-US" sz="4300">
                <a:solidFill>
                  <a:srgbClr val="FFFFFF"/>
                </a:solidFill>
              </a:rPr>
              <a:t>Referencias</a:t>
            </a:r>
            <a:endParaRPr b="0" i="0" sz="1900" u="none" cap="none" strike="noStrike"/>
          </a:p>
        </p:txBody>
      </p:sp>
      <p:pic>
        <p:nvPicPr>
          <p:cNvPr id="701" name="Google Shape;701;g3d13e538ef5_0_478" title="BUHOADSFA-Photoroom.png"/>
          <p:cNvPicPr preferRelativeResize="0"/>
          <p:nvPr/>
        </p:nvPicPr>
        <p:blipFill>
          <a:blip r:embed="rId4">
            <a:alphaModFix/>
          </a:blip>
          <a:stretch>
            <a:fillRect/>
          </a:stretch>
        </p:blipFill>
        <p:spPr>
          <a:xfrm>
            <a:off x="0" y="-7"/>
            <a:ext cx="1036320" cy="128276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g360a3851fa7_0_164"/>
          <p:cNvSpPr txBox="1"/>
          <p:nvPr>
            <p:ph type="title"/>
          </p:nvPr>
        </p:nvSpPr>
        <p:spPr>
          <a:xfrm>
            <a:off x="1297500" y="393750"/>
            <a:ext cx="7038600" cy="913800"/>
          </a:xfrm>
          <a:prstGeom prst="rect">
            <a:avLst/>
          </a:prstGeom>
          <a:noFill/>
          <a:ln>
            <a:noFill/>
          </a:ln>
        </p:spPr>
        <p:txBody>
          <a:bodyPr anchorCtr="0" anchor="t" bIns="146275" lIns="146275" spcFirstLastPara="1" rIns="146275" wrap="square" tIns="146275">
            <a:normAutofit fontScale="90000"/>
          </a:bodyPr>
          <a:lstStyle/>
          <a:p>
            <a:pPr indent="0" lvl="0" marL="0" rtl="0" algn="l">
              <a:lnSpc>
                <a:spcPct val="100000"/>
              </a:lnSpc>
              <a:spcBef>
                <a:spcPts val="0"/>
              </a:spcBef>
              <a:spcAft>
                <a:spcPts val="0"/>
              </a:spcAft>
              <a:buSzPct val="111111"/>
              <a:buNone/>
            </a:pPr>
            <a:r>
              <a:rPr lang="en-US"/>
              <a:t>REFERENCIAS</a:t>
            </a:r>
            <a:endParaRPr/>
          </a:p>
        </p:txBody>
      </p:sp>
      <p:sp>
        <p:nvSpPr>
          <p:cNvPr id="707" name="Google Shape;707;g360a3851fa7_0_164"/>
          <p:cNvSpPr txBox="1"/>
          <p:nvPr>
            <p:ph idx="1" type="body"/>
          </p:nvPr>
        </p:nvSpPr>
        <p:spPr>
          <a:xfrm>
            <a:off x="754025" y="1307675"/>
            <a:ext cx="13184700" cy="6598800"/>
          </a:xfrm>
          <a:prstGeom prst="rect">
            <a:avLst/>
          </a:prstGeom>
          <a:noFill/>
          <a:ln>
            <a:noFill/>
          </a:ln>
        </p:spPr>
        <p:txBody>
          <a:bodyPr anchorCtr="0" anchor="t" bIns="146275" lIns="146275" spcFirstLastPara="1" rIns="146275" wrap="square" tIns="146275">
            <a:noAutofit/>
          </a:bodyPr>
          <a:lstStyle/>
          <a:p>
            <a:pPr indent="-381000" lvl="0" marL="457200" rtl="0" algn="l">
              <a:lnSpc>
                <a:spcPct val="115000"/>
              </a:lnSpc>
              <a:spcBef>
                <a:spcPts val="0"/>
              </a:spcBef>
              <a:spcAft>
                <a:spcPts val="0"/>
              </a:spcAft>
              <a:buSzPts val="2400"/>
              <a:buAutoNum type="arabicPeriod"/>
            </a:pPr>
            <a:r>
              <a:rPr lang="en-US" sz="2400"/>
              <a:t>Documentación Oficial de Google Kubernetes Engine (GKE):</a:t>
            </a:r>
            <a:endParaRPr sz="2400"/>
          </a:p>
          <a:p>
            <a:pPr indent="-336550" lvl="1" marL="914400" rtl="0" algn="l">
              <a:lnSpc>
                <a:spcPct val="115000"/>
              </a:lnSpc>
              <a:spcBef>
                <a:spcPts val="0"/>
              </a:spcBef>
              <a:spcAft>
                <a:spcPts val="0"/>
              </a:spcAft>
              <a:buSzPts val="1700"/>
              <a:buChar char="○"/>
            </a:pPr>
            <a:r>
              <a:rPr lang="en-US" sz="1700"/>
              <a:t>URL: cloud.google.com/kubernetes-engine</a:t>
            </a:r>
            <a:endParaRPr sz="1700"/>
          </a:p>
          <a:p>
            <a:pPr indent="-336550" lvl="1" marL="914400" rtl="0" algn="l">
              <a:lnSpc>
                <a:spcPct val="115000"/>
              </a:lnSpc>
              <a:spcBef>
                <a:spcPts val="0"/>
              </a:spcBef>
              <a:spcAft>
                <a:spcPts val="0"/>
              </a:spcAft>
              <a:buSzPts val="1700"/>
              <a:buChar char="○"/>
            </a:pPr>
            <a:r>
              <a:rPr lang="en-US" sz="1700"/>
              <a:t>Descripción: La fuente principal para toda la información sobre GKE, incluyendo guías de inicio rápido, arquitectura, mejores prácticas y gestión.</a:t>
            </a:r>
            <a:endParaRPr sz="1700"/>
          </a:p>
          <a:p>
            <a:pPr indent="-381000" lvl="0" marL="457200" rtl="0" algn="l">
              <a:lnSpc>
                <a:spcPct val="115000"/>
              </a:lnSpc>
              <a:spcBef>
                <a:spcPts val="0"/>
              </a:spcBef>
              <a:spcAft>
                <a:spcPts val="0"/>
              </a:spcAft>
              <a:buSzPts val="2400"/>
              <a:buAutoNum type="arabicPeriod"/>
            </a:pPr>
            <a:r>
              <a:rPr lang="en-US" sz="2400"/>
              <a:t>Documentación Oficial de Kubernetes:</a:t>
            </a:r>
            <a:endParaRPr sz="2400"/>
          </a:p>
          <a:p>
            <a:pPr indent="-336550" lvl="1" marL="914400" rtl="0" algn="l">
              <a:lnSpc>
                <a:spcPct val="115000"/>
              </a:lnSpc>
              <a:spcBef>
                <a:spcPts val="0"/>
              </a:spcBef>
              <a:spcAft>
                <a:spcPts val="0"/>
              </a:spcAft>
              <a:buSzPts val="1700"/>
              <a:buChar char="○"/>
            </a:pPr>
            <a:r>
              <a:rPr lang="en-US" sz="1700"/>
              <a:t>URL: kubernetes.io/docs</a:t>
            </a:r>
            <a:endParaRPr sz="1700"/>
          </a:p>
          <a:p>
            <a:pPr indent="-336550" lvl="1" marL="914400" rtl="0" algn="l">
              <a:lnSpc>
                <a:spcPct val="115000"/>
              </a:lnSpc>
              <a:spcBef>
                <a:spcPts val="0"/>
              </a:spcBef>
              <a:spcAft>
                <a:spcPts val="0"/>
              </a:spcAft>
              <a:buSzPts val="1700"/>
              <a:buChar char="○"/>
            </a:pPr>
            <a:r>
              <a:rPr lang="en-US" sz="1700"/>
              <a:t>Descripción: Fundamento para entender los conceptos de Kubernetes, sus recursos (Pods, Deployments, Services, Ingress) y cómo funcionan.</a:t>
            </a:r>
            <a:endParaRPr sz="1700"/>
          </a:p>
          <a:p>
            <a:pPr indent="-381000" lvl="0" marL="457200" rtl="0" algn="l">
              <a:lnSpc>
                <a:spcPct val="115000"/>
              </a:lnSpc>
              <a:spcBef>
                <a:spcPts val="0"/>
              </a:spcBef>
              <a:spcAft>
                <a:spcPts val="0"/>
              </a:spcAft>
              <a:buSzPts val="2400"/>
              <a:buAutoNum type="arabicPeriod"/>
            </a:pPr>
            <a:r>
              <a:rPr lang="en-US" sz="2400"/>
              <a:t>Página Oficial de Helm:</a:t>
            </a:r>
            <a:endParaRPr sz="2400"/>
          </a:p>
          <a:p>
            <a:pPr indent="-336550" lvl="1" marL="914400" rtl="0" algn="l">
              <a:lnSpc>
                <a:spcPct val="115000"/>
              </a:lnSpc>
              <a:spcBef>
                <a:spcPts val="0"/>
              </a:spcBef>
              <a:spcAft>
                <a:spcPts val="0"/>
              </a:spcAft>
              <a:buSzPts val="1700"/>
              <a:buChar char="○"/>
            </a:pPr>
            <a:r>
              <a:rPr lang="en-US" sz="1700"/>
              <a:t>URL: helm.sh</a:t>
            </a:r>
            <a:endParaRPr sz="1700"/>
          </a:p>
          <a:p>
            <a:pPr indent="-336550" lvl="1" marL="914400" rtl="0" algn="l">
              <a:lnSpc>
                <a:spcPct val="115000"/>
              </a:lnSpc>
              <a:spcBef>
                <a:spcPts val="0"/>
              </a:spcBef>
              <a:spcAft>
                <a:spcPts val="0"/>
              </a:spcAft>
              <a:buSzPts val="1700"/>
              <a:buChar char="○"/>
            </a:pPr>
            <a:r>
              <a:rPr lang="en-US" sz="1700"/>
              <a:t>Descripción: Recurso clave para aprender a usar Helm para empaquetar, desplegar y gestionar aplicaciones en Kubernetes de forma eficiente.</a:t>
            </a:r>
            <a:endParaRPr sz="1700"/>
          </a:p>
          <a:p>
            <a:pPr indent="-381000" lvl="0" marL="457200" rtl="0" algn="l">
              <a:lnSpc>
                <a:spcPct val="115000"/>
              </a:lnSpc>
              <a:spcBef>
                <a:spcPts val="0"/>
              </a:spcBef>
              <a:spcAft>
                <a:spcPts val="0"/>
              </a:spcAft>
              <a:buSzPts val="2400"/>
              <a:buAutoNum type="arabicPeriod"/>
            </a:pPr>
            <a:r>
              <a:rPr lang="en-US" sz="2400"/>
              <a:t>Documentación de Google Cloud Run:</a:t>
            </a:r>
            <a:endParaRPr sz="2400"/>
          </a:p>
          <a:p>
            <a:pPr indent="-336550" lvl="1" marL="914400" rtl="0" algn="l">
              <a:lnSpc>
                <a:spcPct val="115000"/>
              </a:lnSpc>
              <a:spcBef>
                <a:spcPts val="0"/>
              </a:spcBef>
              <a:spcAft>
                <a:spcPts val="0"/>
              </a:spcAft>
              <a:buSzPts val="1700"/>
              <a:buChar char="○"/>
            </a:pPr>
            <a:r>
              <a:rPr lang="en-US" sz="1700"/>
              <a:t>URL: cloud.google.com/run</a:t>
            </a:r>
            <a:endParaRPr sz="1700"/>
          </a:p>
          <a:p>
            <a:pPr indent="-336550" lvl="1" marL="914400" rtl="0" algn="l">
              <a:lnSpc>
                <a:spcPct val="115000"/>
              </a:lnSpc>
              <a:spcBef>
                <a:spcPts val="0"/>
              </a:spcBef>
              <a:spcAft>
                <a:spcPts val="0"/>
              </a:spcAft>
              <a:buSzPts val="1700"/>
              <a:buChar char="○"/>
            </a:pPr>
            <a:r>
              <a:rPr lang="en-US" sz="1700"/>
              <a:t>Descripción: Útil para entender las diferencias y similitudes con GKE, y cuándo optar por una solución serverless para contenedores.</a:t>
            </a:r>
            <a:endParaRPr sz="1700"/>
          </a:p>
          <a:p>
            <a:pPr indent="-381000" lvl="0" marL="457200" rtl="0" algn="l">
              <a:lnSpc>
                <a:spcPct val="115000"/>
              </a:lnSpc>
              <a:spcBef>
                <a:spcPts val="0"/>
              </a:spcBef>
              <a:spcAft>
                <a:spcPts val="0"/>
              </a:spcAft>
              <a:buSzPts val="2400"/>
              <a:buAutoNum type="arabicPeriod"/>
            </a:pPr>
            <a:r>
              <a:rPr lang="en-US" sz="2400"/>
              <a:t>Página Oficial de Grafana:</a:t>
            </a:r>
            <a:endParaRPr sz="2400"/>
          </a:p>
          <a:p>
            <a:pPr indent="-336550" lvl="1" marL="914400" rtl="0" algn="l">
              <a:lnSpc>
                <a:spcPct val="115000"/>
              </a:lnSpc>
              <a:spcBef>
                <a:spcPts val="0"/>
              </a:spcBef>
              <a:spcAft>
                <a:spcPts val="0"/>
              </a:spcAft>
              <a:buSzPts val="1700"/>
              <a:buChar char="○"/>
            </a:pPr>
            <a:r>
              <a:rPr lang="en-US" sz="1700"/>
              <a:t>URL: grafana.com</a:t>
            </a:r>
            <a:endParaRPr sz="1700"/>
          </a:p>
          <a:p>
            <a:pPr indent="-336550" lvl="1" marL="914400" rtl="0" algn="l">
              <a:lnSpc>
                <a:spcPct val="115000"/>
              </a:lnSpc>
              <a:spcBef>
                <a:spcPts val="0"/>
              </a:spcBef>
              <a:spcAft>
                <a:spcPts val="0"/>
              </a:spcAft>
              <a:buSzPts val="1700"/>
              <a:buChar char="○"/>
            </a:pPr>
            <a:r>
              <a:rPr lang="en-US" sz="1700"/>
              <a:t>Descripción: Fuente para aprender sobre la visualización de métricas y logs, su integración con Kubernetes (especialmente con Prometheus) y cómo construir dashboards de monitoreo efectivos.</a:t>
            </a:r>
            <a:endParaRPr sz="1700"/>
          </a:p>
          <a:p>
            <a:pPr indent="0" lvl="0" marL="0" rtl="0" algn="l">
              <a:lnSpc>
                <a:spcPct val="115000"/>
              </a:lnSpc>
              <a:spcBef>
                <a:spcPts val="1900"/>
              </a:spcBef>
              <a:spcAft>
                <a:spcPts val="0"/>
              </a:spcAft>
              <a:buSzPts val="2900"/>
              <a:buNone/>
            </a:pPr>
            <a:r>
              <a:t/>
            </a:r>
            <a:endParaRPr sz="2400"/>
          </a:p>
          <a:p>
            <a:pPr indent="0" lvl="0" marL="0" rtl="0" algn="l">
              <a:lnSpc>
                <a:spcPct val="115000"/>
              </a:lnSpc>
              <a:spcBef>
                <a:spcPts val="1900"/>
              </a:spcBef>
              <a:spcAft>
                <a:spcPts val="1900"/>
              </a:spcAft>
              <a:buSzPts val="2900"/>
              <a:buNone/>
            </a:pPr>
            <a:r>
              <a:t/>
            </a:r>
            <a:endParaRPr sz="24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g3d13e538ef5_0_486"/>
          <p:cNvSpPr txBox="1"/>
          <p:nvPr>
            <p:ph type="title"/>
          </p:nvPr>
        </p:nvSpPr>
        <p:spPr>
          <a:xfrm>
            <a:off x="1297501" y="393750"/>
            <a:ext cx="7038600" cy="913800"/>
          </a:xfrm>
          <a:prstGeom prst="rect">
            <a:avLst/>
          </a:prstGeom>
          <a:noFill/>
          <a:ln>
            <a:noFill/>
          </a:ln>
        </p:spPr>
        <p:txBody>
          <a:bodyPr anchorCtr="0" anchor="t" bIns="146275" lIns="146275" spcFirstLastPara="1" rIns="146275" wrap="square" tIns="146275">
            <a:normAutofit fontScale="90000"/>
          </a:bodyPr>
          <a:lstStyle/>
          <a:p>
            <a:pPr indent="0" lvl="0" marL="0" rtl="0" algn="l">
              <a:lnSpc>
                <a:spcPct val="100000"/>
              </a:lnSpc>
              <a:spcBef>
                <a:spcPts val="0"/>
              </a:spcBef>
              <a:spcAft>
                <a:spcPts val="0"/>
              </a:spcAft>
              <a:buSzPct val="110417"/>
              <a:buNone/>
            </a:pPr>
            <a:r>
              <a:rPr lang="en-US"/>
              <a:t>REFERENCIAS</a:t>
            </a:r>
            <a:endParaRPr/>
          </a:p>
        </p:txBody>
      </p:sp>
      <p:graphicFrame>
        <p:nvGraphicFramePr>
          <p:cNvPr id="713" name="Google Shape;713;g3d13e538ef5_0_486"/>
          <p:cNvGraphicFramePr/>
          <p:nvPr/>
        </p:nvGraphicFramePr>
        <p:xfrm>
          <a:off x="588600" y="1307760"/>
          <a:ext cx="3000000" cy="3000000"/>
        </p:xfrm>
        <a:graphic>
          <a:graphicData uri="http://schemas.openxmlformats.org/drawingml/2006/table">
            <a:tbl>
              <a:tblPr>
                <a:noFill/>
                <a:tableStyleId>{53A13200-62AE-410A-8498-04230269489E}</a:tableStyleId>
              </a:tblPr>
              <a:tblGrid>
                <a:gridCol w="3598475"/>
                <a:gridCol w="2787275"/>
                <a:gridCol w="7072250"/>
              </a:tblGrid>
              <a:tr h="705475">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Tema</a:t>
                      </a:r>
                      <a:endParaRPr sz="2200" u="none" cap="none" strike="noStrike">
                        <a:solidFill>
                          <a:schemeClr val="dk2"/>
                        </a:solidFill>
                      </a:endParaRPr>
                    </a:p>
                  </a:txBody>
                  <a:tcPr marT="152400" marB="152400" marR="152400" marL="146275">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Fuente &amp; Enlace</a:t>
                      </a:r>
                      <a:endParaRPr sz="2200" u="none" cap="none" strike="noStrike">
                        <a:solidFill>
                          <a:schemeClr val="dk2"/>
                        </a:solidFill>
                      </a:endParaRPr>
                    </a:p>
                  </a:txBody>
                  <a:tcPr marT="152400" marB="152400" marR="152400" marL="152400">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Contenido Destacado</a:t>
                      </a:r>
                      <a:endParaRPr sz="2200" u="none" cap="none" strike="noStrike">
                        <a:solidFill>
                          <a:schemeClr val="dk2"/>
                        </a:solidFill>
                      </a:endParaRPr>
                    </a:p>
                  </a:txBody>
                  <a:tcPr marT="152400" marB="152400" marR="152400" marL="152400">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r>
              <a:tr h="11396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Race Condition</a:t>
                      </a:r>
                      <a:endParaRPr sz="2200" u="none" cap="none" strike="noStrike">
                        <a:solidFill>
                          <a:schemeClr val="dk2"/>
                        </a:solidFill>
                      </a:endParaRPr>
                    </a:p>
                  </a:txBody>
                  <a:tcPr marT="152400" marB="152400" marR="152400" marL="146275">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sng" cap="none" strike="noStrike">
                          <a:solidFill>
                            <a:srgbClr val="4A86E8"/>
                          </a:solidFill>
                          <a:hlinkClick r:id="rId3">
                            <a:extLst>
                              <a:ext uri="{A12FA001-AC4F-418D-AE19-62706E023703}">
                                <ahyp:hlinkClr val="tx"/>
                              </a:ext>
                            </a:extLst>
                          </a:hlinkClick>
                        </a:rPr>
                        <a:t>GeeksforGeeks</a:t>
                      </a:r>
                      <a:endParaRPr sz="2200" u="none" cap="none" strike="noStrike">
                        <a:solidFill>
                          <a:srgbClr val="4A86E8"/>
                        </a:solidFill>
                      </a:endParaRPr>
                    </a:p>
                  </a:txBody>
                  <a:tcPr marT="152400" marB="152400" marR="152400" marL="152400">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Explicación clara del problema y ejemplos en sistemas operativos.</a:t>
                      </a:r>
                      <a:endParaRPr sz="2200" u="none" cap="none" strike="noStrike">
                        <a:solidFill>
                          <a:schemeClr val="dk2"/>
                        </a:solidFill>
                      </a:endParaRPr>
                    </a:p>
                  </a:txBody>
                  <a:tcPr marT="152400" marB="152400" marR="152400" marL="152400">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r>
              <a:tr h="11396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gRPC</a:t>
                      </a:r>
                      <a:endParaRPr sz="2200" u="none" cap="none" strike="noStrike">
                        <a:solidFill>
                          <a:schemeClr val="dk2"/>
                        </a:solidFill>
                      </a:endParaRPr>
                    </a:p>
                  </a:txBody>
                  <a:tcPr marT="152400" marB="152400" marR="152400" marL="146275">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sng" cap="none" strike="noStrike">
                          <a:solidFill>
                            <a:srgbClr val="4A86E8"/>
                          </a:solidFill>
                          <a:hlinkClick r:id="rId4">
                            <a:extLst>
                              <a:ext uri="{A12FA001-AC4F-418D-AE19-62706E023703}">
                                <ahyp:hlinkClr val="tx"/>
                              </a:ext>
                            </a:extLst>
                          </a:hlinkClick>
                        </a:rPr>
                        <a:t>Red Hat</a:t>
                      </a:r>
                      <a:endParaRPr sz="2200" u="none" cap="none" strike="noStrike">
                        <a:solidFill>
                          <a:srgbClr val="4A86E8"/>
                        </a:solidFill>
                      </a:endParaRPr>
                    </a:p>
                  </a:txBody>
                  <a:tcPr marT="152400" marB="152400" marR="152400" marL="152400">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Introducción a gRPC, ventajas y comparación con APIs REST.</a:t>
                      </a:r>
                      <a:endParaRPr sz="2200" u="none" cap="none" strike="noStrike">
                        <a:solidFill>
                          <a:schemeClr val="dk2"/>
                        </a:solidFill>
                      </a:endParaRPr>
                    </a:p>
                  </a:txBody>
                  <a:tcPr marT="152400" marB="152400" marR="152400" marL="152400">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r>
              <a:tr h="11396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Kubernetes (Conceptos)</a:t>
                      </a:r>
                      <a:endParaRPr sz="2200" u="none" cap="none" strike="noStrike">
                        <a:solidFill>
                          <a:schemeClr val="dk2"/>
                        </a:solidFill>
                      </a:endParaRPr>
                    </a:p>
                  </a:txBody>
                  <a:tcPr marT="152400" marB="152400" marR="152400" marL="146275">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sng" cap="none" strike="noStrike">
                          <a:solidFill>
                            <a:srgbClr val="4A86E8"/>
                          </a:solidFill>
                          <a:hlinkClick r:id="rId5">
                            <a:extLst>
                              <a:ext uri="{A12FA001-AC4F-418D-AE19-62706E023703}">
                                <ahyp:hlinkClr val="tx"/>
                              </a:ext>
                            </a:extLst>
                          </a:hlinkClick>
                        </a:rPr>
                        <a:t>IBM Cloud</a:t>
                      </a:r>
                      <a:endParaRPr sz="2200" u="none" cap="none" strike="noStrike">
                        <a:solidFill>
                          <a:srgbClr val="4A86E8"/>
                        </a:solidFill>
                      </a:endParaRPr>
                    </a:p>
                  </a:txBody>
                  <a:tcPr marT="152400" marB="152400" marR="152400" marL="152400">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Visión general, componentes principales y casos de uso.</a:t>
                      </a:r>
                      <a:endParaRPr sz="2200" u="none" cap="none" strike="noStrike">
                        <a:solidFill>
                          <a:schemeClr val="dk2"/>
                        </a:solidFill>
                      </a:endParaRPr>
                    </a:p>
                  </a:txBody>
                  <a:tcPr marT="152400" marB="152400" marR="152400" marL="152400">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r>
              <a:tr h="11396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Objetos en Kubernetes</a:t>
                      </a:r>
                      <a:endParaRPr sz="2200" u="none" cap="none" strike="noStrike">
                        <a:solidFill>
                          <a:schemeClr val="dk2"/>
                        </a:solidFill>
                      </a:endParaRPr>
                    </a:p>
                  </a:txBody>
                  <a:tcPr marT="152400" marB="152400" marR="152400" marL="146275">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sng" cap="none" strike="noStrike">
                          <a:solidFill>
                            <a:srgbClr val="4A86E8"/>
                          </a:solidFill>
                          <a:hlinkClick r:id="rId6">
                            <a:extLst>
                              <a:ext uri="{A12FA001-AC4F-418D-AE19-62706E023703}">
                                <ahyp:hlinkClr val="tx"/>
                              </a:ext>
                            </a:extLst>
                          </a:hlinkClick>
                        </a:rPr>
                        <a:t>Kubernetes Docs</a:t>
                      </a:r>
                      <a:endParaRPr sz="2200" u="none" cap="none" strike="noStrike">
                        <a:solidFill>
                          <a:srgbClr val="4A86E8"/>
                        </a:solidFill>
                      </a:endParaRPr>
                    </a:p>
                  </a:txBody>
                  <a:tcPr marT="152400" marB="152400" marR="152400" marL="152400">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Definición de Pods, Deployments, Services y otros objetos básicos.</a:t>
                      </a:r>
                      <a:endParaRPr sz="2200" u="none" cap="none" strike="noStrike">
                        <a:solidFill>
                          <a:schemeClr val="dk2"/>
                        </a:solidFill>
                      </a:endParaRPr>
                    </a:p>
                  </a:txBody>
                  <a:tcPr marT="152400" marB="152400" marR="152400" marL="152400">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r>
              <a:tr h="11396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Tipos de Services</a:t>
                      </a:r>
                      <a:endParaRPr sz="2200" u="none" cap="none" strike="noStrike">
                        <a:solidFill>
                          <a:schemeClr val="dk2"/>
                        </a:solidFill>
                      </a:endParaRPr>
                    </a:p>
                  </a:txBody>
                  <a:tcPr marT="152400" marB="152400" marR="152400" marL="146275">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sng" cap="none" strike="noStrike">
                          <a:solidFill>
                            <a:srgbClr val="4A86E8"/>
                          </a:solidFill>
                          <a:hlinkClick r:id="rId7">
                            <a:extLst>
                              <a:ext uri="{A12FA001-AC4F-418D-AE19-62706E023703}">
                                <ahyp:hlinkClr val="tx"/>
                              </a:ext>
                            </a:extLst>
                          </a:hlinkClick>
                        </a:rPr>
                        <a:t>Stack Overflow</a:t>
                      </a:r>
                      <a:endParaRPr sz="2200" u="none" cap="none" strike="noStrike">
                        <a:solidFill>
                          <a:srgbClr val="4A86E8"/>
                        </a:solidFill>
                      </a:endParaRPr>
                    </a:p>
                  </a:txBody>
                  <a:tcPr marT="152400" marB="152400" marR="152400" marL="152400">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2"/>
                          </a:solidFill>
                        </a:rPr>
                        <a:t>Diferencias entre ClusterIP, NodePort y LoadBalancer.</a:t>
                      </a:r>
                      <a:endParaRPr sz="2200" u="none" cap="none" strike="noStrike">
                        <a:solidFill>
                          <a:schemeClr val="dk2"/>
                        </a:solidFill>
                      </a:endParaRPr>
                    </a:p>
                  </a:txBody>
                  <a:tcPr marT="152400" marB="152400" marR="152400" marL="152400">
                    <a:lnL cap="flat" cmpd="sng" w="15250">
                      <a:solidFill>
                        <a:srgbClr val="292A2D"/>
                      </a:solidFill>
                      <a:prstDash val="solid"/>
                      <a:round/>
                      <a:headEnd len="sm" w="sm" type="none"/>
                      <a:tailEnd len="sm" w="sm" type="none"/>
                    </a:lnL>
                    <a:lnR cap="flat" cmpd="sng" w="15250">
                      <a:solidFill>
                        <a:srgbClr val="292A2D"/>
                      </a:solidFill>
                      <a:prstDash val="solid"/>
                      <a:round/>
                      <a:headEnd len="sm" w="sm" type="none"/>
                      <a:tailEnd len="sm" w="sm" type="none"/>
                    </a:lnR>
                    <a:lnT cap="flat" cmpd="sng" w="15250">
                      <a:solidFill>
                        <a:srgbClr val="292A2D"/>
                      </a:solidFill>
                      <a:prstDash val="solid"/>
                      <a:round/>
                      <a:headEnd len="sm" w="sm" type="none"/>
                      <a:tailEnd len="sm" w="sm" type="none"/>
                    </a:lnT>
                    <a:lnB cap="flat" cmpd="sng" w="15250">
                      <a:solidFill>
                        <a:srgbClr val="292A2D"/>
                      </a:solidFill>
                      <a:prstDash val="solid"/>
                      <a:round/>
                      <a:headEnd len="sm" w="sm" type="none"/>
                      <a:tailEnd len="sm" w="sm" type="none"/>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718" name="Shape 718"/>
        <p:cNvGrpSpPr/>
        <p:nvPr/>
      </p:nvGrpSpPr>
      <p:grpSpPr>
        <a:xfrm>
          <a:off x="0" y="0"/>
          <a:ext cx="0" cy="0"/>
          <a:chOff x="0" y="0"/>
          <a:chExt cx="0" cy="0"/>
        </a:xfrm>
      </p:grpSpPr>
      <p:sp>
        <p:nvSpPr>
          <p:cNvPr id="719" name="Google Shape;719;g3d13e538ef5_0_491"/>
          <p:cNvSpPr/>
          <p:nvPr/>
        </p:nvSpPr>
        <p:spPr>
          <a:xfrm>
            <a:off x="786384" y="563880"/>
            <a:ext cx="128100" cy="128100"/>
          </a:xfrm>
          <a:prstGeom prst="ellipse">
            <a:avLst/>
          </a:prstGeom>
          <a:solidFill>
            <a:srgbClr val="FFFFFF"/>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20" name="Google Shape;720;g3d13e538ef5_0_491"/>
          <p:cNvSpPr/>
          <p:nvPr/>
        </p:nvSpPr>
        <p:spPr>
          <a:xfrm>
            <a:off x="786384" y="56388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721" name="Google Shape;721;g3d13e538ef5_0_491"/>
          <p:cNvSpPr/>
          <p:nvPr/>
        </p:nvSpPr>
        <p:spPr>
          <a:xfrm>
            <a:off x="1126998" y="563880"/>
            <a:ext cx="128100" cy="128100"/>
          </a:xfrm>
          <a:prstGeom prst="ellipse">
            <a:avLst/>
          </a:prstGeom>
          <a:solidFill>
            <a:srgbClr val="000000">
              <a:alpha val="0"/>
            </a:srgbClr>
          </a:solidFill>
          <a:ln cap="flat" cmpd="sng" w="22875">
            <a:solidFill>
              <a:srgbClr val="FFFFFF"/>
            </a:solidFill>
            <a:prstDash val="solid"/>
            <a:round/>
            <a:headEnd len="sm" w="sm" type="none"/>
            <a:tailEnd len="sm" w="sm" type="none"/>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22" name="Google Shape;722;g3d13e538ef5_0_491"/>
          <p:cNvSpPr/>
          <p:nvPr/>
        </p:nvSpPr>
        <p:spPr>
          <a:xfrm>
            <a:off x="1126998" y="56388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723" name="Google Shape;723;g3d13e538ef5_0_491"/>
          <p:cNvSpPr/>
          <p:nvPr/>
        </p:nvSpPr>
        <p:spPr>
          <a:xfrm>
            <a:off x="1467612" y="563880"/>
            <a:ext cx="128100" cy="128100"/>
          </a:xfrm>
          <a:prstGeom prst="ellipse">
            <a:avLst/>
          </a:prstGeom>
          <a:solidFill>
            <a:srgbClr val="FFFFFF"/>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24" name="Google Shape;724;g3d13e538ef5_0_491"/>
          <p:cNvSpPr/>
          <p:nvPr/>
        </p:nvSpPr>
        <p:spPr>
          <a:xfrm>
            <a:off x="1467612" y="56388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725" name="Google Shape;725;g3d13e538ef5_0_491"/>
          <p:cNvSpPr/>
          <p:nvPr/>
        </p:nvSpPr>
        <p:spPr>
          <a:xfrm>
            <a:off x="1808226" y="563880"/>
            <a:ext cx="128100" cy="128100"/>
          </a:xfrm>
          <a:prstGeom prst="ellipse">
            <a:avLst/>
          </a:prstGeom>
          <a:solidFill>
            <a:srgbClr val="000000">
              <a:alpha val="0"/>
            </a:srgbClr>
          </a:solidFill>
          <a:ln cap="flat" cmpd="sng" w="22875">
            <a:solidFill>
              <a:srgbClr val="FFFFFF"/>
            </a:solidFill>
            <a:prstDash val="solid"/>
            <a:round/>
            <a:headEnd len="sm" w="sm" type="none"/>
            <a:tailEnd len="sm" w="sm" type="none"/>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26" name="Google Shape;726;g3d13e538ef5_0_491"/>
          <p:cNvSpPr/>
          <p:nvPr/>
        </p:nvSpPr>
        <p:spPr>
          <a:xfrm>
            <a:off x="1808226" y="56388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727" name="Google Shape;727;g3d13e538ef5_0_491"/>
          <p:cNvSpPr/>
          <p:nvPr/>
        </p:nvSpPr>
        <p:spPr>
          <a:xfrm>
            <a:off x="2148840" y="563880"/>
            <a:ext cx="128100" cy="128100"/>
          </a:xfrm>
          <a:prstGeom prst="ellipse">
            <a:avLst/>
          </a:prstGeom>
          <a:solidFill>
            <a:srgbClr val="FFFFFF"/>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28" name="Google Shape;728;g3d13e538ef5_0_491"/>
          <p:cNvSpPr/>
          <p:nvPr/>
        </p:nvSpPr>
        <p:spPr>
          <a:xfrm>
            <a:off x="2148840" y="56388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729" name="Google Shape;729;g3d13e538ef5_0_491"/>
          <p:cNvSpPr/>
          <p:nvPr/>
        </p:nvSpPr>
        <p:spPr>
          <a:xfrm>
            <a:off x="2489454" y="563880"/>
            <a:ext cx="128100" cy="128100"/>
          </a:xfrm>
          <a:prstGeom prst="ellipse">
            <a:avLst/>
          </a:prstGeom>
          <a:solidFill>
            <a:srgbClr val="000000">
              <a:alpha val="0"/>
            </a:srgbClr>
          </a:solidFill>
          <a:ln cap="flat" cmpd="sng" w="22875">
            <a:solidFill>
              <a:srgbClr val="FFFFFF"/>
            </a:solidFill>
            <a:prstDash val="solid"/>
            <a:round/>
            <a:headEnd len="sm" w="sm" type="none"/>
            <a:tailEnd len="sm" w="sm" type="none"/>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30" name="Google Shape;730;g3d13e538ef5_0_491"/>
          <p:cNvSpPr/>
          <p:nvPr/>
        </p:nvSpPr>
        <p:spPr>
          <a:xfrm>
            <a:off x="2489454" y="56388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pic>
        <p:nvPicPr>
          <p:cNvPr descr="https://kimi-img.moonshot.cn/pub/slides/slides_tmpl/image/25-08-27-20:09:29-d2nfau98bjvh7rlj0jo0.png" id="731" name="Google Shape;731;g3d13e538ef5_0_491"/>
          <p:cNvPicPr preferRelativeResize="0"/>
          <p:nvPr/>
        </p:nvPicPr>
        <p:blipFill rotWithShape="1">
          <a:blip r:embed="rId3">
            <a:alphaModFix/>
          </a:blip>
          <a:srcRect b="14559" l="17551" r="23945" t="0"/>
          <a:stretch/>
        </p:blipFill>
        <p:spPr>
          <a:xfrm rot="-5400000">
            <a:off x="7147181" y="734568"/>
            <a:ext cx="8218168" cy="6748274"/>
          </a:xfrm>
          <a:prstGeom prst="rect">
            <a:avLst/>
          </a:prstGeom>
          <a:noFill/>
          <a:ln>
            <a:noFill/>
          </a:ln>
        </p:spPr>
      </p:pic>
      <p:pic>
        <p:nvPicPr>
          <p:cNvPr id="732" name="Google Shape;732;g3d13e538ef5_0_491" title="ubhoo-Photoroom.png"/>
          <p:cNvPicPr preferRelativeResize="0"/>
          <p:nvPr/>
        </p:nvPicPr>
        <p:blipFill>
          <a:blip r:embed="rId4">
            <a:alphaModFix/>
          </a:blip>
          <a:stretch>
            <a:fillRect/>
          </a:stretch>
        </p:blipFill>
        <p:spPr>
          <a:xfrm>
            <a:off x="1882545" y="1503567"/>
            <a:ext cx="5372219" cy="4632541"/>
          </a:xfrm>
          <a:prstGeom prst="rect">
            <a:avLst/>
          </a:prstGeom>
          <a:noFill/>
          <a:ln>
            <a:noFill/>
          </a:ln>
        </p:spPr>
      </p:pic>
      <p:sp>
        <p:nvSpPr>
          <p:cNvPr id="733" name="Google Shape;733;g3d13e538ef5_0_491"/>
          <p:cNvSpPr txBox="1"/>
          <p:nvPr/>
        </p:nvSpPr>
        <p:spPr>
          <a:xfrm>
            <a:off x="2705490" y="6136110"/>
            <a:ext cx="3726300" cy="1083600"/>
          </a:xfrm>
          <a:prstGeom prst="rect">
            <a:avLst/>
          </a:prstGeom>
          <a:noFill/>
          <a:ln>
            <a:noFill/>
          </a:ln>
        </p:spPr>
        <p:txBody>
          <a:bodyPr anchorCtr="0" anchor="t" bIns="109725" lIns="109725" spcFirstLastPara="1" rIns="109725" wrap="square" tIns="109725">
            <a:spAutoFit/>
          </a:bodyPr>
          <a:lstStyle/>
          <a:p>
            <a:pPr indent="0" lvl="0" marL="0" rtl="0" algn="l">
              <a:spcBef>
                <a:spcPts val="0"/>
              </a:spcBef>
              <a:spcAft>
                <a:spcPts val="0"/>
              </a:spcAft>
              <a:buNone/>
            </a:pPr>
            <a:r>
              <a:rPr lang="en-US" sz="5600">
                <a:solidFill>
                  <a:schemeClr val="lt1"/>
                </a:solidFill>
              </a:rPr>
              <a:t>¿DUDAS?</a:t>
            </a:r>
            <a:endParaRPr sz="5600">
              <a:solidFill>
                <a:schemeClr val="l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32323"/>
        </a:solidFill>
      </p:bgPr>
    </p:bg>
    <p:spTree>
      <p:nvGrpSpPr>
        <p:cNvPr id="738" name="Shape 738"/>
        <p:cNvGrpSpPr/>
        <p:nvPr/>
      </p:nvGrpSpPr>
      <p:grpSpPr>
        <a:xfrm>
          <a:off x="0" y="0"/>
          <a:ext cx="0" cy="0"/>
          <a:chOff x="0" y="0"/>
          <a:chExt cx="0" cy="0"/>
        </a:xfrm>
      </p:grpSpPr>
      <p:sp>
        <p:nvSpPr>
          <p:cNvPr id="739" name="Google Shape;739;g3d13e538ef5_0_510"/>
          <p:cNvSpPr/>
          <p:nvPr/>
        </p:nvSpPr>
        <p:spPr>
          <a:xfrm>
            <a:off x="786384" y="563880"/>
            <a:ext cx="128100" cy="128100"/>
          </a:xfrm>
          <a:prstGeom prst="ellipse">
            <a:avLst/>
          </a:prstGeom>
          <a:solidFill>
            <a:srgbClr val="FFFFFF"/>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40" name="Google Shape;740;g3d13e538ef5_0_510"/>
          <p:cNvSpPr/>
          <p:nvPr/>
        </p:nvSpPr>
        <p:spPr>
          <a:xfrm>
            <a:off x="786384" y="56388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741" name="Google Shape;741;g3d13e538ef5_0_510"/>
          <p:cNvSpPr/>
          <p:nvPr/>
        </p:nvSpPr>
        <p:spPr>
          <a:xfrm>
            <a:off x="1126998" y="563880"/>
            <a:ext cx="128100" cy="128100"/>
          </a:xfrm>
          <a:prstGeom prst="ellipse">
            <a:avLst/>
          </a:prstGeom>
          <a:solidFill>
            <a:srgbClr val="000000">
              <a:alpha val="0"/>
            </a:srgbClr>
          </a:solidFill>
          <a:ln cap="flat" cmpd="sng" w="22875">
            <a:solidFill>
              <a:srgbClr val="FFFFFF"/>
            </a:solidFill>
            <a:prstDash val="solid"/>
            <a:round/>
            <a:headEnd len="sm" w="sm" type="none"/>
            <a:tailEnd len="sm" w="sm" type="none"/>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42" name="Google Shape;742;g3d13e538ef5_0_510"/>
          <p:cNvSpPr/>
          <p:nvPr/>
        </p:nvSpPr>
        <p:spPr>
          <a:xfrm>
            <a:off x="1126998" y="56388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743" name="Google Shape;743;g3d13e538ef5_0_510"/>
          <p:cNvSpPr/>
          <p:nvPr/>
        </p:nvSpPr>
        <p:spPr>
          <a:xfrm>
            <a:off x="1467612" y="563880"/>
            <a:ext cx="128100" cy="128100"/>
          </a:xfrm>
          <a:prstGeom prst="ellipse">
            <a:avLst/>
          </a:prstGeom>
          <a:solidFill>
            <a:srgbClr val="FFFFFF"/>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44" name="Google Shape;744;g3d13e538ef5_0_510"/>
          <p:cNvSpPr/>
          <p:nvPr/>
        </p:nvSpPr>
        <p:spPr>
          <a:xfrm>
            <a:off x="1467612" y="56388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745" name="Google Shape;745;g3d13e538ef5_0_510"/>
          <p:cNvSpPr/>
          <p:nvPr/>
        </p:nvSpPr>
        <p:spPr>
          <a:xfrm>
            <a:off x="1808226" y="563880"/>
            <a:ext cx="128100" cy="128100"/>
          </a:xfrm>
          <a:prstGeom prst="ellipse">
            <a:avLst/>
          </a:prstGeom>
          <a:solidFill>
            <a:srgbClr val="000000">
              <a:alpha val="0"/>
            </a:srgbClr>
          </a:solidFill>
          <a:ln cap="flat" cmpd="sng" w="22875">
            <a:solidFill>
              <a:srgbClr val="FFFFFF"/>
            </a:solidFill>
            <a:prstDash val="solid"/>
            <a:round/>
            <a:headEnd len="sm" w="sm" type="none"/>
            <a:tailEnd len="sm" w="sm" type="none"/>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46" name="Google Shape;746;g3d13e538ef5_0_510"/>
          <p:cNvSpPr/>
          <p:nvPr/>
        </p:nvSpPr>
        <p:spPr>
          <a:xfrm>
            <a:off x="1808226" y="56388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747" name="Google Shape;747;g3d13e538ef5_0_510"/>
          <p:cNvSpPr/>
          <p:nvPr/>
        </p:nvSpPr>
        <p:spPr>
          <a:xfrm>
            <a:off x="2148840" y="563880"/>
            <a:ext cx="128100" cy="128100"/>
          </a:xfrm>
          <a:prstGeom prst="ellipse">
            <a:avLst/>
          </a:prstGeom>
          <a:solidFill>
            <a:srgbClr val="FFFFFF"/>
          </a:solidFill>
          <a:ln>
            <a:noFill/>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48" name="Google Shape;748;g3d13e538ef5_0_510"/>
          <p:cNvSpPr/>
          <p:nvPr/>
        </p:nvSpPr>
        <p:spPr>
          <a:xfrm>
            <a:off x="2148840" y="56388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sp>
        <p:nvSpPr>
          <p:cNvPr id="749" name="Google Shape;749;g3d13e538ef5_0_510"/>
          <p:cNvSpPr/>
          <p:nvPr/>
        </p:nvSpPr>
        <p:spPr>
          <a:xfrm>
            <a:off x="2489454" y="563880"/>
            <a:ext cx="128100" cy="128100"/>
          </a:xfrm>
          <a:prstGeom prst="ellipse">
            <a:avLst/>
          </a:prstGeom>
          <a:solidFill>
            <a:srgbClr val="000000">
              <a:alpha val="0"/>
            </a:srgbClr>
          </a:solidFill>
          <a:ln cap="flat" cmpd="sng" w="22875">
            <a:solidFill>
              <a:srgbClr val="FFFFFF"/>
            </a:solidFill>
            <a:prstDash val="solid"/>
            <a:round/>
            <a:headEnd len="sm" w="sm" type="none"/>
            <a:tailEnd len="sm" w="sm" type="none"/>
          </a:ln>
        </p:spPr>
        <p:txBody>
          <a:bodyPr anchorCtr="0" anchor="ctr" bIns="109725" lIns="109725" spcFirstLastPara="1" rIns="109725" wrap="square" tIns="109725">
            <a:noAutofit/>
          </a:bodyPr>
          <a:lstStyle/>
          <a:p>
            <a:pPr indent="0" lvl="0" marL="0" rtl="0" algn="l">
              <a:spcBef>
                <a:spcPts val="0"/>
              </a:spcBef>
              <a:spcAft>
                <a:spcPts val="0"/>
              </a:spcAft>
              <a:buNone/>
            </a:pPr>
            <a:r>
              <a:t/>
            </a:r>
            <a:endParaRPr/>
          </a:p>
        </p:txBody>
      </p:sp>
      <p:sp>
        <p:nvSpPr>
          <p:cNvPr id="750" name="Google Shape;750;g3d13e538ef5_0_510"/>
          <p:cNvSpPr/>
          <p:nvPr/>
        </p:nvSpPr>
        <p:spPr>
          <a:xfrm>
            <a:off x="2489454" y="563880"/>
            <a:ext cx="128100" cy="128100"/>
          </a:xfrm>
          <a:prstGeom prst="rect">
            <a:avLst/>
          </a:prstGeom>
          <a:noFill/>
          <a:ln>
            <a:noFill/>
          </a:ln>
        </p:spPr>
        <p:txBody>
          <a:bodyPr anchorCtr="0" anchor="ctr" bIns="54850" lIns="54850" spcFirstLastPara="1" rIns="109725" wrap="square" tIns="109725">
            <a:noAutofit/>
          </a:bodyPr>
          <a:lstStyle/>
          <a:p>
            <a:pPr indent="0" lvl="0" marL="0" marR="0" rtl="0" algn="l">
              <a:lnSpc>
                <a:spcPct val="100000"/>
              </a:lnSpc>
              <a:spcBef>
                <a:spcPts val="0"/>
              </a:spcBef>
              <a:spcAft>
                <a:spcPts val="0"/>
              </a:spcAft>
              <a:buSzPts val="1900"/>
              <a:buFont typeface="Arial"/>
              <a:buNone/>
            </a:pPr>
            <a:r>
              <a:t/>
            </a:r>
            <a:endParaRPr b="0" i="0" sz="1900" u="none" cap="none" strike="noStrike"/>
          </a:p>
        </p:txBody>
      </p:sp>
      <p:pic>
        <p:nvPicPr>
          <p:cNvPr descr="https://kimi-img.moonshot.cn/pub/slides/slides_tmpl/image/25-08-27-20:09:29-d2nfau98bjvh7rlj0jo0.png" id="751" name="Google Shape;751;g3d13e538ef5_0_510"/>
          <p:cNvPicPr preferRelativeResize="0"/>
          <p:nvPr/>
        </p:nvPicPr>
        <p:blipFill rotWithShape="1">
          <a:blip r:embed="rId3">
            <a:alphaModFix amt="40000"/>
          </a:blip>
          <a:srcRect b="14559" l="17551" r="23945" t="0"/>
          <a:stretch/>
        </p:blipFill>
        <p:spPr>
          <a:xfrm rot="-5400000">
            <a:off x="7147181" y="734568"/>
            <a:ext cx="8218168" cy="6748274"/>
          </a:xfrm>
          <a:prstGeom prst="rect">
            <a:avLst/>
          </a:prstGeom>
          <a:noFill/>
          <a:ln>
            <a:noFill/>
          </a:ln>
        </p:spPr>
      </p:pic>
      <p:sp>
        <p:nvSpPr>
          <p:cNvPr id="752" name="Google Shape;752;g3d13e538ef5_0_510"/>
          <p:cNvSpPr/>
          <p:nvPr/>
        </p:nvSpPr>
        <p:spPr>
          <a:xfrm>
            <a:off x="946410" y="2281440"/>
            <a:ext cx="9340800" cy="3333000"/>
          </a:xfrm>
          <a:prstGeom prst="rect">
            <a:avLst/>
          </a:prstGeom>
          <a:noFill/>
          <a:ln>
            <a:noFill/>
          </a:ln>
        </p:spPr>
        <p:txBody>
          <a:bodyPr anchorCtr="0" anchor="t" bIns="54850" lIns="109725" spcFirstLastPara="1" rIns="109725" wrap="square" tIns="54850">
            <a:noAutofit/>
          </a:bodyPr>
          <a:lstStyle/>
          <a:p>
            <a:pPr indent="0" lvl="0" marL="0" marR="0" rtl="0" algn="l">
              <a:lnSpc>
                <a:spcPct val="100000"/>
              </a:lnSpc>
              <a:spcBef>
                <a:spcPts val="0"/>
              </a:spcBef>
              <a:spcAft>
                <a:spcPts val="0"/>
              </a:spcAft>
              <a:buClr>
                <a:srgbClr val="FFFFFF"/>
              </a:buClr>
              <a:buSzPts val="10200"/>
              <a:buFont typeface="Arial"/>
              <a:buNone/>
            </a:pPr>
            <a:r>
              <a:rPr b="0" i="0" lang="en-US" sz="10200" u="none" cap="none" strike="noStrike">
                <a:solidFill>
                  <a:srgbClr val="FFFFFF"/>
                </a:solidFill>
                <a:latin typeface="Arial"/>
                <a:ea typeface="Arial"/>
                <a:cs typeface="Arial"/>
                <a:sym typeface="Arial"/>
              </a:rPr>
              <a:t>GRACIAS </a:t>
            </a:r>
            <a:r>
              <a:rPr lang="en-US" sz="10200">
                <a:solidFill>
                  <a:srgbClr val="FFFFFF"/>
                </a:solidFill>
              </a:rPr>
              <a:t>POR SU ATENCION</a:t>
            </a:r>
            <a:r>
              <a:rPr b="0" i="0" lang="en-US" sz="10200" u="none" cap="none" strike="noStrike">
                <a:solidFill>
                  <a:srgbClr val="FFFFFF"/>
                </a:solidFill>
                <a:latin typeface="Arial"/>
                <a:ea typeface="Arial"/>
                <a:cs typeface="Arial"/>
                <a:sym typeface="Arial"/>
              </a:rPr>
              <a:t> </a:t>
            </a:r>
            <a:endParaRPr b="0" i="0" sz="1900" u="none" cap="none" strike="noStrike"/>
          </a:p>
        </p:txBody>
      </p:sp>
      <p:sp>
        <p:nvSpPr>
          <p:cNvPr id="753" name="Google Shape;753;g3d13e538ef5_0_510"/>
          <p:cNvSpPr txBox="1"/>
          <p:nvPr/>
        </p:nvSpPr>
        <p:spPr>
          <a:xfrm>
            <a:off x="1127010" y="6271230"/>
            <a:ext cx="10864200" cy="916200"/>
          </a:xfrm>
          <a:prstGeom prst="rect">
            <a:avLst/>
          </a:prstGeom>
          <a:noFill/>
          <a:ln>
            <a:noFill/>
          </a:ln>
        </p:spPr>
        <p:txBody>
          <a:bodyPr anchorCtr="0" anchor="t" bIns="0" lIns="0" spcFirstLastPara="1" rIns="0" wrap="square" tIns="0">
            <a:spAutoFit/>
          </a:bodyPr>
          <a:lstStyle/>
          <a:p>
            <a:pPr indent="0" lvl="0" marL="0" marR="0" rtl="0" algn="l">
              <a:lnSpc>
                <a:spcPct val="148000"/>
              </a:lnSpc>
              <a:spcBef>
                <a:spcPts val="0"/>
              </a:spcBef>
              <a:spcAft>
                <a:spcPts val="0"/>
              </a:spcAft>
              <a:buClr>
                <a:srgbClr val="000000"/>
              </a:buClr>
              <a:buSzPts val="2400"/>
              <a:buFont typeface="Arial"/>
              <a:buNone/>
            </a:pPr>
            <a:r>
              <a:rPr b="0" i="1" lang="en-US" sz="2400" u="none" cap="none" strike="noStrike">
                <a:solidFill>
                  <a:schemeClr val="lt1"/>
                </a:solidFill>
                <a:latin typeface="Arial"/>
                <a:ea typeface="Arial"/>
                <a:cs typeface="Arial"/>
                <a:sym typeface="Arial"/>
              </a:rPr>
              <a:t>RECUERDA QUE TENEMOS NUESTRO FORO SEMANAL DONDE PUEDES CONSULTAR CUALQUIER DUDA QUE TE SURJA EN LA SEMANA</a:t>
            </a:r>
            <a:endParaRPr b="0" i="1" sz="1800" u="none" cap="none" strike="noStrike">
              <a:solidFill>
                <a:schemeClr val="lt1"/>
              </a:solidFill>
              <a:latin typeface="Arial"/>
              <a:ea typeface="Arial"/>
              <a:cs typeface="Arial"/>
              <a:sym typeface="Arial"/>
            </a:endParaRPr>
          </a:p>
        </p:txBody>
      </p:sp>
      <p:pic>
        <p:nvPicPr>
          <p:cNvPr id="754" name="Google Shape;754;g3d13e538ef5_0_510" title="BUHOADSFA-Photoroom.png"/>
          <p:cNvPicPr preferRelativeResize="0"/>
          <p:nvPr/>
        </p:nvPicPr>
        <p:blipFill>
          <a:blip r:embed="rId4">
            <a:alphaModFix/>
          </a:blip>
          <a:stretch>
            <a:fillRect/>
          </a:stretch>
        </p:blipFill>
        <p:spPr>
          <a:xfrm>
            <a:off x="0" y="1"/>
            <a:ext cx="1127010" cy="139502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44546A"/>
      </a:dk2>
      <a:lt2>
        <a:srgbClr val="E7E6E6"/>
      </a:lt2>
      <a:accent1>
        <a:srgbClr val="232323"/>
      </a:accent1>
      <a:accent2>
        <a:srgbClr val="EBEBEB"/>
      </a:accent2>
      <a:accent3>
        <a:srgbClr val="919191"/>
      </a:accent3>
      <a:accent4>
        <a:srgbClr val="ADADAD"/>
      </a:accent4>
      <a:accent5>
        <a:srgbClr val="C79E7F"/>
      </a:accent5>
      <a:accent6>
        <a:srgbClr val="C27F6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2024-11-05T00:00:55Z</dcterms:created>
  <dc:creator>PptxGenJS</dc:creator>
</cp:coreProperties>
</file>