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028BB3-AF6B-4B2D-85E4-0490611044CF}">
  <a:tblStyle styleId="{61028BB3-AF6B-4B2D-85E4-0490611044C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0" Type="http://schemas.openxmlformats.org/officeDocument/2006/relationships/slide" Target="slides/slide3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4ee6c55d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4ee6c55d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ca72a16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ca72a16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4ee6c55d5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64ee6c55d5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PLANTILLA ACTIVIDADES</a:t>
            </a:r>
            <a:endParaRPr/>
          </a:p>
        </p:txBody>
      </p:sp>
      <p:sp>
        <p:nvSpPr>
          <p:cNvPr id="100" name="Google Shape;10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EXÁMENES</a:t>
            </a:r>
            <a:r>
              <a:rPr lang="es"/>
              <a:t> PARCIALES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CORTOS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EVALUACIÓN</a:t>
            </a:r>
            <a:r>
              <a:rPr lang="es"/>
              <a:t> TUTOR EN DTT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440"/>
              <a:t>EL EXAMEN COMIENZA LAS 17:40</a:t>
            </a:r>
            <a:endParaRPr b="1" sz="2720"/>
          </a:p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287125"/>
            <a:ext cx="8520600" cy="37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s" sz="2450"/>
              <a:t>REQUISITOS PARA VALIDAR SU EXAMEN:</a:t>
            </a:r>
            <a:endParaRPr b="1" sz="2450"/>
          </a:p>
          <a:p>
            <a:pPr indent="-384175" lvl="0" marL="457200" rtl="0" algn="l">
              <a:spcBef>
                <a:spcPts val="1200"/>
              </a:spcBef>
              <a:spcAft>
                <a:spcPts val="0"/>
              </a:spcAft>
              <a:buSzPts val="2450"/>
              <a:buChar char="●"/>
            </a:pPr>
            <a:r>
              <a:rPr b="1" lang="es" sz="2450"/>
              <a:t>ESTAR PRESENTE EN EL GOOGLE MEET</a:t>
            </a:r>
            <a:endParaRPr b="1" sz="2450"/>
          </a:p>
          <a:p>
            <a:pPr indent="-384175" lvl="0" marL="457200" rtl="0" algn="l">
              <a:spcBef>
                <a:spcPts val="0"/>
              </a:spcBef>
              <a:spcAft>
                <a:spcPts val="0"/>
              </a:spcAft>
              <a:buSzPts val="2450"/>
              <a:buChar char="●"/>
            </a:pPr>
            <a:r>
              <a:rPr b="1" lang="es" sz="2450"/>
              <a:t>TENER CAMARA ENCENDIDA EN TODO MOMENTO</a:t>
            </a:r>
            <a:endParaRPr b="1" sz="2450"/>
          </a:p>
          <a:p>
            <a:pPr indent="-384175" lvl="0" marL="457200" rtl="0" algn="l">
              <a:spcBef>
                <a:spcPts val="0"/>
              </a:spcBef>
              <a:spcAft>
                <a:spcPts val="0"/>
              </a:spcAft>
              <a:buSzPts val="2450"/>
              <a:buChar char="●"/>
            </a:pPr>
            <a:r>
              <a:rPr b="1" lang="es" sz="2450"/>
              <a:t>VALIDAR SU ASISTENCIA AL TERMINAR EL EXAMEN: primerNombre_primerApellido_carnet_finalizo_mi_examen</a:t>
            </a:r>
            <a:endParaRPr b="1" sz="24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b="1" sz="24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b="1" sz="24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7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2" name="Google Shape;112;p27"/>
          <p:cNvGraphicFramePr/>
          <p:nvPr/>
        </p:nvGraphicFramePr>
        <p:xfrm>
          <a:off x="8450" y="75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{61028BB3-AF6B-4B2D-85E4-0490611044CF}</a:tableStyleId>
              </a:tblPr>
              <a:tblGrid>
                <a:gridCol w="2766550"/>
                <a:gridCol w="246332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/>
                        <a:t>Examen Final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/>
                        <a:t>90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/>
                        <a:t>SI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3" name="Google Shape;113;p27"/>
          <p:cNvSpPr txBox="1"/>
          <p:nvPr/>
        </p:nvSpPr>
        <p:spPr>
          <a:xfrm>
            <a:off x="0" y="2140950"/>
            <a:ext cx="90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4" name="Google Shape;114;p27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{61028BB3-AF6B-4B2D-85E4-0490611044CF}</a:tableStyleId>
              </a:tblPr>
              <a:tblGrid>
                <a:gridCol w="1518200"/>
                <a:gridCol w="217237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/>
                        <a:t>17:40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/>
                        <a:t>19:00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b="1" sz="5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/>
                        <a:t>80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5" name="Google Shape;115;p27"/>
          <p:cNvSpPr txBox="1"/>
          <p:nvPr/>
        </p:nvSpPr>
        <p:spPr>
          <a:xfrm>
            <a:off x="8450" y="2571750"/>
            <a:ext cx="3000000" cy="22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1F1F1F"/>
                </a:solidFill>
                <a:highlight>
                  <a:srgbClr val="FFFFFF"/>
                </a:highlight>
              </a:rPr>
              <a:t>Walt</a:t>
            </a:r>
            <a:r>
              <a:rPr lang="es" sz="700">
                <a:solidFill>
                  <a:srgbClr val="1F1F1F"/>
                </a:solidFill>
                <a:highlight>
                  <a:srgbClr val="FFFFFF"/>
                </a:highlight>
              </a:rPr>
              <a:t>Walter_Jiménez_201901108_finalizo_mi_examen</a:t>
            </a:r>
            <a:endParaRPr sz="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1F1F1F"/>
                </a:solidFill>
                <a:highlight>
                  <a:srgbClr val="FFFFFF"/>
                </a:highlight>
              </a:rPr>
              <a:t>FERNANDO JOSE VICENTE VELASQUEZ</a:t>
            </a:r>
            <a:endParaRPr sz="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1F1F1F"/>
                </a:solidFill>
                <a:highlight>
                  <a:srgbClr val="FFFFFF"/>
                </a:highlight>
              </a:rPr>
              <a:t>17:52</a:t>
            </a:r>
            <a:endParaRPr sz="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1F1F1F"/>
                </a:solidFill>
                <a:highlight>
                  <a:srgbClr val="FFFFFF"/>
                </a:highlight>
              </a:rPr>
              <a:t>Fernando_Vicente_202111576_finalizo_mi_examen</a:t>
            </a:r>
            <a:endParaRPr sz="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1F1F1F"/>
                </a:solidFill>
                <a:highlight>
                  <a:srgbClr val="FFFFFF"/>
                </a:highlight>
              </a:rPr>
              <a:t>JUAN PABLO SAMAYOA RUIZ</a:t>
            </a:r>
            <a:endParaRPr sz="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1F1F1F"/>
                </a:solidFill>
                <a:highlight>
                  <a:srgbClr val="FFFFFF"/>
                </a:highlight>
              </a:rPr>
              <a:t>17:52</a:t>
            </a:r>
            <a:endParaRPr sz="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1F1F1F"/>
                </a:solidFill>
                <a:highlight>
                  <a:srgbClr val="FFFFFF"/>
                </a:highlight>
              </a:rPr>
              <a:t>Juan_Samayoa_202109705_finalizo_mi_examen</a:t>
            </a:r>
            <a:endParaRPr sz="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1F1F1F"/>
                </a:solidFill>
                <a:highlight>
                  <a:srgbClr val="FFFFFF"/>
                </a:highlight>
              </a:rPr>
              <a:t>CARLOS SAMUEL AGUILAR ACOSTA</a:t>
            </a:r>
            <a:endParaRPr sz="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1F1F1F"/>
                </a:solidFill>
                <a:highlight>
                  <a:srgbClr val="FFFFFF"/>
                </a:highlight>
              </a:rPr>
              <a:t>17:52</a:t>
            </a:r>
            <a:endParaRPr sz="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1F1F1F"/>
                </a:solidFill>
                <a:highlight>
                  <a:srgbClr val="FFFFFF"/>
                </a:highlight>
              </a:rPr>
              <a:t>Carlos_Aguilar_202200131_finalizo_mi_examen</a:t>
            </a:r>
            <a:endParaRPr sz="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1F1F1F"/>
                </a:solidFill>
                <a:highlight>
                  <a:srgbClr val="FFFFFF"/>
                </a:highlight>
              </a:rPr>
              <a:t>DAVID ISAAC GARCÍA MEJÍA</a:t>
            </a:r>
            <a:endParaRPr sz="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1F1F1F"/>
                </a:solidFill>
                <a:highlight>
                  <a:srgbClr val="FFFFFF"/>
                </a:highlight>
              </a:rPr>
              <a:t>17:52</a:t>
            </a:r>
            <a:endParaRPr sz="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1F1F1F"/>
                </a:solidFill>
                <a:highlight>
                  <a:srgbClr val="FFFFFF"/>
                </a:highlight>
              </a:rPr>
              <a:t>David_García_202202077_finalizo_mi_examen</a:t>
            </a:r>
            <a:endParaRPr sz="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1F1F1F"/>
                </a:solidFill>
                <a:highlight>
                  <a:srgbClr val="FFFFFF"/>
                </a:highlight>
              </a:rPr>
              <a:t>GERARDO LEONEL ORTĂZ TOBAR</a:t>
            </a:r>
            <a:endParaRPr sz="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1F1F1F"/>
                </a:solidFill>
                <a:highlight>
                  <a:srgbClr val="FFFFFF"/>
                </a:highlight>
              </a:rPr>
              <a:t>17:52</a:t>
            </a:r>
            <a:endParaRPr sz="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1F1F1F"/>
                </a:solidFill>
                <a:highlight>
                  <a:srgbClr val="FFFFFF"/>
                </a:highlight>
              </a:rPr>
              <a:t>Gerardo_Ortiz_202200196_finalizo_mi_examen</a:t>
            </a:r>
            <a:endParaRPr sz="7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sp>
        <p:nvSpPr>
          <p:cNvPr id="116" name="Google Shape;116;p27"/>
          <p:cNvSpPr txBox="1"/>
          <p:nvPr/>
        </p:nvSpPr>
        <p:spPr>
          <a:xfrm>
            <a:off x="2540000" y="2463800"/>
            <a:ext cx="3000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highlight>
                  <a:schemeClr val="lt1"/>
                </a:highlight>
              </a:rPr>
              <a:t>ZENAIDA IRAZEMA CHACÓN GARCIA</a:t>
            </a:r>
            <a:endParaRPr sz="7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highlight>
                  <a:schemeClr val="lt1"/>
                </a:highlight>
              </a:rPr>
              <a:t>17:53</a:t>
            </a:r>
            <a:endParaRPr sz="7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highlight>
                  <a:schemeClr val="lt1"/>
                </a:highlight>
              </a:rPr>
              <a:t>Zenaida_Chacón_201801460_finalizo_mi_examen</a:t>
            </a:r>
            <a:endParaRPr sz="7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highlight>
                  <a:schemeClr val="lt1"/>
                </a:highlight>
              </a:rPr>
              <a:t>DANIEL ABRAHAM GALVEZ SOLORZANO</a:t>
            </a:r>
            <a:endParaRPr sz="7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highlight>
                  <a:schemeClr val="lt1"/>
                </a:highlight>
              </a:rPr>
              <a:t>17:53</a:t>
            </a:r>
            <a:endParaRPr sz="7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highlight>
                  <a:schemeClr val="lt1"/>
                </a:highlight>
              </a:rPr>
              <a:t>Daniel_Gálvez_202203361_finalizo_mi_examen</a:t>
            </a:r>
            <a:endParaRPr sz="7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highlight>
                  <a:schemeClr val="lt1"/>
                </a:highlight>
              </a:rPr>
              <a:t>MIGUEL ADRIAN TUBAC AGUSTIN</a:t>
            </a:r>
            <a:endParaRPr sz="7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highlight>
                  <a:schemeClr val="lt1"/>
                </a:highlight>
              </a:rPr>
              <a:t>17:53</a:t>
            </a:r>
            <a:endParaRPr sz="7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highlight>
                  <a:schemeClr val="lt1"/>
                </a:highlight>
              </a:rPr>
              <a:t>Miguel_Tubac_202101927_finalizo_mi_examen</a:t>
            </a:r>
            <a:endParaRPr sz="7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highlight>
                  <a:schemeClr val="lt1"/>
                </a:highlight>
              </a:rPr>
              <a:t>BRIAN ALEXANDER GARCÍA ORR</a:t>
            </a:r>
            <a:endParaRPr sz="7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highlight>
                  <a:schemeClr val="lt1"/>
                </a:highlight>
              </a:rPr>
              <a:t>17:53</a:t>
            </a:r>
            <a:endParaRPr sz="7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highlight>
                  <a:schemeClr val="lt1"/>
                </a:highlight>
              </a:rPr>
              <a:t>Brian_García_201807351_finalizo_mi_examen</a:t>
            </a:r>
            <a:endParaRPr sz="7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highlight>
                  <a:schemeClr val="lt1"/>
                </a:highlight>
              </a:rPr>
              <a:t>CESAR AUGUSTO FRANCISCO VICENTE</a:t>
            </a:r>
            <a:endParaRPr sz="7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highlight>
                  <a:schemeClr val="lt1"/>
                </a:highlight>
              </a:rPr>
              <a:t>17:53</a:t>
            </a:r>
            <a:endParaRPr sz="7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highlight>
                  <a:schemeClr val="lt1"/>
                </a:highlight>
              </a:rPr>
              <a:t>César_Francisco_202200133_finalizo_mi_examen</a:t>
            </a:r>
            <a:endParaRPr sz="7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highlight>
                  <a:schemeClr val="lt1"/>
                </a:highlight>
              </a:rPr>
              <a:t>DANIEL EDUARDO IZAS MARROQUÍN</a:t>
            </a:r>
            <a:endParaRPr sz="7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highlight>
                  <a:schemeClr val="lt1"/>
                </a:highlight>
              </a:rPr>
              <a:t>17:53</a:t>
            </a:r>
            <a:endParaRPr sz="7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highlight>
                  <a:schemeClr val="lt1"/>
                </a:highlight>
              </a:rPr>
              <a:t>Daniel_Izas_201801105_finalizo_mi_examen</a:t>
            </a:r>
            <a:endParaRPr sz="700">
              <a:highlight>
                <a:schemeClr val="lt1"/>
              </a:highlight>
            </a:endParaRPr>
          </a:p>
        </p:txBody>
      </p:sp>
      <p:sp>
        <p:nvSpPr>
          <p:cNvPr id="117" name="Google Shape;117;p27"/>
          <p:cNvSpPr txBox="1"/>
          <p:nvPr/>
        </p:nvSpPr>
        <p:spPr>
          <a:xfrm>
            <a:off x="4787900" y="2541150"/>
            <a:ext cx="3000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rgbClr val="1F1F1F"/>
                </a:solidFill>
                <a:highlight>
                  <a:srgbClr val="FFFFFF"/>
                </a:highlight>
              </a:rPr>
              <a:t>ANIEL EDUARDO IZAS MARROQUÍN</a:t>
            </a:r>
            <a:endParaRPr sz="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rgbClr val="444746"/>
                </a:solidFill>
                <a:highlight>
                  <a:srgbClr val="FFFFFF"/>
                </a:highlight>
              </a:rPr>
              <a:t>17:53</a:t>
            </a:r>
            <a:endParaRPr sz="5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rgbClr val="1F1F1F"/>
                </a:solidFill>
                <a:highlight>
                  <a:srgbClr val="FFFFFF"/>
                </a:highlight>
              </a:rPr>
              <a:t>Daniel_Izas_201801105_finalizo_mi_examen</a:t>
            </a:r>
            <a:endParaRPr sz="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rgbClr val="1F1F1F"/>
                </a:solidFill>
                <a:highlight>
                  <a:srgbClr val="FFFFFF"/>
                </a:highlight>
              </a:rPr>
              <a:t>JENS JEREMY PABLO SOSOF</a:t>
            </a:r>
            <a:endParaRPr sz="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rgbClr val="444746"/>
                </a:solidFill>
                <a:highlight>
                  <a:srgbClr val="FFFFFF"/>
                </a:highlight>
              </a:rPr>
              <a:t>17:53</a:t>
            </a:r>
            <a:endParaRPr sz="5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rgbClr val="1F1F1F"/>
                </a:solidFill>
                <a:highlight>
                  <a:srgbClr val="FFFFFF"/>
                </a:highlight>
              </a:rPr>
              <a:t>Jens_Pablo_202102771_finalizo_mi_examen</a:t>
            </a:r>
            <a:endParaRPr sz="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rgbClr val="1F1F1F"/>
                </a:solidFill>
                <a:highlight>
                  <a:srgbClr val="FFFFFF"/>
                </a:highlight>
              </a:rPr>
              <a:t>KEVIN ESTUARDO SOTOJ GARCÍA</a:t>
            </a:r>
            <a:endParaRPr sz="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rgbClr val="444746"/>
                </a:solidFill>
                <a:highlight>
                  <a:srgbClr val="FFFFFF"/>
                </a:highlight>
              </a:rPr>
              <a:t>17:54</a:t>
            </a:r>
            <a:endParaRPr sz="5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rgbClr val="1F1F1F"/>
                </a:solidFill>
                <a:highlight>
                  <a:srgbClr val="FFFFFF"/>
                </a:highlight>
              </a:rPr>
              <a:t>Kevin_Sotoj_201710130_finalizo_mi_examen</a:t>
            </a:r>
            <a:endParaRPr sz="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rgbClr val="1F1F1F"/>
                </a:solidFill>
                <a:highlight>
                  <a:srgbClr val="FFFFFF"/>
                </a:highlight>
              </a:rPr>
              <a:t>JOSE JAVIER BONILLA SALAZAR</a:t>
            </a:r>
            <a:endParaRPr sz="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rgbClr val="1F1F1F"/>
                </a:solidFill>
                <a:highlight>
                  <a:srgbClr val="FFFFFF"/>
                </a:highlight>
              </a:rPr>
              <a:t>17:57</a:t>
            </a:r>
            <a:endParaRPr sz="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rgbClr val="1F1F1F"/>
                </a:solidFill>
                <a:highlight>
                  <a:srgbClr val="FFFFFF"/>
                </a:highlight>
              </a:rPr>
              <a:t>Jose_Bonilla_202200035_finalizo_mi_examen</a:t>
            </a:r>
            <a:endParaRPr sz="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rgbClr val="1F1F1F"/>
                </a:solidFill>
                <a:highlight>
                  <a:srgbClr val="FFFFFF"/>
                </a:highlight>
              </a:rPr>
              <a:t>JOSÉ EMILIO MORALES CASTILLO</a:t>
            </a:r>
            <a:endParaRPr sz="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rgbClr val="1F1F1F"/>
                </a:solidFill>
                <a:highlight>
                  <a:srgbClr val="FFFFFF"/>
                </a:highlight>
              </a:rPr>
              <a:t>17:57</a:t>
            </a:r>
            <a:endParaRPr sz="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rgbClr val="1F1F1F"/>
                </a:solidFill>
                <a:highlight>
                  <a:srgbClr val="FFFFFF"/>
                </a:highlight>
              </a:rPr>
              <a:t>José_Morales_202300636_finalizo_mi_examen</a:t>
            </a:r>
            <a:endParaRPr sz="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rgbClr val="1F1F1F"/>
                </a:solidFill>
                <a:highlight>
                  <a:srgbClr val="FFFFFF"/>
                </a:highlight>
              </a:rPr>
              <a:t>AIDA ALEJANDRA MANSILLA ORANTES</a:t>
            </a:r>
            <a:endParaRPr sz="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rgbClr val="1F1F1F"/>
                </a:solidFill>
                <a:highlight>
                  <a:srgbClr val="FFFFFF"/>
                </a:highlight>
              </a:rPr>
              <a:t>17:57</a:t>
            </a:r>
            <a:endParaRPr sz="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rgbClr val="1F1F1F"/>
                </a:solidFill>
                <a:highlight>
                  <a:srgbClr val="FFFFFF"/>
                </a:highlight>
              </a:rPr>
              <a:t>Alejandra_Mansilla_202100239_finalizo_mi_examen</a:t>
            </a:r>
            <a:endParaRPr sz="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rgbClr val="1F1F1F"/>
                </a:solidFill>
                <a:highlight>
                  <a:srgbClr val="FFFFFF"/>
                </a:highlight>
              </a:rPr>
              <a:t>MIGUEL ANGEL ESTRADA CIFUENTES</a:t>
            </a:r>
            <a:endParaRPr sz="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rgbClr val="1F1F1F"/>
                </a:solidFill>
                <a:highlight>
                  <a:srgbClr val="FFFFFF"/>
                </a:highlight>
              </a:rPr>
              <a:t>17:57</a:t>
            </a:r>
            <a:endParaRPr sz="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rgbClr val="1F1F1F"/>
                </a:solidFill>
                <a:highlight>
                  <a:srgbClr val="FFFFFF"/>
                </a:highlight>
              </a:rPr>
              <a:t>Miguel_Estrada_201907884_finalizo_mi_examen</a:t>
            </a:r>
            <a:endParaRPr sz="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rgbClr val="1F1F1F"/>
                </a:solidFill>
                <a:highlight>
                  <a:srgbClr val="FFFFFF"/>
                </a:highlight>
              </a:rPr>
              <a:t>NELSON EMANUEL C��N B��LAN</a:t>
            </a:r>
            <a:endParaRPr sz="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rgbClr val="1F1F1F"/>
                </a:solidFill>
                <a:highlight>
                  <a:srgbClr val="FFFFFF"/>
                </a:highlight>
              </a:rPr>
              <a:t>17:57</a:t>
            </a:r>
            <a:endParaRPr sz="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solidFill>
                  <a:srgbClr val="1F1F1F"/>
                </a:solidFill>
                <a:highlight>
                  <a:srgbClr val="FFFFFF"/>
                </a:highlight>
              </a:rPr>
              <a:t>Nelson_Cún_201222010_finalizo_mi_examen</a:t>
            </a:r>
            <a:endParaRPr sz="5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sp>
        <p:nvSpPr>
          <p:cNvPr id="118" name="Google Shape;118;p27"/>
          <p:cNvSpPr txBox="1"/>
          <p:nvPr/>
        </p:nvSpPr>
        <p:spPr>
          <a:xfrm>
            <a:off x="6248400" y="2628900"/>
            <a:ext cx="30000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KEVIN ESTUARDO SOTOJ GARCÍA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17:54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Kevin_Sotoj_201710130_finalizo_mi_examen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ESTEBAN PALACIOS KESTLER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17:54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Esteban_Palacios_201020697_finalizo_mi_examen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PABLO DANIEL FERNÁNDEZ CHACÓN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17:54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Pablo_Fernández_201807411_finalizo_mi_examen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KEVIN RAÚL POZUELOS ESTRADA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17:54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Kevin_pozuelos_201800992_finalizo_mi_examen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ABDIEL FERNANDO JOSÉ OTZOY OTZÍN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17:55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Abdiel_Otzoy_202300350_finalizo_mi_examen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DEREK FRANCISCO ORELLANA IBÁÑEZ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17:55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Derek_Orellana_202001151_finalizo_mi_examen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AARON EMANUEL TRUJILLO IBARRA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17:55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Aaron_Trujillo_201801608_finalizo_mi_examen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GERSON DAVID OTONIEL GONZÁLEZ MORALES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17:55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Gerson_González_202000774_finalizo_mi_examen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TOBIAS RAFAEL ZAMORA SANTOS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17:55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Tobías_Zamora_202010828_finalizo_mi_examen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MELVIN ALEXANDER VALENCIA ESTRADA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17:56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Melvin_Valencia_202111556_finalizo_mi_examen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JOAQUIN EMMANUEL ALDAIR COROMAC HUEZO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17:56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Joaquin_Coromac_201903873_finalizo_mi_examen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JOSUE DANIEL SOLIS OSORIO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17:56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Josue_Solis_202001574_finalizo_mi_examen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KEVIN JOSE DE LA CRUZ GIRON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17:56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Kevin_delaCruz_202010844_finalizo_mi_examen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KENNETH ISAĂ AQUINO ORTIZ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17:56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Kenneth_Aquino_202100678_finalizo_mi_examen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LUIS EMILIO RIVERA YURRITA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17:56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Luis_Rivera_202004712_finalizo_mi_examen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ALEXANDER SANTIAGO CEBALLOS GIL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17:56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Alexander_Ceballos_202109812_finalizo_mi_examen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GABRIEL ANDRES MELGAR ARAGÓN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17:56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Gabriel_Melgar_202302549_finalizo_mi_examen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ESTIBEN YAIR LOPEZ LEVERON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17:56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Estiben_Lopez_202204578_finalizo_mi_examen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JORGE ANDRES MEJÍA SUCHITE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17:56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Jorge_Mejia_202300376_finalizo_mi_examen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FÁTIMA FLORISEL CEREZO PAREDES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17:56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Fatima_Cerezo_202300434_finalizo_mi_examen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EVELYN MARISOL PUMAY SOY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17:56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Evelyn_Pumay_202112395_finalizo_mi_examen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NERY JOSE BARRIENTOS POSADAS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17:56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Nery_Barrientos_201807086_finalizo_mi_examen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MATEO ESTUARDO DIEGO NORIEGA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17:57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Mateo_Diego_202203009_finalizo_mi_examen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JOSE JAVIER BONILLA SALAZAR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17:57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Jose_Bonilla_202200035_finalizo_mi_examen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JOSÉ EMILIO MORALES CASTILLO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17:57</a:t>
            </a:r>
            <a:endParaRPr sz="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highlight>
                  <a:schemeClr val="lt1"/>
                </a:highlight>
              </a:rPr>
              <a:t>José_Morales_202300636_finalizo_mi_examen</a:t>
            </a:r>
            <a:endParaRPr sz="300">
              <a:highlight>
                <a:schemeClr val="lt1"/>
              </a:highlight>
            </a:endParaRPr>
          </a:p>
        </p:txBody>
      </p:sp>
      <p:sp>
        <p:nvSpPr>
          <p:cNvPr id="119" name="Google Shape;119;p27"/>
          <p:cNvSpPr txBox="1"/>
          <p:nvPr/>
        </p:nvSpPr>
        <p:spPr>
          <a:xfrm>
            <a:off x="7327900" y="279400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highlight>
                  <a:schemeClr val="lt1"/>
                </a:highlight>
              </a:rPr>
              <a:t>KHRISTIAN MANOLO JUNIOR GARCÃ�A PINEDA</a:t>
            </a:r>
            <a:endParaRPr sz="5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highlight>
                  <a:schemeClr val="lt1"/>
                </a:highlight>
              </a:rPr>
              <a:t>17:58</a:t>
            </a:r>
            <a:endParaRPr sz="5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highlight>
                  <a:schemeClr val="lt1"/>
                </a:highlight>
              </a:rPr>
              <a:t>Khristian_Garcia_201404202_finalizo_mi_examen</a:t>
            </a:r>
            <a:endParaRPr sz="5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highlight>
                  <a:schemeClr val="lt1"/>
                </a:highlight>
              </a:rPr>
              <a:t>LUIS CARLOS DE LEĂ“N TORĂ“N</a:t>
            </a:r>
            <a:endParaRPr sz="5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highlight>
                  <a:schemeClr val="lt1"/>
                </a:highlight>
              </a:rPr>
              <a:t>17:58</a:t>
            </a:r>
            <a:endParaRPr sz="5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highlight>
                  <a:schemeClr val="lt1"/>
                </a:highlight>
              </a:rPr>
              <a:t>Luis_de León_202212535_finalizo_mi_examen</a:t>
            </a:r>
            <a:endParaRPr sz="5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highlight>
                  <a:schemeClr val="lt1"/>
                </a:highlight>
              </a:rPr>
              <a:t>JORGE ALEJANDRO DE LEĂ“N BATRES</a:t>
            </a:r>
            <a:endParaRPr sz="5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highlight>
                  <a:schemeClr val="lt1"/>
                </a:highlight>
              </a:rPr>
              <a:t>17:58</a:t>
            </a:r>
            <a:endParaRPr sz="5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highlight>
                  <a:schemeClr val="lt1"/>
                </a:highlight>
              </a:rPr>
              <a:t>Jorge_De León_202111277_finalizo_mi_examen</a:t>
            </a:r>
            <a:endParaRPr sz="5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highlight>
                  <a:schemeClr val="lt1"/>
                </a:highlight>
              </a:rPr>
              <a:t>DIEGO ALDAIR SAJCHE AVILA</a:t>
            </a:r>
            <a:endParaRPr sz="5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highlight>
                  <a:schemeClr val="lt1"/>
                </a:highlight>
              </a:rPr>
              <a:t>17:58</a:t>
            </a:r>
            <a:endParaRPr sz="5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highlight>
                  <a:schemeClr val="lt1"/>
                </a:highlight>
              </a:rPr>
              <a:t>Diego_Sajche_201904490_finalizo_mi_examen</a:t>
            </a:r>
            <a:endParaRPr sz="500">
              <a:highlight>
                <a:schemeClr val="lt1"/>
              </a:highlight>
            </a:endParaRPr>
          </a:p>
        </p:txBody>
      </p:sp>
      <p:sp>
        <p:nvSpPr>
          <p:cNvPr id="120" name="Google Shape;120;p27"/>
          <p:cNvSpPr txBox="1"/>
          <p:nvPr/>
        </p:nvSpPr>
        <p:spPr>
          <a:xfrm>
            <a:off x="7467600" y="3902200"/>
            <a:ext cx="1426500" cy="27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SÁNCHEZ HERNÁNDEZ HAROLD ALEJANDRO HAROLD ALEJANDRO SÁNCHEZ HERNÁNDEZ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17:59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harold_sanchez_202200100_finalizo_mi_examen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DAMIÁN ANDRÉS OROZCO ARANDI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17:59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Damian_Orozco_202300514_finalizo_mi_examen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JAVIER ALEJANDRO MATÍAS GUARCAS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17:59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Javier_Matías_202000896_finalizo_mi_examen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LUIS PABLO MANUEL GARCIA LOPEZ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17:59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Luis_García_202200129_finalizo_mi_examen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WILMER ESTUARDO VÁSQUEZ RAXÓN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17:59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Wilmer_Vasquez_201800678_finalizo_mi_examen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JOHAN MOISES CARDONA ROSALES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17:59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Johan_Cardona_202201405_finalizo_mi_examen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PABLO ALEJANDRO MARROQUIN CUTZ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17:59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Pablo_Marroquin_202200214_finalizo_mi_examen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PABLO ANTONIO GIRĂ“N CHUGA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17:59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Pablo_Giron_202200151_finalizo_mi_examen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FERNANDO MISAEL MORALES ORTIZ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18:00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Fernando_Morales_202001950_finalizo_mi_examen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ISAÍ ELIEZER MAGDIEL MOLINA GUEVARA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18:00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Isai_Molina_202100179_finalizo_mi_examen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JOSE PABLO MENARD PIMENTEL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18:00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Jose_Menard_202111563_finalizo_mi_examen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RONI EDUARDO VÁSQUEZ FLORES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18:00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Roni_Vasquez_201612440_finalizo_mi_examen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DANIEL MOISES CHAN PELICO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18:00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Daniel_Chan_201906099_finalizo_mi_examen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EDDY ALEJANDRO MURGA BARILLAS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18:00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Eddy_Murga_201503741_finalizo_mi_examen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RODRIGO SEBASTIAN CASTRO AGUILAR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18:01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Rodrigo_castro_202204496_finalizo_mi_examen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JOSĂ‰ DANIEL GUZMĂN HERNĂNDEZ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18:01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José_Guzmán_202111612_finalizo_mi_examen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RAUDY DAVID CABRERA CONTRERAS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18:01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Raudy_Cabrera_201901973_finalizo_mi_examen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CHRISTIAN JOSUÉ HERNÁNDEZ JUÁREZ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18:02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Christian_Hernández_201902125_finalizo_mi_examen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PABLO GERARDO SCHAART CALDERÓN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18:02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Pablo_Schaart_201800951_finalizo_mi_examen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INGRID LORENA GARCIA YANTUCHE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18:03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Ingrid_Garcia_201700399_finalizo_mi_examen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DIEGO ALESSANDRO CONSTANZA PADILLA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18:03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Diego_Constanza_202300601_Finalizo_Mi_Examen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sp>
        <p:nvSpPr>
          <p:cNvPr id="121" name="Google Shape;121;p27"/>
          <p:cNvSpPr txBox="1"/>
          <p:nvPr/>
        </p:nvSpPr>
        <p:spPr>
          <a:xfrm>
            <a:off x="241300" y="4699000"/>
            <a:ext cx="1756800" cy="28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ISAÍ ELIEZER MAGDIEL MOLINA GUEVARA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18:00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Isai_Molina_202100179_finalizo_mi_examen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JOSE PABLO MENARD PIMENTEL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18:00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Jose_Menard_202111563_finalizo_mi_examen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RONI EDUARDO VÁSQUEZ FLORES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18:00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Roni_Vasquez_201612440_finalizo_mi_examen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DANIEL MOISES CHAN PELICO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18:00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Daniel_Chan_201906099_finalizo_mi_examen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EDDY ALEJANDRO MURGA BARILLAS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18:00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Eddy_Murga_201503741_finalizo_mi_examen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RODRIGO SEBASTIAN CASTRO AGUILAR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18:01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Rodrigo_castro_202204496_finalizo_mi_examen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JOSĂ‰ DANIEL GUZMĂN HERNĂNDEZ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18:01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José_Guzmán_202111612_finalizo_mi_examen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RAUDY DAVID CABRERA CONTRERAS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18:01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Raudy_Cabrera_201901973_finalizo_mi_examen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CHRISTIAN JOSUÉ HERNÁNDEZ JUÁREZ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18:02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Christian_Hernández_201902125_finalizo_mi_examen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PABLO GERARDO SCHAART CALDERÓN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18:02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Pablo_Schaart_201800951_finalizo_mi_examen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INGRID LORENA GARCIA YANTUCHE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18:03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Ingrid_Garcia_201700399_finalizo_mi_examen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DIEGO ALESSANDRO CONSTANZA PADILLA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18:03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Diego_Constanza_202300601_Finalizo_Mi_Examen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Angel Isaias Mendoza Martinez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18:04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Angel_Mendoza_202180003_finalizo_mi_examen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JOSÉ RICARDO MENOCAL KONG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18:04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Jose_Menocal_202000886_finalizo_mi_examen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CHRISTIAN ALEXANDRO ARAGÓN GARCÍA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18:05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Christian_Aragon_202000308_finalizo_mi_examen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KIMBERLY JULISSA ESTUPE CHEN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18:05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Kimberly_Estupe_201513656_finalizo_mi_examen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JORGE ESTUARDO PUMAY SOY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18:06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Jorge_Pumay_201213421_finalizo_mi_examen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GABRIEL ORLANDO CHINCHILLA VASQUEZ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18:06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Garbriel_Chinchilla_201700936_finalizo_mi_examen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DIEGO FERNANDO DEBROY SALAZAR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18:06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Diego_Debroy_202101923_finalizo_mi_examen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DAMARIS MAGALI ARCE GUZMAN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18:06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Dámaris_Arce_202006636_finalizo_mi_examen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KEVIN JOSUE SANTOS SALAZAR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18:08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Kevin_Santos_202101007_finalizo_mi_examen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ROBERTO ENRIQUE CALVILLO HERNANDEZ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18:08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Roberto_Calvillo_201700870_finalizo_mi_examen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2413000" y="4699000"/>
            <a:ext cx="3000000" cy="1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JOSÉ RICARDO MENOCAL KONG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18:04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Jose_Menocal_202000886_finalizo_mi_examen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CHRISTIAN ALEXANDRO ARAGÓN GARCÍA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18:05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Christian_Aragon_202000308_finalizo_mi_examen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KIMBERLY JULISSA ESTUPE CHEN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18:05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Kimberly_Estupe_201513656_finalizo_mi_examen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JORGE ESTUARDO PUMAY SOY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18:06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Jorge_Pumay_201213421_finalizo_mi_examen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GABRIEL ORLANDO CHINCHILLA VASQUEZ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18:06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Garbriel_Chinchilla_201700936_finalizo_mi_examen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DIEGO FERNANDO DEBROY SALAZAR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18:06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Diego_Debroy_202101923_finalizo_mi_examen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DAMARIS MAGALI ARCE GUZMAN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18:06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Dámaris_Arce_202006636_finalizo_mi_examen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KEVIN JOSUE SANTOS SALAZAR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18:08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Kevin_Santos_202101007_finalizo_mi_examen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ROBERTO ENRIQUE CALVILLO HERNANDEZ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18:08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Roberto_Calvillo_201700870_finalizo_mi_examen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LUISA DANIELA VELÁSQUEZ RODAS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18:09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Luisa_Velásquez_201902559_finalizado_mi_examen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LUIS RAFAEL MÉNDEZ LIVAR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444746"/>
                </a:solidFill>
                <a:highlight>
                  <a:srgbClr val="FFFFFF"/>
                </a:highlight>
              </a:rPr>
              <a:t>18:10</a:t>
            </a:r>
            <a:endParaRPr sz="1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">
                <a:solidFill>
                  <a:srgbClr val="1F1F1F"/>
                </a:solidFill>
                <a:highlight>
                  <a:srgbClr val="FFFFFF"/>
                </a:highlight>
              </a:rPr>
              <a:t>Luis_Méndez_201903887_finalizo_mi_examen</a:t>
            </a:r>
            <a:endParaRPr sz="1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sp>
        <p:nvSpPr>
          <p:cNvPr id="123" name="Google Shape;123;p27"/>
          <p:cNvSpPr txBox="1"/>
          <p:nvPr/>
        </p:nvSpPr>
        <p:spPr>
          <a:xfrm>
            <a:off x="3440000" y="4699000"/>
            <a:ext cx="30000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500">
                <a:solidFill>
                  <a:srgbClr val="1F1F1F"/>
                </a:solidFill>
                <a:highlight>
                  <a:srgbClr val="FFFFFF"/>
                </a:highlight>
              </a:rPr>
              <a:t>ERICK NOE GÃ“MEZ LÃ“PEZ</a:t>
            </a:r>
            <a:endParaRPr sz="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500">
                <a:solidFill>
                  <a:srgbClr val="444746"/>
                </a:solidFill>
                <a:highlight>
                  <a:srgbClr val="FFFFFF"/>
                </a:highlight>
              </a:rPr>
              <a:t>18:14</a:t>
            </a:r>
            <a:endParaRPr sz="5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500">
                <a:solidFill>
                  <a:srgbClr val="1F1F1F"/>
                </a:solidFill>
                <a:highlight>
                  <a:srgbClr val="FFFFFF"/>
                </a:highlight>
              </a:rPr>
              <a:t>Erick_Gómez_201700866_finalizo_mi_examen</a:t>
            </a:r>
            <a:endParaRPr sz="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500">
                <a:solidFill>
                  <a:srgbClr val="1F1F1F"/>
                </a:solidFill>
                <a:highlight>
                  <a:srgbClr val="FFFFFF"/>
                </a:highlight>
              </a:rPr>
              <a:t>LUIS ANDRÉS CALVO ARREAGA</a:t>
            </a:r>
            <a:endParaRPr sz="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500">
                <a:solidFill>
                  <a:srgbClr val="444746"/>
                </a:solidFill>
                <a:highlight>
                  <a:srgbClr val="FFFFFF"/>
                </a:highlight>
              </a:rPr>
              <a:t>18:19</a:t>
            </a:r>
            <a:endParaRPr sz="5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500">
                <a:solidFill>
                  <a:srgbClr val="1F1F1F"/>
                </a:solidFill>
                <a:highlight>
                  <a:srgbClr val="FFFFFF"/>
                </a:highlight>
              </a:rPr>
              <a:t>Andres_Calvo_201712620_finalizo_mi_examen</a:t>
            </a:r>
            <a:endParaRPr sz="5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sp>
        <p:nvSpPr>
          <p:cNvPr id="124" name="Google Shape;124;p27"/>
          <p:cNvSpPr txBox="1"/>
          <p:nvPr/>
        </p:nvSpPr>
        <p:spPr>
          <a:xfrm>
            <a:off x="7467600" y="23871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">
                <a:solidFill>
                  <a:srgbClr val="1F1F1F"/>
                </a:solidFill>
                <a:highlight>
                  <a:srgbClr val="FFFFFF"/>
                </a:highlight>
              </a:rPr>
              <a:t>BILHÁN JEHIEL LÓPEZ MIRANDA</a:t>
            </a:r>
            <a:endParaRPr sz="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">
                <a:solidFill>
                  <a:srgbClr val="444746"/>
                </a:solidFill>
                <a:highlight>
                  <a:srgbClr val="FFFFFF"/>
                </a:highlight>
              </a:rPr>
              <a:t>18:23</a:t>
            </a:r>
            <a:endParaRPr sz="4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">
                <a:solidFill>
                  <a:srgbClr val="1F1F1F"/>
                </a:solidFill>
                <a:highlight>
                  <a:srgbClr val="FFFFFF"/>
                </a:highlight>
              </a:rPr>
              <a:t>Bilhán_López_201612369_finalizo_mi_examen</a:t>
            </a:r>
            <a:endParaRPr sz="4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sp>
        <p:nvSpPr>
          <p:cNvPr id="125" name="Google Shape;125;p27"/>
          <p:cNvSpPr txBox="1"/>
          <p:nvPr/>
        </p:nvSpPr>
        <p:spPr>
          <a:xfrm>
            <a:off x="4953000" y="458780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solidFill>
                  <a:srgbClr val="1F1F1F"/>
                </a:solidFill>
                <a:highlight>
                  <a:srgbClr val="FFFFFF"/>
                </a:highlight>
              </a:rPr>
              <a:t>KARLA ERNESTINA GONZALEZ POLANCO</a:t>
            </a:r>
            <a:endParaRPr sz="3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solidFill>
                  <a:srgbClr val="444746"/>
                </a:solidFill>
                <a:highlight>
                  <a:srgbClr val="FFFFFF"/>
                </a:highlight>
              </a:rPr>
              <a:t>18:40</a:t>
            </a:r>
            <a:endParaRPr sz="3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">
                <a:solidFill>
                  <a:srgbClr val="1F1F1F"/>
                </a:solidFill>
                <a:highlight>
                  <a:srgbClr val="FFFFFF"/>
                </a:highlight>
              </a:rPr>
              <a:t>Karla_Gonzalez_202006688_finalizo_mi_examen</a:t>
            </a:r>
            <a:endParaRPr sz="3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sp>
        <p:nvSpPr>
          <p:cNvPr id="126" name="Google Shape;126;p27"/>
          <p:cNvSpPr txBox="1"/>
          <p:nvPr/>
        </p:nvSpPr>
        <p:spPr>
          <a:xfrm>
            <a:off x="4953000" y="24638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">
                <a:solidFill>
                  <a:srgbClr val="1F1F1F"/>
                </a:solidFill>
                <a:highlight>
                  <a:srgbClr val="FFFFFF"/>
                </a:highlight>
              </a:rPr>
              <a:t>MATTHEW EMMANUEL REYES MELGAR</a:t>
            </a:r>
            <a:endParaRPr sz="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">
                <a:solidFill>
                  <a:srgbClr val="444746"/>
                </a:solidFill>
                <a:highlight>
                  <a:srgbClr val="FFFFFF"/>
                </a:highlight>
              </a:rPr>
              <a:t>18:42</a:t>
            </a:r>
            <a:endParaRPr sz="400">
              <a:solidFill>
                <a:srgbClr val="44474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">
                <a:solidFill>
                  <a:srgbClr val="1F1F1F"/>
                </a:solidFill>
                <a:highlight>
                  <a:srgbClr val="FFFFFF"/>
                </a:highlight>
              </a:rPr>
              <a:t>Matthew_Reyes_202202233_finalizo_mi_examen</a:t>
            </a:r>
            <a:endParaRPr sz="4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