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8229600" cx="14630400"/>
  <p:notesSz cx="8229600" cy="146304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FC2UUZ+wd1xvH5l/IL2SfMCWM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AB1CF3-CDE1-4F86-8B54-C802E4B96B05}">
  <a:tblStyle styleId="{52AB1CF3-CDE1-4F86-8B54-C802E4B96B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.fntdata"/><Relationship Id="rId16" Type="http://schemas.openxmlformats.org/officeDocument/2006/relationships/slide" Target="slides/slide10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dcb5b4a0ba_0_598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2dcb5b4a0ba_0_598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cb5b4a0ba_0_606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2dcb5b4a0ba_0_606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cb5b4a0ba_0_611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2dcb5b4a0ba_0_611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c6a507a7d_0_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5c6a507a7d_0_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c6a507a7d_0_14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c6a507a7d_0_14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c6a507a7d_0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5c6a507a7d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5c6a507a7d_0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c6a507a7d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c6a507a7d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5c6a507a7d_0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c6a507a7d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c6a507a7d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5c6a507a7d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c6a507a7d_0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c6a507a7d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5c6a507a7d_0_2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c6a507a7d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5c6a507a7d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5c6a507a7d_0_3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c6a507a7d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5c6a507a7d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5c6a507a7d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c6a507a7d_0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c6a507a7d_0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5c6a507a7d_0_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c6a507a7d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c6a507a7d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5c6a507a7d_0_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c6a507a7d_0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c6a507a7d_0_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5c6a507a7d_0_3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f77fd9e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f77fd9e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5ef77fd9e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ef77fd9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ef77fd9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5ef77fd9e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c6a507a7d_0_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c6a507a7d_0_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5c6a507a7d_0_3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c6a507a7d_0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c6a507a7d_0_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5c6a507a7d_0_3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dcb5b4a0ba_0_1025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2dcb5b4a0ba_0_1025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dcb5b4a0ba_0_620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g2dcb5b4a0ba_0_620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16" name="Google Shape;16;g2dcb5b4a0ba_0_6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2dcb5b4a0ba_0_6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g2dcb5b4a0ba_0_620"/>
          <p:cNvSpPr txBox="1"/>
          <p:nvPr>
            <p:ph type="ctrTitle"/>
          </p:nvPr>
        </p:nvSpPr>
        <p:spPr>
          <a:xfrm>
            <a:off x="1167120" y="2115920"/>
            <a:ext cx="12300900" cy="26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19" name="Google Shape;19;g2dcb5b4a0ba_0_620"/>
          <p:cNvSpPr txBox="1"/>
          <p:nvPr>
            <p:ph idx="1" type="subTitle"/>
          </p:nvPr>
        </p:nvSpPr>
        <p:spPr>
          <a:xfrm>
            <a:off x="1167404" y="5076640"/>
            <a:ext cx="12300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0" name="Google Shape;20;g2dcb5b4a0ba_0_620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dcb5b4a0ba_0_6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2dcb5b4a0ba_0_6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" name="Google Shape;24;g2dcb5b4a0ba_0_6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dcb5b4a0ba_0_6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2dcb5b4a0ba_0_6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" name="Google Shape;28;g2dcb5b4a0ba_0_6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dcb5b4a0ba_0_6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2dcb5b4a0ba_0_6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" name="Google Shape;32;g2dcb5b4a0ba_0_6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dcb5b4a0ba_0_6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2dcb5b4a0ba_0_6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" name="Google Shape;36;g2dcb5b4a0ba_0_64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dcb5b4a0ba_0_6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dcb5b4a0ba_0_6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" name="Google Shape;40;g2dcb5b4a0ba_0_64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dcb5b4a0ba_0_6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2dcb5b4a0ba_0_6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" name="Google Shape;44;g2dcb5b4a0ba_0_6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dcb5b4a0ba_0_6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2dcb5b4a0ba_0_6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" name="Google Shape;48;g2dcb5b4a0ba_0_6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dcb5b4a0ba_0_6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2dcb5b4a0ba_0_6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" name="Google Shape;52;g2dcb5b4a0ba_0_65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dcb5b4a0ba_0_6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dcb5b4a0ba_0_6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" name="Google Shape;56;g2dcb5b4a0ba_0_66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cb5b4a0ba_0_6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2dcb5b4a0ba_0_6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" name="Google Shape;60;g2dcb5b4a0ba_0_66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cb5b4a0ba_0_6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dcb5b4a0ba_0_6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" name="Google Shape;64;g2dcb5b4a0ba_0_66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cb5b4a0ba_0_6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cb5b4a0ba_0_6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" name="Google Shape;68;g2dcb5b4a0ba_0_67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cb5b4a0ba_0_67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2dcb5b4a0ba_0_67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g2dcb5b4a0ba_0_67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cb5b4a0ba_0_68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dcb5b4a0ba_0_68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g2dcb5b4a0ba_0_68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cb5b4a0ba_0_68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dcb5b4a0ba_0_68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" name="Google Shape;80;g2dcb5b4a0ba_0_68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cb5b4a0ba_0_68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2dcb5b4a0ba_0_68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" name="Google Shape;84;g2dcb5b4a0ba_0_68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g2dcb5b4a0ba_0_692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87" name="Google Shape;87;g2dcb5b4a0ba_0_6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dcb5b4a0ba_0_6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g2dcb5b4a0ba_0_692"/>
          <p:cNvSpPr txBox="1"/>
          <p:nvPr>
            <p:ph type="title"/>
          </p:nvPr>
        </p:nvSpPr>
        <p:spPr>
          <a:xfrm>
            <a:off x="1167120" y="2115920"/>
            <a:ext cx="12301500" cy="24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g2dcb5b4a0ba_0_692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cb5b4a0ba_0_698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g2dcb5b4a0ba_0_698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94" name="Google Shape;94;g2dcb5b4a0ba_0_69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2dcb5b4a0ba_0_69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g2dcb5b4a0ba_0_698"/>
          <p:cNvSpPr txBox="1"/>
          <p:nvPr>
            <p:ph type="title"/>
          </p:nvPr>
        </p:nvSpPr>
        <p:spPr>
          <a:xfrm>
            <a:off x="1167120" y="2109840"/>
            <a:ext cx="12301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g2dcb5b4a0ba_0_698"/>
          <p:cNvSpPr txBox="1"/>
          <p:nvPr>
            <p:ph idx="1" type="body"/>
          </p:nvPr>
        </p:nvSpPr>
        <p:spPr>
          <a:xfrm>
            <a:off x="1167120" y="3326200"/>
            <a:ext cx="12301800" cy="3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" name="Google Shape;98;g2dcb5b4a0ba_0_698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cb5b4a0ba_0_706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g2dcb5b4a0ba_0_706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102" name="Google Shape;102;g2dcb5b4a0ba_0_70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2dcb5b4a0ba_0_70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g2dcb5b4a0ba_0_706"/>
          <p:cNvSpPr txBox="1"/>
          <p:nvPr>
            <p:ph type="title"/>
          </p:nvPr>
        </p:nvSpPr>
        <p:spPr>
          <a:xfrm>
            <a:off x="1167120" y="2109840"/>
            <a:ext cx="123015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5" name="Google Shape;105;g2dcb5b4a0ba_0_706"/>
          <p:cNvSpPr txBox="1"/>
          <p:nvPr>
            <p:ph idx="1" type="body"/>
          </p:nvPr>
        </p:nvSpPr>
        <p:spPr>
          <a:xfrm>
            <a:off x="1166920" y="3326200"/>
            <a:ext cx="6039000" cy="3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" name="Google Shape;106;g2dcb5b4a0ba_0_706"/>
          <p:cNvSpPr txBox="1"/>
          <p:nvPr>
            <p:ph idx="2" type="body"/>
          </p:nvPr>
        </p:nvSpPr>
        <p:spPr>
          <a:xfrm>
            <a:off x="7429766" y="3326200"/>
            <a:ext cx="6039000" cy="3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" name="Google Shape;107;g2dcb5b4a0ba_0_70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cb5b4a0ba_0_715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g2dcb5b4a0ba_0_715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111" name="Google Shape;111;g2dcb5b4a0ba_0_7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dcb5b4a0ba_0_7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g2dcb5b4a0ba_0_715"/>
          <p:cNvSpPr txBox="1"/>
          <p:nvPr>
            <p:ph type="title"/>
          </p:nvPr>
        </p:nvSpPr>
        <p:spPr>
          <a:xfrm>
            <a:off x="1167120" y="2109840"/>
            <a:ext cx="123015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g2dcb5b4a0ba_0_715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cb5b4a0ba_0_722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g2dcb5b4a0ba_0_722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118" name="Google Shape;118;g2dcb5b4a0ba_0_7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2dcb5b4a0ba_0_7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g2dcb5b4a0ba_0_722"/>
          <p:cNvSpPr txBox="1"/>
          <p:nvPr>
            <p:ph type="title"/>
          </p:nvPr>
        </p:nvSpPr>
        <p:spPr>
          <a:xfrm>
            <a:off x="1168000" y="2109840"/>
            <a:ext cx="5281500" cy="2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g2dcb5b4a0ba_0_722"/>
          <p:cNvSpPr txBox="1"/>
          <p:nvPr>
            <p:ph idx="1" type="body"/>
          </p:nvPr>
        </p:nvSpPr>
        <p:spPr>
          <a:xfrm>
            <a:off x="1153960" y="4450760"/>
            <a:ext cx="52815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2" name="Google Shape;122;g2dcb5b4a0ba_0_722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2dcb5b4a0ba_0_730"/>
          <p:cNvGrpSpPr/>
          <p:nvPr/>
        </p:nvGrpSpPr>
        <p:grpSpPr>
          <a:xfrm>
            <a:off x="1328811" y="6670600"/>
            <a:ext cx="1193264" cy="73322"/>
            <a:chOff x="4580561" y="2589004"/>
            <a:chExt cx="1064464" cy="25200"/>
          </a:xfrm>
        </p:grpSpPr>
        <p:sp>
          <p:nvSpPr>
            <p:cNvPr id="125" name="Google Shape;125;g2dcb5b4a0ba_0_7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dcb5b4a0ba_0_7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g2dcb5b4a0ba_0_730"/>
          <p:cNvSpPr txBox="1"/>
          <p:nvPr>
            <p:ph type="title"/>
          </p:nvPr>
        </p:nvSpPr>
        <p:spPr>
          <a:xfrm>
            <a:off x="1167120" y="1382880"/>
            <a:ext cx="11233800" cy="47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g2dcb5b4a0ba_0_730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cb5b4a0ba_0_736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g2dcb5b4a0ba_0_736"/>
          <p:cNvGrpSpPr/>
          <p:nvPr/>
        </p:nvGrpSpPr>
        <p:grpSpPr>
          <a:xfrm>
            <a:off x="1328811" y="1906001"/>
            <a:ext cx="1193264" cy="73322"/>
            <a:chOff x="4580561" y="2589004"/>
            <a:chExt cx="1064464" cy="25200"/>
          </a:xfrm>
        </p:grpSpPr>
        <p:sp>
          <p:nvSpPr>
            <p:cNvPr id="132" name="Google Shape;132;g2dcb5b4a0ba_0_7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2dcb5b4a0ba_0_7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g2dcb5b4a0ba_0_736"/>
          <p:cNvSpPr txBox="1"/>
          <p:nvPr>
            <p:ph type="title"/>
          </p:nvPr>
        </p:nvSpPr>
        <p:spPr>
          <a:xfrm>
            <a:off x="1168000" y="2109840"/>
            <a:ext cx="5281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5" name="Google Shape;135;g2dcb5b4a0ba_0_736"/>
          <p:cNvSpPr txBox="1"/>
          <p:nvPr>
            <p:ph idx="1" type="subTitle"/>
          </p:nvPr>
        </p:nvSpPr>
        <p:spPr>
          <a:xfrm>
            <a:off x="1159920" y="5058440"/>
            <a:ext cx="52815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36" name="Google Shape;136;g2dcb5b4a0ba_0_736"/>
          <p:cNvSpPr txBox="1"/>
          <p:nvPr>
            <p:ph idx="2" type="body"/>
          </p:nvPr>
        </p:nvSpPr>
        <p:spPr>
          <a:xfrm>
            <a:off x="8278760" y="2164200"/>
            <a:ext cx="53991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7" name="Google Shape;137;g2dcb5b4a0ba_0_73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cb5b4a0ba_0_745"/>
          <p:cNvSpPr txBox="1"/>
          <p:nvPr>
            <p:ph idx="1" type="body"/>
          </p:nvPr>
        </p:nvSpPr>
        <p:spPr>
          <a:xfrm>
            <a:off x="1159920" y="6996082"/>
            <a:ext cx="123159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140" name="Google Shape;140;g2dcb5b4a0ba_0_745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g2dcb5b4a0ba_0_748"/>
          <p:cNvGrpSpPr/>
          <p:nvPr/>
        </p:nvGrpSpPr>
        <p:grpSpPr>
          <a:xfrm>
            <a:off x="1328811" y="6670600"/>
            <a:ext cx="1193264" cy="73322"/>
            <a:chOff x="4580561" y="2589004"/>
            <a:chExt cx="1064464" cy="25200"/>
          </a:xfrm>
        </p:grpSpPr>
        <p:sp>
          <p:nvSpPr>
            <p:cNvPr id="143" name="Google Shape;143;g2dcb5b4a0ba_0_7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2dcb5b4a0ba_0_7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g2dcb5b4a0ba_0_748"/>
          <p:cNvSpPr txBox="1"/>
          <p:nvPr>
            <p:ph hasCustomPrompt="1" type="title"/>
          </p:nvPr>
        </p:nvSpPr>
        <p:spPr>
          <a:xfrm>
            <a:off x="1167120" y="1174320"/>
            <a:ext cx="123015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g2dcb5b4a0ba_0_748"/>
          <p:cNvSpPr txBox="1"/>
          <p:nvPr>
            <p:ph idx="1" type="body"/>
          </p:nvPr>
        </p:nvSpPr>
        <p:spPr>
          <a:xfrm>
            <a:off x="1167120" y="3636621"/>
            <a:ext cx="123015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g2dcb5b4a0ba_0_748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cb5b4a0ba_0_755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2dcb5b4a0ba_0_1037"/>
          <p:cNvGrpSpPr/>
          <p:nvPr/>
        </p:nvGrpSpPr>
        <p:grpSpPr>
          <a:xfrm>
            <a:off x="0" y="609602"/>
            <a:ext cx="1660560" cy="1626061"/>
            <a:chOff x="0" y="381001"/>
            <a:chExt cx="1037850" cy="1016288"/>
          </a:xfrm>
        </p:grpSpPr>
        <p:sp>
          <p:nvSpPr>
            <p:cNvPr id="156" name="Google Shape;156;g2dcb5b4a0ba_0_103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2dcb5b4a0ba_0_103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g2dcb5b4a0ba_0_1037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59" name="Google Shape;159;g2dcb5b4a0ba_0_1037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0" name="Google Shape;160;g2dcb5b4a0ba_0_103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b5b4a0ba_0_1044"/>
          <p:cNvSpPr/>
          <p:nvPr/>
        </p:nvSpPr>
        <p:spPr>
          <a:xfrm rot="5400000">
            <a:off x="12000600" y="808"/>
            <a:ext cx="2629800" cy="2629800"/>
          </a:xfrm>
          <a:prstGeom prst="diagStripe">
            <a:avLst>
              <a:gd fmla="val 0" name="adj"/>
            </a:avLst>
          </a:prstGeom>
          <a:solidFill>
            <a:schemeClr val="lt1">
              <a:alpha val="1568"/>
            </a:schemeClr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g2dcb5b4a0ba_0_1044"/>
          <p:cNvGrpSpPr/>
          <p:nvPr/>
        </p:nvGrpSpPr>
        <p:grpSpPr>
          <a:xfrm>
            <a:off x="0" y="784"/>
            <a:ext cx="8245928" cy="8214833"/>
            <a:chOff x="0" y="75"/>
            <a:chExt cx="5153705" cy="5152950"/>
          </a:xfrm>
        </p:grpSpPr>
        <p:sp>
          <p:nvSpPr>
            <p:cNvPr id="164" name="Google Shape;164;g2dcb5b4a0ba_0_104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2dcb5b4a0ba_0_104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2dcb5b4a0ba_0_104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2dcb5b4a0ba_0_104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2dcb5b4a0ba_0_1044"/>
          <p:cNvSpPr txBox="1"/>
          <p:nvPr>
            <p:ph type="ctrTitle"/>
          </p:nvPr>
        </p:nvSpPr>
        <p:spPr>
          <a:xfrm>
            <a:off x="5659440" y="2525440"/>
            <a:ext cx="80280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9" name="Google Shape;169;g2dcb5b4a0ba_0_1044"/>
          <p:cNvSpPr txBox="1"/>
          <p:nvPr>
            <p:ph idx="1" type="subTitle"/>
          </p:nvPr>
        </p:nvSpPr>
        <p:spPr>
          <a:xfrm>
            <a:off x="8134320" y="6279880"/>
            <a:ext cx="5553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g2dcb5b4a0ba_0_104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g2dcb5b4a0ba_0_1054"/>
          <p:cNvGrpSpPr/>
          <p:nvPr/>
        </p:nvGrpSpPr>
        <p:grpSpPr>
          <a:xfrm>
            <a:off x="7050240" y="0"/>
            <a:ext cx="7580160" cy="8228904"/>
            <a:chOff x="4406400" y="0"/>
            <a:chExt cx="4737600" cy="5143065"/>
          </a:xfrm>
        </p:grpSpPr>
        <p:sp>
          <p:nvSpPr>
            <p:cNvPr id="173" name="Google Shape;173;g2dcb5b4a0ba_0_105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2dcb5b4a0ba_0_105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2dcb5b4a0ba_0_105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2dcb5b4a0ba_0_105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2dcb5b4a0ba_0_105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2dcb5b4a0ba_0_105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2dcb5b4a0ba_0_105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2dcb5b4a0ba_0_105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2dcb5b4a0ba_0_105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2dcb5b4a0ba_0_105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2dcb5b4a0ba_0_105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2dcb5b4a0ba_0_105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2dcb5b4a0ba_0_105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2dcb5b4a0ba_0_105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2dcb5b4a0ba_0_105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2dcb5b4a0ba_0_105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2dcb5b4a0ba_0_105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2dcb5b4a0ba_0_105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g2dcb5b4a0ba_0_1054"/>
          <p:cNvSpPr txBox="1"/>
          <p:nvPr>
            <p:ph type="title"/>
          </p:nvPr>
        </p:nvSpPr>
        <p:spPr>
          <a:xfrm>
            <a:off x="1318160" y="3284800"/>
            <a:ext cx="73392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2" name="Google Shape;192;g2dcb5b4a0ba_0_105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g2dcb5b4a0ba_0_1076"/>
          <p:cNvGrpSpPr/>
          <p:nvPr/>
        </p:nvGrpSpPr>
        <p:grpSpPr>
          <a:xfrm>
            <a:off x="0" y="609602"/>
            <a:ext cx="1660560" cy="1626061"/>
            <a:chOff x="0" y="381001"/>
            <a:chExt cx="1037850" cy="1016288"/>
          </a:xfrm>
        </p:grpSpPr>
        <p:sp>
          <p:nvSpPr>
            <p:cNvPr id="195" name="Google Shape;195;g2dcb5b4a0ba_0_107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2dcb5b4a0ba_0_107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2dcb5b4a0ba_0_1076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98" name="Google Shape;198;g2dcb5b4a0ba_0_1076"/>
          <p:cNvSpPr txBox="1"/>
          <p:nvPr>
            <p:ph idx="1" type="body"/>
          </p:nvPr>
        </p:nvSpPr>
        <p:spPr>
          <a:xfrm>
            <a:off x="2076000" y="2508080"/>
            <a:ext cx="54450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9" name="Google Shape;199;g2dcb5b4a0ba_0_1076"/>
          <p:cNvSpPr txBox="1"/>
          <p:nvPr>
            <p:ph idx="2" type="body"/>
          </p:nvPr>
        </p:nvSpPr>
        <p:spPr>
          <a:xfrm>
            <a:off x="7893154" y="2508080"/>
            <a:ext cx="54450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0" name="Google Shape;200;g2dcb5b4a0ba_0_107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g2dcb5b4a0ba_0_1084"/>
          <p:cNvGrpSpPr/>
          <p:nvPr/>
        </p:nvGrpSpPr>
        <p:grpSpPr>
          <a:xfrm>
            <a:off x="0" y="609602"/>
            <a:ext cx="1660560" cy="1626061"/>
            <a:chOff x="0" y="381001"/>
            <a:chExt cx="1037850" cy="1016288"/>
          </a:xfrm>
        </p:grpSpPr>
        <p:sp>
          <p:nvSpPr>
            <p:cNvPr id="203" name="Google Shape;203;g2dcb5b4a0ba_0_108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2dcb5b4a0ba_0_108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g2dcb5b4a0ba_0_1084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06" name="Google Shape;206;g2dcb5b4a0ba_0_108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g2dcb5b4a0ba_0_1090"/>
          <p:cNvGrpSpPr/>
          <p:nvPr/>
        </p:nvGrpSpPr>
        <p:grpSpPr>
          <a:xfrm>
            <a:off x="0" y="609602"/>
            <a:ext cx="1660560" cy="1626061"/>
            <a:chOff x="0" y="381001"/>
            <a:chExt cx="1037850" cy="1016288"/>
          </a:xfrm>
        </p:grpSpPr>
        <p:sp>
          <p:nvSpPr>
            <p:cNvPr id="209" name="Google Shape;209;g2dcb5b4a0ba_0_109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2dcb5b4a0ba_0_109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g2dcb5b4a0ba_0_1090"/>
          <p:cNvSpPr txBox="1"/>
          <p:nvPr>
            <p:ph type="title"/>
          </p:nvPr>
        </p:nvSpPr>
        <p:spPr>
          <a:xfrm>
            <a:off x="2076000" y="630000"/>
            <a:ext cx="60783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12" name="Google Shape;212;g2dcb5b4a0ba_0_1090"/>
          <p:cNvSpPr txBox="1"/>
          <p:nvPr>
            <p:ph idx="1" type="body"/>
          </p:nvPr>
        </p:nvSpPr>
        <p:spPr>
          <a:xfrm>
            <a:off x="2076000" y="3156080"/>
            <a:ext cx="60783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3" name="Google Shape;213;g2dcb5b4a0ba_0_109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g2dcb5b4a0ba_0_1097"/>
          <p:cNvGrpSpPr/>
          <p:nvPr/>
        </p:nvGrpSpPr>
        <p:grpSpPr>
          <a:xfrm>
            <a:off x="7050240" y="0"/>
            <a:ext cx="7580160" cy="8229600"/>
            <a:chOff x="4406400" y="0"/>
            <a:chExt cx="4737600" cy="5143500"/>
          </a:xfrm>
        </p:grpSpPr>
        <p:sp>
          <p:nvSpPr>
            <p:cNvPr id="216" name="Google Shape;216;g2dcb5b4a0ba_0_1097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2dcb5b4a0ba_0_1097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2dcb5b4a0ba_0_1097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2dcb5b4a0ba_0_1097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2dcb5b4a0ba_0_1097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2dcb5b4a0ba_0_1097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2dcb5b4a0ba_0_109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2dcb5b4a0ba_0_1097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2dcb5b4a0ba_0_1097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2dcb5b4a0ba_0_1097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2dcb5b4a0ba_0_1097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2dcb5b4a0ba_0_1097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2dcb5b4a0ba_0_1097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2dcb5b4a0ba_0_1097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dcb5b4a0ba_0_1097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2dcb5b4a0ba_0_1097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2dcb5b4a0ba_0_109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2dcb5b4a0ba_0_1097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g2dcb5b4a0ba_0_1097"/>
          <p:cNvSpPr txBox="1"/>
          <p:nvPr>
            <p:ph type="title"/>
          </p:nvPr>
        </p:nvSpPr>
        <p:spPr>
          <a:xfrm>
            <a:off x="1318160" y="1386840"/>
            <a:ext cx="73392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35" name="Google Shape;235;g2dcb5b4a0ba_0_109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2dcb5b4a0ba_0_1119"/>
          <p:cNvGrpSpPr/>
          <p:nvPr/>
        </p:nvGrpSpPr>
        <p:grpSpPr>
          <a:xfrm>
            <a:off x="0" y="609602"/>
            <a:ext cx="1660560" cy="1626061"/>
            <a:chOff x="0" y="381001"/>
            <a:chExt cx="1037850" cy="1016288"/>
          </a:xfrm>
        </p:grpSpPr>
        <p:sp>
          <p:nvSpPr>
            <p:cNvPr id="238" name="Google Shape;238;g2dcb5b4a0ba_0_11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2dcb5b4a0ba_0_11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g2dcb5b4a0ba_0_1119"/>
          <p:cNvSpPr txBox="1"/>
          <p:nvPr>
            <p:ph type="title"/>
          </p:nvPr>
        </p:nvSpPr>
        <p:spPr>
          <a:xfrm>
            <a:off x="2076000" y="2653320"/>
            <a:ext cx="48582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41" name="Google Shape;241;g2dcb5b4a0ba_0_1119"/>
          <p:cNvSpPr txBox="1"/>
          <p:nvPr>
            <p:ph idx="1" type="subTitle"/>
          </p:nvPr>
        </p:nvSpPr>
        <p:spPr>
          <a:xfrm>
            <a:off x="2076000" y="5660800"/>
            <a:ext cx="4858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2" name="Google Shape;242;g2dcb5b4a0ba_0_1119"/>
          <p:cNvSpPr txBox="1"/>
          <p:nvPr>
            <p:ph idx="2" type="body"/>
          </p:nvPr>
        </p:nvSpPr>
        <p:spPr>
          <a:xfrm>
            <a:off x="7437120" y="2714560"/>
            <a:ext cx="58830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3" name="Google Shape;243;g2dcb5b4a0ba_0_111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g2dcb5b4a0ba_0_1127"/>
          <p:cNvGrpSpPr/>
          <p:nvPr/>
        </p:nvGrpSpPr>
        <p:grpSpPr>
          <a:xfrm>
            <a:off x="0" y="6605716"/>
            <a:ext cx="1118280" cy="1095451"/>
            <a:chOff x="0" y="3785672"/>
            <a:chExt cx="698925" cy="684657"/>
          </a:xfrm>
        </p:grpSpPr>
        <p:sp>
          <p:nvSpPr>
            <p:cNvPr id="246" name="Google Shape;246;g2dcb5b4a0ba_0_1127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2dcb5b4a0ba_0_1127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g2dcb5b4a0ba_0_1127"/>
          <p:cNvSpPr txBox="1"/>
          <p:nvPr>
            <p:ph idx="1" type="body"/>
          </p:nvPr>
        </p:nvSpPr>
        <p:spPr>
          <a:xfrm>
            <a:off x="1300360" y="6888600"/>
            <a:ext cx="11097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249" name="Google Shape;249;g2dcb5b4a0ba_0_112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g2dcb5b4a0ba_0_1133"/>
          <p:cNvGrpSpPr/>
          <p:nvPr/>
        </p:nvGrpSpPr>
        <p:grpSpPr>
          <a:xfrm>
            <a:off x="7050240" y="0"/>
            <a:ext cx="7580160" cy="8228904"/>
            <a:chOff x="4406400" y="0"/>
            <a:chExt cx="4737600" cy="5143065"/>
          </a:xfrm>
        </p:grpSpPr>
        <p:sp>
          <p:nvSpPr>
            <p:cNvPr id="252" name="Google Shape;252;g2dcb5b4a0ba_0_113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2dcb5b4a0ba_0_113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2dcb5b4a0ba_0_113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2dcb5b4a0ba_0_113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2dcb5b4a0ba_0_113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2dcb5b4a0ba_0_113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2dcb5b4a0ba_0_113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2dcb5b4a0ba_0_113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2dcb5b4a0ba_0_113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2dcb5b4a0ba_0_113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2dcb5b4a0ba_0_113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2dcb5b4a0ba_0_113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2dcb5b4a0ba_0_113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2dcb5b4a0ba_0_113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2dcb5b4a0ba_0_113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2dcb5b4a0ba_0_113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2dcb5b4a0ba_0_113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2dcb5b4a0ba_0_113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g2dcb5b4a0ba_0_1133"/>
          <p:cNvSpPr txBox="1"/>
          <p:nvPr>
            <p:ph hasCustomPrompt="1" type="title"/>
          </p:nvPr>
        </p:nvSpPr>
        <p:spPr>
          <a:xfrm>
            <a:off x="1318160" y="2055480"/>
            <a:ext cx="76416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71" name="Google Shape;271;g2dcb5b4a0ba_0_1133"/>
          <p:cNvSpPr txBox="1"/>
          <p:nvPr>
            <p:ph idx="1" type="body"/>
          </p:nvPr>
        </p:nvSpPr>
        <p:spPr>
          <a:xfrm>
            <a:off x="1318160" y="4228998"/>
            <a:ext cx="76416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2" name="Google Shape;272;g2dcb5b4a0ba_0_113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cb5b4a0ba_0_115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3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dcb5b4a0ba_0_61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i="0" sz="4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2dcb5b4a0ba_0_616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Lato"/>
              <a:buChar char="●"/>
              <a:defRPr b="0" i="0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2dcb5b4a0ba_0_61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cb5b4a0ba_0_103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None/>
              <a:defRPr b="0" i="0" sz="4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2" name="Google Shape;152;g2dcb5b4a0ba_0_1033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  <a:defRPr b="0" i="0" sz="2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" name="Google Shape;153;g2dcb5b4a0ba_0_103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ntainerd.io" TargetMode="External"/><Relationship Id="rId4" Type="http://schemas.openxmlformats.org/officeDocument/2006/relationships/hyperlink" Target="https://containerd.io" TargetMode="External"/><Relationship Id="rId9" Type="http://schemas.openxmlformats.org/officeDocument/2006/relationships/hyperlink" Target="https://opencontainers.org" TargetMode="External"/><Relationship Id="rId5" Type="http://schemas.openxmlformats.org/officeDocument/2006/relationships/hyperlink" Target="https://github.com/containerd/containerd" TargetMode="External"/><Relationship Id="rId6" Type="http://schemas.openxmlformats.org/officeDocument/2006/relationships/hyperlink" Target="https://github.com/containerd/containerd" TargetMode="External"/><Relationship Id="rId7" Type="http://schemas.openxmlformats.org/officeDocument/2006/relationships/hyperlink" Target="https://golang.org/doc/" TargetMode="External"/><Relationship Id="rId8" Type="http://schemas.openxmlformats.org/officeDocument/2006/relationships/hyperlink" Target="https://golang.org/doc/" TargetMode="External"/><Relationship Id="rId10" Type="http://schemas.openxmlformats.org/officeDocument/2006/relationships/hyperlink" Target="https://opencontainers.or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dcb5b4a0ba_0_598"/>
          <p:cNvSpPr txBox="1"/>
          <p:nvPr>
            <p:ph type="ctrTitle"/>
          </p:nvPr>
        </p:nvSpPr>
        <p:spPr>
          <a:xfrm>
            <a:off x="1867392" y="3385472"/>
            <a:ext cx="19681500" cy="4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</a:pPr>
            <a:r>
              <a:t/>
            </a:r>
            <a:endParaRPr/>
          </a:p>
        </p:txBody>
      </p:sp>
      <p:sp>
        <p:nvSpPr>
          <p:cNvPr id="280" name="Google Shape;280;g2dcb5b4a0ba_0_598"/>
          <p:cNvSpPr txBox="1"/>
          <p:nvPr>
            <p:ph idx="1" type="subTitle"/>
          </p:nvPr>
        </p:nvSpPr>
        <p:spPr>
          <a:xfrm>
            <a:off x="1867846" y="8122624"/>
            <a:ext cx="19681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81" name="Google Shape;281;g2dcb5b4a0ba_0_5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0" y="304800"/>
            <a:ext cx="1459239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dcb5b4a0ba_0_598"/>
          <p:cNvSpPr txBox="1"/>
          <p:nvPr/>
        </p:nvSpPr>
        <p:spPr>
          <a:xfrm>
            <a:off x="7742675" y="2205500"/>
            <a:ext cx="6598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Universidad de San Carlos de Guatemala</a:t>
            </a:r>
            <a:endParaRPr sz="25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Facultad de Ingeniería</a:t>
            </a:r>
            <a:endParaRPr sz="25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Ingeniería en Ciencias y Sistemas</a:t>
            </a:r>
            <a:endParaRPr sz="25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500" u="none" cap="none" strike="noStrike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LABORATORIO SISTEMAS OPERATIVOS 1 </a:t>
            </a:r>
            <a:endParaRPr b="0" i="0" sz="2500" u="none" cap="none" strike="noStrike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Unidad 1: Fundamentos de Sistemas Operativos y Administración Avanzada</a:t>
            </a:r>
            <a:endParaRPr sz="25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SEMANA 05</a:t>
            </a:r>
            <a:endParaRPr sz="25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cb5b4a0ba_0_606"/>
          <p:cNvSpPr txBox="1"/>
          <p:nvPr>
            <p:ph idx="1" type="body"/>
          </p:nvPr>
        </p:nvSpPr>
        <p:spPr>
          <a:xfrm>
            <a:off x="1946880" y="2390240"/>
            <a:ext cx="12096900" cy="4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CORREO: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546100" lvl="0" marL="736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2100"/>
              <a:buNone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Entrega de Proyectos, Tareas, Foros y Hojas de Trabajo: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546100" lvl="0" marL="73660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UEDI: 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546100" lvl="0" marL="736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CLASSROOM :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g2dcb5b4a0ba_0_606"/>
          <p:cNvSpPr txBox="1"/>
          <p:nvPr>
            <p:ph type="title"/>
          </p:nvPr>
        </p:nvSpPr>
        <p:spPr>
          <a:xfrm>
            <a:off x="2280760" y="559480"/>
            <a:ext cx="108630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4000"/>
              <a:t>Medios de comunicación y Entrega de Contenido Oficial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cb5b4a0ba_0_611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94" name="Google Shape;294;g2dcb5b4a0ba_0_611"/>
          <p:cNvSpPr txBox="1"/>
          <p:nvPr>
            <p:ph idx="1" type="body"/>
          </p:nvPr>
        </p:nvSpPr>
        <p:spPr>
          <a:xfrm>
            <a:off x="3268575" y="1511448"/>
            <a:ext cx="9049800" cy="35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Introducción: ¿Por qué estudiar motores de contenedores?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Contenedores de alto nivel (Docker) vs bajo nivel (Containerd)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Programación con Go para construir contenedores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Creación de imágenes con Dockerfile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Orquestación de servicios con docker-compose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Portabilidad y replicabilidad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Buenas prácticas y seguridad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Comparación técnica: Docker vs Containerd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Competencias adquiridas por el estudiante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Conclusiones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Referencias y recursos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c6a507a7d_0_2"/>
          <p:cNvSpPr txBox="1"/>
          <p:nvPr>
            <p:ph type="title"/>
          </p:nvPr>
        </p:nvSpPr>
        <p:spPr>
          <a:xfrm>
            <a:off x="5629392" y="635320"/>
            <a:ext cx="41367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/>
              <a:t>Competencias</a:t>
            </a:r>
            <a:endParaRPr/>
          </a:p>
        </p:txBody>
      </p:sp>
      <p:sp>
        <p:nvSpPr>
          <p:cNvPr id="300" name="Google Shape;300;g35c6a507a7d_0_2"/>
          <p:cNvSpPr txBox="1"/>
          <p:nvPr/>
        </p:nvSpPr>
        <p:spPr>
          <a:xfrm>
            <a:off x="2144225" y="2114025"/>
            <a:ext cx="1139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El estudiante desarrolla proyectos de virtualización que integran máquinas virtuales y contenedores utilizando tecnologías como Docker, Containerd, Harbor, Zot y herramientas de virtualización para comprender el ciclo de vida de despliegue, gestión y distribución de servicios en entornos modernos 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01" name="Google Shape;301;g35c6a507a7d_0_2"/>
          <p:cNvSpPr txBox="1"/>
          <p:nvPr/>
        </p:nvSpPr>
        <p:spPr>
          <a:xfrm>
            <a:off x="2144225" y="3337150"/>
            <a:ext cx="1139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El estudiante construye contenedores a bajo nivel mediante el uso de Containerd y programación en Go con el fin de profundizar en el funcionamiento interno de los motores de contenedores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2" name="Google Shape;302;g35c6a507a7d_0_2"/>
          <p:cNvSpPr txBox="1"/>
          <p:nvPr/>
        </p:nvSpPr>
        <p:spPr>
          <a:xfrm>
            <a:off x="2144225" y="4484750"/>
            <a:ext cx="115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El estudiante configura contenedores Docker para el despliegue de servicios mediante Dockerfiles y docker-compose asegurando la portabilidad y replicabilidad en entornos de desarrollo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c6a507a7d_0_140"/>
          <p:cNvSpPr txBox="1"/>
          <p:nvPr>
            <p:ph type="title"/>
          </p:nvPr>
        </p:nvSpPr>
        <p:spPr>
          <a:xfrm>
            <a:off x="5760480" y="3076200"/>
            <a:ext cx="40809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CONTENIDO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c6a507a7d_0_270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</a:t>
            </a:r>
            <a:endParaRPr/>
          </a:p>
        </p:txBody>
      </p:sp>
      <p:sp>
        <p:nvSpPr>
          <p:cNvPr id="314" name="Google Shape;314;g35c6a507a7d_0_270"/>
          <p:cNvSpPr txBox="1"/>
          <p:nvPr>
            <p:ph idx="1" type="body"/>
          </p:nvPr>
        </p:nvSpPr>
        <p:spPr>
          <a:xfrm>
            <a:off x="2076000" y="2508074"/>
            <a:ext cx="11262300" cy="3125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latin typeface="Arial"/>
                <a:ea typeface="Arial"/>
                <a:cs typeface="Arial"/>
                <a:sym typeface="Arial"/>
              </a:rPr>
              <a:t>Objetivo general:</a:t>
            </a:r>
            <a:br>
              <a:rPr b="1" lang="en-US" sz="2025">
                <a:latin typeface="Arial"/>
                <a:ea typeface="Arial"/>
                <a:cs typeface="Arial"/>
                <a:sym typeface="Arial"/>
              </a:rPr>
            </a:br>
            <a:r>
              <a:rPr b="1" lang="en-US" sz="2025">
                <a:latin typeface="Arial"/>
                <a:ea typeface="Arial"/>
                <a:cs typeface="Arial"/>
                <a:sym typeface="Arial"/>
              </a:rPr>
              <a:t> Comprender el funcionamiento y despliegue de contenedores desde un enfoque práctico y de bajo nivel.</a:t>
            </a:r>
            <a:br>
              <a:rPr b="1" lang="en-US" sz="2025">
                <a:latin typeface="Arial"/>
                <a:ea typeface="Arial"/>
                <a:cs typeface="Arial"/>
                <a:sym typeface="Arial"/>
              </a:rPr>
            </a:br>
            <a:endParaRPr b="1" sz="20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latin typeface="Arial"/>
                <a:ea typeface="Arial"/>
                <a:cs typeface="Arial"/>
                <a:sym typeface="Arial"/>
              </a:rPr>
              <a:t>Importancia:</a:t>
            </a:r>
            <a:br>
              <a:rPr b="1" lang="en-US" sz="2025">
                <a:latin typeface="Arial"/>
                <a:ea typeface="Arial"/>
                <a:cs typeface="Arial"/>
                <a:sym typeface="Arial"/>
              </a:rPr>
            </a:br>
            <a:r>
              <a:rPr b="1" lang="en-US" sz="2025">
                <a:latin typeface="Arial"/>
                <a:ea typeface="Arial"/>
                <a:cs typeface="Arial"/>
                <a:sym typeface="Arial"/>
              </a:rPr>
              <a:t> Profundizar en la arquitectura de contenedores permite crear soluciones más eficientes, seguras y adaptables a los entornos reales de desarrollo y producción.</a:t>
            </a:r>
            <a:endParaRPr b="1" sz="20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c6a507a7d_0_278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Contenedores de Bajo Nivel vs Alto Nivel</a:t>
            </a:r>
            <a:endParaRPr/>
          </a:p>
        </p:txBody>
      </p:sp>
      <p:graphicFrame>
        <p:nvGraphicFramePr>
          <p:cNvPr id="321" name="Google Shape;321;g35c6a507a7d_0_278"/>
          <p:cNvGraphicFramePr/>
          <p:nvPr/>
        </p:nvGraphicFramePr>
        <p:xfrm>
          <a:off x="1284925" y="271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{52AB1CF3-CDE1-4F86-8B54-C802E4B96B05}</a:tableStyleId>
              </a:tblPr>
              <a:tblGrid>
                <a:gridCol w="3114100"/>
                <a:gridCol w="3453475"/>
                <a:gridCol w="5908825"/>
              </a:tblGrid>
              <a:tr h="55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Aspecto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Docker (alto nivel)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Containerd (bajo nivel)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Enfoque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Abstracción fácil de usar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Control granular sobre contenedores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Lenguaje de interacción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CLI, Dockerfile, Compose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API y código (por ejemplo, Go)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Nivel de control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Medio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Alto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Uso típico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Dev y despliegue ágil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Sistemas embebidos, backends especializados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c6a507a7d_0_287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 de Containerd + Go</a:t>
            </a:r>
            <a:endParaRPr/>
          </a:p>
        </p:txBody>
      </p:sp>
      <p:sp>
        <p:nvSpPr>
          <p:cNvPr id="328" name="Google Shape;328;g35c6a507a7d_0_287"/>
          <p:cNvSpPr txBox="1"/>
          <p:nvPr>
            <p:ph idx="1" type="body"/>
          </p:nvPr>
        </p:nvSpPr>
        <p:spPr>
          <a:xfrm>
            <a:off x="2076000" y="1631699"/>
            <a:ext cx="11262300" cy="5534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¿Qué es Containerd?</a:t>
            </a:r>
            <a:br>
              <a:rPr b="1" lang="en-US" sz="1700"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latin typeface="Arial"/>
                <a:ea typeface="Arial"/>
                <a:cs typeface="Arial"/>
                <a:sym typeface="Arial"/>
              </a:rPr>
              <a:t> Runtime OCI liviano usado como backend por Docker.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Ventajas de usarlo directamente:</a:t>
            </a:r>
            <a:br>
              <a:rPr b="1" lang="en-US" sz="17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Control profundo de los procesos de contenedor.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Aprendizaje del runtime real que ejecuta contenedores.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Programación en Go:</a:t>
            </a:r>
            <a:br>
              <a:rPr b="1" lang="en-US" sz="1700"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latin typeface="Arial"/>
                <a:ea typeface="Arial"/>
                <a:cs typeface="Arial"/>
                <a:sym typeface="Arial"/>
              </a:rPr>
              <a:t> Usada para interactuar con APIs de Containerd y construir operaciones personalizadas como: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Crear snapshots.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Ejecutar tareas dentro de namespaces.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Administrar contenedores directamente sin CLI.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c6a507a7d_0_296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Dockerfile para Crear Imágenes</a:t>
            </a:r>
            <a:endParaRPr/>
          </a:p>
        </p:txBody>
      </p:sp>
      <p:sp>
        <p:nvSpPr>
          <p:cNvPr id="335" name="Google Shape;335;g35c6a507a7d_0_296"/>
          <p:cNvSpPr txBox="1"/>
          <p:nvPr>
            <p:ph idx="1" type="body"/>
          </p:nvPr>
        </p:nvSpPr>
        <p:spPr>
          <a:xfrm>
            <a:off x="2076000" y="1677550"/>
            <a:ext cx="11262300" cy="4922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¿Qué es un Dockerfile?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Script declarativo para construir imágenes reproducibles.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Ejemplo básico: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FROM node:18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COPY . /app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WORKDIR /app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RUN npm install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CMD ["node", "server.js"]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c6a507a7d_0_305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docker-compose para Servicios Multicontenedor</a:t>
            </a:r>
            <a:endParaRPr/>
          </a:p>
        </p:txBody>
      </p:sp>
      <p:sp>
        <p:nvSpPr>
          <p:cNvPr id="342" name="Google Shape;342;g35c6a507a7d_0_305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g35c6a507a7d_0_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011" y="2508075"/>
            <a:ext cx="9008690" cy="46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c6a507a7d_0_313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Portabilidad y Replicabilidad</a:t>
            </a:r>
            <a:endParaRPr/>
          </a:p>
        </p:txBody>
      </p:sp>
      <p:sp>
        <p:nvSpPr>
          <p:cNvPr id="350" name="Google Shape;350;g35c6a507a7d_0_313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Portabilidad: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 El mismo contenedor funciona igual en cualquier host compatible.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Replicabilidad: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 Dockerfile y Compose reproducen entornos idénticos sin errores humanos.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Ventajas clave: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Ideal para DevOps y CI/CD.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Disminuye problemas de "works on my machine".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Mejora la trazabilidad de versiones.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c6a507a7d_0_321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Buenas Prácticas y Seguridad</a:t>
            </a:r>
            <a:endParaRPr/>
          </a:p>
        </p:txBody>
      </p:sp>
      <p:sp>
        <p:nvSpPr>
          <p:cNvPr id="357" name="Google Shape;357;g35c6a507a7d_0_321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Escanear imágenes antes del despliegue.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No ejecutar contenedores como root.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Usar </a:t>
            </a: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para variables sensibles.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Mantener imágenes ligeras y actualizadas.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Separar lógica de construcción (Dockerfile) y ejecución (docker-compose).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c6a507a7d_0_330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Comparación Técnica - Docker vs Containerd</a:t>
            </a:r>
            <a:endParaRPr/>
          </a:p>
        </p:txBody>
      </p:sp>
      <p:graphicFrame>
        <p:nvGraphicFramePr>
          <p:cNvPr id="364" name="Google Shape;364;g35c6a507a7d_0_330"/>
          <p:cNvGraphicFramePr/>
          <p:nvPr/>
        </p:nvGraphicFramePr>
        <p:xfrm>
          <a:off x="1164125" y="265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{52AB1CF3-CDE1-4F86-8B54-C802E4B96B05}</a:tableStyleId>
              </a:tblPr>
              <a:tblGrid>
                <a:gridCol w="2773075"/>
                <a:gridCol w="4315975"/>
                <a:gridCol w="5754625"/>
              </a:tblGrid>
              <a:tr h="59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Característica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Docker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Containerd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5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Facilidad de uso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Alta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Media-baja (requiere programación)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5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Nivel de abstracción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Alto (CLI, Compose)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Bajo (interfaz de bajo nivel)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5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Lenguaje utilizado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Bash, YAML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Go, gRPC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5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Casos de uso típicos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Desarrollo, pruebas, producción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</a:rPr>
                        <a:t>Infraestructura personalizada, cloud-native</a:t>
                      </a:r>
                      <a:endParaRPr b="1"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c6a507a7d_0_341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Competencias Adquiridas</a:t>
            </a:r>
            <a:endParaRPr/>
          </a:p>
        </p:txBody>
      </p:sp>
      <p:sp>
        <p:nvSpPr>
          <p:cNvPr id="371" name="Google Shape;371;g35c6a507a7d_0_341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Construcción de contenedores a bajo nivel con Go y Containerd.</a:t>
            </a:r>
            <a:br>
              <a:rPr lang="en-US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Gestión eficiente de servicios con Dockerfile y docker-compose.</a:t>
            </a:r>
            <a:br>
              <a:rPr lang="en-US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Análisis de arquitecturas de motores de contenedores.</a:t>
            </a:r>
            <a:br>
              <a:rPr lang="en-US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Desarrollo de entornos replicables y seguros.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ef77fd9eb_0_6"/>
          <p:cNvSpPr txBox="1"/>
          <p:nvPr>
            <p:ph type="title"/>
          </p:nvPr>
        </p:nvSpPr>
        <p:spPr>
          <a:xfrm>
            <a:off x="2076000" y="508775"/>
            <a:ext cx="11636700" cy="1245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Ejemplos Aplicados en la Vida Real – Docker, Containerd y Go</a:t>
            </a:r>
            <a:endParaRPr sz="3200"/>
          </a:p>
        </p:txBody>
      </p:sp>
      <p:graphicFrame>
        <p:nvGraphicFramePr>
          <p:cNvPr id="378" name="Google Shape;378;g35ef77fd9eb_0_6"/>
          <p:cNvGraphicFramePr/>
          <p:nvPr/>
        </p:nvGraphicFramePr>
        <p:xfrm>
          <a:off x="1782150" y="237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{52AB1CF3-CDE1-4F86-8B54-C802E4B96B05}</a:tableStyleId>
              </a:tblPr>
              <a:tblGrid>
                <a:gridCol w="2657225"/>
                <a:gridCol w="9402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Área / Caso Real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Aplicación práctica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Infraestructura de servicios web (DevOps)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Grandes empresas como Google, Netflix o PayPal usan Docker y Containerd para ejecutar microservicios de forma ágil, escalable y automatizada.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Servicios en la nube (Cloud Providers)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Kubernetes usa Containerd como motor base para ejecutar pods; es estándar en Amazon EKS, Google GKE y Azure AKS.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Desarrollo de plataformas SaaS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Startups y desarrolladores independientes usan Docker Compose para orquestar múltiples servicios (API, base de datos, cache, etc.).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Edge Computing e IoT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Containerd se implementa en dispositivos con recursos limitados para contenerizar funciones específicas como procesamiento local de datos.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Aplicaciones en Go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Herramientas como Docker, Kubernetes y Containerd están escritas en Go; aprender este lenguaje permite contribuir directamente al desarrollo del ecosistema cloud native.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Laboratorios académicos o formación técnica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Los motores de contenedores permiten crear entornos controlados y portables para enseñar redes, bases de datos, ciberseguridad o backend.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ef77fd9eb_0_0"/>
          <p:cNvSpPr txBox="1"/>
          <p:nvPr>
            <p:ph type="title"/>
          </p:nvPr>
        </p:nvSpPr>
        <p:spPr>
          <a:xfrm>
            <a:off x="2076000" y="630000"/>
            <a:ext cx="11262300" cy="908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y Actitudes Desarrolladas</a:t>
            </a:r>
            <a:endParaRPr/>
          </a:p>
        </p:txBody>
      </p:sp>
      <p:graphicFrame>
        <p:nvGraphicFramePr>
          <p:cNvPr id="385" name="Google Shape;385;g35ef77fd9eb_0_0"/>
          <p:cNvGraphicFramePr/>
          <p:nvPr/>
        </p:nvGraphicFramePr>
        <p:xfrm>
          <a:off x="1596088" y="242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{52AB1CF3-CDE1-4F86-8B54-C802E4B96B05}</a:tableStyleId>
              </a:tblPr>
              <a:tblGrid>
                <a:gridCol w="2975525"/>
                <a:gridCol w="8950250"/>
              </a:tblGrid>
              <a:tr h="456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Valor / Actitud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Relación con el uso de motores de contenedores y Go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Autonomía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Requiere investigación y configuración propia para levantar servicios funcionales desde cero.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Precisión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Un error en un Dockerfile o Compose puede romper toda la arquitectura de un sistema contenerizado.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Pensamiento analítico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Diagnosticar errores en contenedores, entender logs y trabajar con procesos internos exige lógica clara.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Responsabilidad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Implica manejar entornos virtualizados que simulan escenarios reales, incluyendo seguridad y eficiencia.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Compromiso con la mejora continua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Dominar motores de contenedores exige mantenerse actualizado con herramientas y prácticas en constante evolución.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lt1"/>
                          </a:solidFill>
                        </a:rPr>
                        <a:t>Ética profesional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</a:rPr>
                        <a:t>Fomenta el respeto a licencias, uso de imágenes seguras y creación de entornos confiables.</a:t>
                      </a:r>
                      <a:endParaRPr sz="1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c6a507a7d_0_349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</a:t>
            </a:r>
            <a:endParaRPr/>
          </a:p>
        </p:txBody>
      </p:sp>
      <p:sp>
        <p:nvSpPr>
          <p:cNvPr id="392" name="Google Shape;392;g35c6a507a7d_0_349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El estudiante comprende tanto el uso como el funcionamiento interno de los contenedores.</a:t>
            </a:r>
            <a:br>
              <a:rPr lang="en-US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Docker permite despliegues rápidos; Containerd permite comprender y manipular el runtime directamente.</a:t>
            </a:r>
            <a:br>
              <a:rPr lang="en-US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La combinación de estas herramientas forma una base sólida para desarrolladores y administradores de infraestructura moderna.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c6a507a7d_0_357"/>
          <p:cNvSpPr txBox="1"/>
          <p:nvPr>
            <p:ph type="title"/>
          </p:nvPr>
        </p:nvSpPr>
        <p:spPr>
          <a:xfrm>
            <a:off x="2076000" y="630000"/>
            <a:ext cx="11262300" cy="1462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Referencias y Recursos</a:t>
            </a:r>
            <a:endParaRPr/>
          </a:p>
        </p:txBody>
      </p:sp>
      <p:sp>
        <p:nvSpPr>
          <p:cNvPr id="399" name="Google Shape;399;g35c6a507a7d_0_357"/>
          <p:cNvSpPr txBox="1"/>
          <p:nvPr>
            <p:ph idx="1" type="body"/>
          </p:nvPr>
        </p:nvSpPr>
        <p:spPr>
          <a:xfrm>
            <a:off x="2076000" y="2508080"/>
            <a:ext cx="11262300" cy="46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https://docs.docker.com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u="sng">
                <a:latin typeface="Arial"/>
                <a:ea typeface="Arial"/>
                <a:cs typeface="Arial"/>
                <a:sym typeface="Arial"/>
                <a:hlinkClick r:id="rId3"/>
              </a:rPr>
              <a:t>https://containerd.io</a:t>
            </a:r>
            <a:br>
              <a:rPr lang="en-US" u="sng">
                <a:latin typeface="Arial"/>
                <a:ea typeface="Arial"/>
                <a:cs typeface="Arial"/>
                <a:sym typeface="Arial"/>
                <a:hlinkClick r:id="rId4"/>
              </a:rPr>
            </a:br>
            <a:endParaRPr u="sng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u="sng">
                <a:latin typeface="Arial"/>
                <a:ea typeface="Arial"/>
                <a:cs typeface="Arial"/>
                <a:sym typeface="Arial"/>
                <a:hlinkClick r:id="rId5"/>
              </a:rPr>
              <a:t>https://github.com/containerd/containerd</a:t>
            </a:r>
            <a:br>
              <a:rPr lang="en-US" u="sng">
                <a:latin typeface="Arial"/>
                <a:ea typeface="Arial"/>
                <a:cs typeface="Arial"/>
                <a:sym typeface="Arial"/>
                <a:hlinkClick r:id="rId6"/>
              </a:rPr>
            </a:br>
            <a:endParaRPr u="sng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u="sng">
                <a:latin typeface="Arial"/>
                <a:ea typeface="Arial"/>
                <a:cs typeface="Arial"/>
                <a:sym typeface="Arial"/>
                <a:hlinkClick r:id="rId7"/>
              </a:rPr>
              <a:t>https://golang.org/doc/</a:t>
            </a:r>
            <a:br>
              <a:rPr lang="en-US" u="sng">
                <a:latin typeface="Arial"/>
                <a:ea typeface="Arial"/>
                <a:cs typeface="Arial"/>
                <a:sym typeface="Arial"/>
                <a:hlinkClick r:id="rId8"/>
              </a:rPr>
            </a:br>
            <a:endParaRPr u="sng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https://docs.docker.com/compose/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 Container Initiative (OCI):</a:t>
            </a:r>
            <a:r>
              <a:rPr lang="en-US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r>
              <a:rPr lang="en-US" u="sng">
                <a:latin typeface="Arial"/>
                <a:ea typeface="Arial"/>
                <a:cs typeface="Arial"/>
                <a:sym typeface="Arial"/>
                <a:hlinkClick r:id="rId10"/>
              </a:rPr>
              <a:t>https://opencontainers.org</a:t>
            </a:r>
            <a:endParaRPr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dcb5b4a0ba_0_1025"/>
          <p:cNvSpPr txBox="1"/>
          <p:nvPr>
            <p:ph type="ctrTitle"/>
          </p:nvPr>
        </p:nvSpPr>
        <p:spPr>
          <a:xfrm>
            <a:off x="5659440" y="2525440"/>
            <a:ext cx="80280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</a:pPr>
            <a:r>
              <a:t/>
            </a:r>
            <a:endParaRPr/>
          </a:p>
        </p:txBody>
      </p:sp>
      <p:sp>
        <p:nvSpPr>
          <p:cNvPr id="405" name="Google Shape;405;g2dcb5b4a0ba_0_1025"/>
          <p:cNvSpPr txBox="1"/>
          <p:nvPr>
            <p:ph idx="1" type="subTitle"/>
          </p:nvPr>
        </p:nvSpPr>
        <p:spPr>
          <a:xfrm>
            <a:off x="8134320" y="6279880"/>
            <a:ext cx="5553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406" name="Google Shape;406;g2dcb5b4a0ba_0_10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7960" y="0"/>
            <a:ext cx="1459239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2dcb5b4a0ba_0_1025"/>
          <p:cNvSpPr txBox="1"/>
          <p:nvPr/>
        </p:nvSpPr>
        <p:spPr>
          <a:xfrm>
            <a:off x="7457080" y="3830120"/>
            <a:ext cx="64872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GRACIAS!!</a:t>
            </a:r>
            <a:endParaRPr b="0" i="0" sz="34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2024-11-04T04:09:44Z</dcterms:created>
  <dc:creator>PptxGenJS</dc:creator>
</cp:coreProperties>
</file>