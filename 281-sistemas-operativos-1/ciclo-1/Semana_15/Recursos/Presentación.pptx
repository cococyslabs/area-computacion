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8229600" cx="14630400"/>
  <p:notesSz cx="8229600" cy="14630400"/>
  <p:embeddedFontLst>
    <p:embeddedFont>
      <p:font typeface="Inter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I8ob37Swvdai7KT94L2NSw/7P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93790" y="3136583"/>
            <a:ext cx="130428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Inter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Inteligencia Artificial y Machine Learning en Sistemas Operativos</a:t>
            </a:r>
            <a:endParaRPr b="0" i="0" sz="61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793803" y="2146700"/>
            <a:ext cx="956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Integración de IA en el núcleo</a:t>
            </a:r>
            <a:endParaRPr b="0" i="0" sz="44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793790" y="3309104"/>
            <a:ext cx="4196358" cy="2773799"/>
          </a:xfrm>
          <a:prstGeom prst="roundRect">
            <a:avLst>
              <a:gd fmla="val 343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028225" y="3543550"/>
            <a:ext cx="3338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Aceleración de tareas</a:t>
            </a:r>
            <a:endParaRPr b="0" i="0" sz="22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1028224" y="4033957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Mediante técnicas de aprendizaje automático, el sistema operativo puede acelerar tareas críticas, optimizando el uso de recursos como CPU y memoria.</a:t>
            </a:r>
            <a:endParaRPr b="0" i="0" sz="175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5216962" y="3309104"/>
            <a:ext cx="4196358" cy="2773799"/>
          </a:xfrm>
          <a:prstGeom prst="roundRect">
            <a:avLst>
              <a:gd fmla="val 343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5451400" y="3543550"/>
            <a:ext cx="3727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Optimización de recursos</a:t>
            </a:r>
            <a:endParaRPr b="0" i="0" sz="22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5451396" y="4033957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IA puede analizar patrones de uso y optimizar la asignación de recursos como CPU, memoria y almacenamiento para mejorar el rendimiento general.</a:t>
            </a:r>
            <a:endParaRPr b="0" i="0" sz="175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9640133" y="3309104"/>
            <a:ext cx="4196358" cy="2773799"/>
          </a:xfrm>
          <a:prstGeom prst="roundRect">
            <a:avLst>
              <a:gd fmla="val 343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874576" y="3543550"/>
            <a:ext cx="3904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Mantenimiento preventivo</a:t>
            </a:r>
            <a:endParaRPr b="0" i="0" sz="22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9874568" y="4033957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Modelos de predicción de fallas utilizan datos de sensores para anticipar problemas y realizar mantenimiento preventivo, reduciendo tiempos de inactividad.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793802" y="2909900"/>
            <a:ext cx="10057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Interfaces de usuario inteligentes</a:t>
            </a:r>
            <a:endParaRPr b="0" i="0" sz="445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Asistentes virtuales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integrados en el sistema operativo para una interacción natural y fluida.</a:t>
            </a:r>
            <a:endParaRPr b="0" i="0" sz="175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Personalización de la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experiencia del usuario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basada en el aprendizaje de patrones de uso y preferencias.</a:t>
            </a:r>
            <a:endParaRPr b="0" i="0" sz="17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Reconocimiento de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voz y gestos naturales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para controlar el sistema operativo de manera intuitiva.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793801" y="1385300"/>
            <a:ext cx="1304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Seguridad Proactiva en Sistemas Operativos</a:t>
            </a:r>
            <a:endParaRPr b="0" i="0" sz="445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7299960" y="2547699"/>
            <a:ext cx="30480" cy="4296608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296739" y="3042761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060049" y="280285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7246858" y="2887861"/>
            <a:ext cx="13656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1561180" y="2774525"/>
            <a:ext cx="4506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Detección de Amenazas</a:t>
            </a:r>
            <a:endParaRPr b="0" i="0" sz="220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793790" y="3264932"/>
            <a:ext cx="527387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Modelos de aprendizaje automático analizan el comportamiento del usuario y del sistema para identificar patrones sospechosos en tiempo real.</a:t>
            </a:r>
            <a:endParaRPr b="0" i="0" sz="175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7539871" y="4176832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060049" y="393692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213163" y="4021931"/>
            <a:ext cx="2040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8562721" y="3908575"/>
            <a:ext cx="4340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Respuesta Automatizada</a:t>
            </a:r>
            <a:endParaRPr b="0" i="0" sz="22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8562737" y="4399002"/>
            <a:ext cx="527387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Cuando se detecta una amenaza, el sistema operativo puede responder de forma autónoma, aplicando medidas de contención y mitigación.</a:t>
            </a:r>
            <a:endParaRPr b="0" i="0" sz="17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6296739" y="5306616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060049" y="506670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210425" y="5151715"/>
            <a:ext cx="209431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1492030" y="5038375"/>
            <a:ext cx="4575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Protección de Privacidad</a:t>
            </a:r>
            <a:endParaRPr b="0" i="0" sz="22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793790" y="5528786"/>
            <a:ext cx="527387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Técnicas de anonimización y cifrado protegen la información confidencial del usuario, preservando su privacidad.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793790" y="3352086"/>
            <a:ext cx="63054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Sistemas Operativos IoT</a:t>
            </a:r>
            <a:endParaRPr b="0" i="0" sz="445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793803" y="1783800"/>
            <a:ext cx="12627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Requisitos de Sistemas Operativos IoT</a:t>
            </a:r>
            <a:endParaRPr b="0" i="0" sz="445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793790" y="2946202"/>
            <a:ext cx="4196358" cy="3499604"/>
          </a:xfrm>
          <a:prstGeom prst="roundRect">
            <a:avLst>
              <a:gd fmla="val 272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028224" y="31806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Recursos Limitados</a:t>
            </a:r>
            <a:endParaRPr b="0" i="0" sz="2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1028224" y="3671054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sistemas operativos IoT deben ser eficientes en el uso de memoria y procesamiento, ya que los dispositivos IoT a menudo tienen capacidades de hardware modestas.</a:t>
            </a:r>
            <a:endParaRPr b="0" i="0" sz="1750" u="none" cap="none" strike="noStrike"/>
          </a:p>
        </p:txBody>
      </p:sp>
      <p:sp>
        <p:nvSpPr>
          <p:cNvPr id="147" name="Google Shape;147;p6"/>
          <p:cNvSpPr/>
          <p:nvPr/>
        </p:nvSpPr>
        <p:spPr>
          <a:xfrm>
            <a:off x="5216962" y="2946202"/>
            <a:ext cx="4196358" cy="3499604"/>
          </a:xfrm>
          <a:prstGeom prst="roundRect">
            <a:avLst>
              <a:gd fmla="val 272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451400" y="3180625"/>
            <a:ext cx="3727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Conectividad Limitada</a:t>
            </a:r>
            <a:endParaRPr b="0" i="0" sz="22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5451396" y="3671054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Estos sistemas necesitan adaptarse a redes de baja potencia y ancho de banda restringido, proporcionando funcionalidad incluso con una conectividad intermitente.</a:t>
            </a:r>
            <a:endParaRPr b="0" i="0" sz="17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9640125" y="2946200"/>
            <a:ext cx="4196400" cy="3795600"/>
          </a:xfrm>
          <a:prstGeom prst="roundRect">
            <a:avLst>
              <a:gd fmla="val 272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874576" y="3180625"/>
            <a:ext cx="3385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Seguridad Reforzada</a:t>
            </a:r>
            <a:endParaRPr b="0" i="0" sz="22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9874568" y="3671054"/>
            <a:ext cx="3727490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seguridad es primordial, ya que los dispositivos IoT son a menudo vulnerables. Es necesario implementar medidas de protección avanzadas para salvaguardar la información y el control del dispositivo.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793801" y="1154900"/>
            <a:ext cx="11002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Sistemas Operativos Populares para IoT</a:t>
            </a:r>
            <a:endParaRPr b="0" i="0" sz="44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93790" y="2317313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Dentro del ecosistema de IoT (Internet of Things), existen diversos sistemas operativos especializados que ayudan a impulsar el desarrollo de dispositivos inteligentes. Entre los más populares se encuentran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FreeRTOS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Zephyr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Contiki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cada uno con características y casos de uso únicos.</a:t>
            </a:r>
            <a:endParaRPr b="0" i="0" sz="175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793790" y="3661172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FreeRTOS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 un sistema operativo de tiempo real de código abierto y ligero, ideal para dispositivos con recursos limitados. Se enfoca en la eficiencia energética y la respuesta en tiempo real, siendo una opción popular para aplicaciones industriales y de automatización.</a:t>
            </a:r>
            <a:endParaRPr b="0" i="0" sz="17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793790" y="500503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Zephyr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 otra alternativa de código abierto que ofrece una mayor modularidad y escalabilidad, permitiendo a los desarrolladores personalizar el sistema operativo según las necesidades de su proyecto IoT. Es ampliamente utilizado en dispositivos de bajo consumo como sensores y wearables.</a:t>
            </a:r>
            <a:endParaRPr b="0" i="0" sz="175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793790" y="634888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Contiki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se distingue por su enfoque en la conectividad y la interoperabilidad, siendo especialmente adecuado para redes de sensores inalámbricos y aplicaciones IoT que requieren una comunicación eficiente entre dispositivos.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723550" y="1054650"/>
            <a:ext cx="13481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Desafíos y tendencias en los sistemas operativos IoT</a:t>
            </a:r>
            <a:endParaRPr b="0" i="0" sz="40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723543" y="4805958"/>
            <a:ext cx="13183314" cy="22860"/>
          </a:xfrm>
          <a:prstGeom prst="roundRect">
            <a:avLst>
              <a:gd fmla="val 37981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956209" y="4082415"/>
            <a:ext cx="22860" cy="723543"/>
          </a:xfrm>
          <a:prstGeom prst="roundRect">
            <a:avLst>
              <a:gd fmla="val 37981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735110" y="4573429"/>
            <a:ext cx="465058" cy="465058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905369" y="4650938"/>
            <a:ext cx="124420" cy="31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4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930235" y="2114074"/>
            <a:ext cx="6074926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Actualizaciones de software en dispositivos remotos</a:t>
            </a:r>
            <a:endParaRPr b="0" i="0" sz="20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930235" y="2883813"/>
            <a:ext cx="6074926" cy="9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Mantener la seguridad y funcionalidad de los dispositivos IoT a través de actualizaciones remotas, incluso en ubicaciones lejanas o de difícil acceso.</a:t>
            </a:r>
            <a:endParaRPr b="0" i="0" sz="1600" u="none" cap="none" strike="noStrike"/>
          </a:p>
        </p:txBody>
      </p:sp>
      <p:sp>
        <p:nvSpPr>
          <p:cNvPr id="175" name="Google Shape;175;p8"/>
          <p:cNvSpPr/>
          <p:nvPr/>
        </p:nvSpPr>
        <p:spPr>
          <a:xfrm>
            <a:off x="7303651" y="4805958"/>
            <a:ext cx="22860" cy="723543"/>
          </a:xfrm>
          <a:prstGeom prst="roundRect">
            <a:avLst>
              <a:gd fmla="val 37981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082552" y="4573429"/>
            <a:ext cx="465058" cy="465058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221974" y="4650938"/>
            <a:ext cx="186095" cy="31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4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4588424" y="5736200"/>
            <a:ext cx="6169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Interoperabilidad entre diferentes plataformas</a:t>
            </a:r>
            <a:endParaRPr b="0" i="0" sz="20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4277678" y="6183035"/>
            <a:ext cx="6074926" cy="9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Facilitar la comunicación y el intercambio de datos entre sistemas operativos IoT diversos, permitiendo una integración fluida de los dispositivos.</a:t>
            </a:r>
            <a:endParaRPr b="0" i="0" sz="160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0651212" y="4082415"/>
            <a:ext cx="22860" cy="723543"/>
          </a:xfrm>
          <a:prstGeom prst="roundRect">
            <a:avLst>
              <a:gd fmla="val 379818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0430113" y="4573429"/>
            <a:ext cx="465058" cy="465058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0567154" y="4650938"/>
            <a:ext cx="190857" cy="31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400" u="none" cap="none" strike="noStrike"/>
          </a:p>
        </p:txBody>
      </p:sp>
      <p:sp>
        <p:nvSpPr>
          <p:cNvPr id="183" name="Google Shape;183;p8"/>
          <p:cNvSpPr/>
          <p:nvPr/>
        </p:nvSpPr>
        <p:spPr>
          <a:xfrm>
            <a:off x="8272225" y="2436975"/>
            <a:ext cx="5264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Integración con tecnologías emergentes</a:t>
            </a:r>
            <a:endParaRPr b="0" i="0" sz="20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7625239" y="2883813"/>
            <a:ext cx="6074926" cy="9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Adaptar los sistemas operativos IoT para aprovechar al máximo las capacidades de tecnologías emergentes como 5G y edge computing.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Blockchain y Sistemas Operativos Descentralizados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793802" y="2008225"/>
            <a:ext cx="10345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Conceptos básicos de blockchain</a:t>
            </a:r>
            <a:endParaRPr b="0" i="0" sz="4450" u="none" cap="none" strike="noStrike"/>
          </a:p>
        </p:txBody>
      </p:sp>
      <p:sp>
        <p:nvSpPr>
          <p:cNvPr id="197" name="Google Shape;197;p10"/>
          <p:cNvSpPr/>
          <p:nvPr/>
        </p:nvSpPr>
        <p:spPr>
          <a:xfrm>
            <a:off x="793790" y="317063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blockchain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 una tecnología disruptiva que se basa en una estructura de datos descentralizada y segura. Cada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bloque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contiene información transaccional, la cual se encadena de manera cronológica, formando una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cadena de bloques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inalterable.</a:t>
            </a:r>
            <a:endParaRPr b="0" i="0" sz="1750" u="none" cap="none" strike="noStrike"/>
          </a:p>
        </p:txBody>
      </p:sp>
      <p:sp>
        <p:nvSpPr>
          <p:cNvPr id="198" name="Google Shape;198;p10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consenso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los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mecanismos de validación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son cruciales para mantener la integridad de la blockchain. Diferentes algoritmos, como Proof-of-Work o Proof-of-Stake, permiten que los nodos de la red validen y registren las transacciones de manera distribuida y confiable.</a:t>
            </a:r>
            <a:endParaRPr b="0" i="0" sz="1750" u="none" cap="none" strike="noStrike"/>
          </a:p>
        </p:txBody>
      </p:sp>
      <p:sp>
        <p:nvSpPr>
          <p:cNvPr id="199" name="Google Shape;199;p10"/>
          <p:cNvSpPr/>
          <p:nvPr/>
        </p:nvSpPr>
        <p:spPr>
          <a:xfrm>
            <a:off x="793790" y="549544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Más allá de las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criptomonedas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la blockchain tiene un gran potencial de aplicación en diversos sectores, como la trazabilidad de productos, los contratos inteligentes, los registros de propiedad y la gestión de identidad digital.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737235" y="916305"/>
            <a:ext cx="13155930" cy="131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Inter"/>
              <a:buNone/>
            </a:pPr>
            <a:r>
              <a:rPr b="1" i="0" lang="en-US" sz="4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Sistemas Operativos Descentralizados Basados en Blockchain</a:t>
            </a:r>
            <a:endParaRPr b="0" i="0" sz="4100" u="none" cap="none" strike="noStrike"/>
          </a:p>
        </p:txBody>
      </p:sp>
      <p:sp>
        <p:nvSpPr>
          <p:cNvPr id="206" name="Google Shape;206;p11"/>
          <p:cNvSpPr/>
          <p:nvPr/>
        </p:nvSpPr>
        <p:spPr>
          <a:xfrm>
            <a:off x="7303770" y="2653903"/>
            <a:ext cx="22860" cy="4659392"/>
          </a:xfrm>
          <a:prstGeom prst="roundRect">
            <a:avLst>
              <a:gd fmla="val 387002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363891" y="3116342"/>
            <a:ext cx="737235" cy="22860"/>
          </a:xfrm>
          <a:prstGeom prst="roundRect">
            <a:avLst>
              <a:gd fmla="val 387002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7078266" y="2890838"/>
            <a:ext cx="473869" cy="473869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7251740" y="2969776"/>
            <a:ext cx="12680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450" u="none" cap="none" strike="noStrike"/>
          </a:p>
        </p:txBody>
      </p:sp>
      <p:sp>
        <p:nvSpPr>
          <p:cNvPr id="210" name="Google Shape;210;p11"/>
          <p:cNvSpPr/>
          <p:nvPr/>
        </p:nvSpPr>
        <p:spPr>
          <a:xfrm>
            <a:off x="2264276" y="2864525"/>
            <a:ext cx="3892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Seguridad y Transparencia</a:t>
            </a:r>
            <a:endParaRPr b="0" i="0" sz="2050" u="none" cap="none" strike="noStrike"/>
          </a:p>
        </p:txBody>
      </p:sp>
      <p:sp>
        <p:nvSpPr>
          <p:cNvPr id="211" name="Google Shape;211;p11"/>
          <p:cNvSpPr/>
          <p:nvPr/>
        </p:nvSpPr>
        <p:spPr>
          <a:xfrm>
            <a:off x="737235" y="3319820"/>
            <a:ext cx="5419487" cy="1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 estar respaldados por la tecnología blockchain, estos sistemas operativos ofrecen un alto nivel de seguridad y transparencia, ya que los datos se registran de manera inmutable en la cadena de bloques.</a:t>
            </a:r>
            <a:endParaRPr b="0" i="0" sz="1650" u="none" cap="none" strike="noStrike"/>
          </a:p>
        </p:txBody>
      </p:sp>
      <p:sp>
        <p:nvSpPr>
          <p:cNvPr id="212" name="Google Shape;212;p11"/>
          <p:cNvSpPr/>
          <p:nvPr/>
        </p:nvSpPr>
        <p:spPr>
          <a:xfrm>
            <a:off x="7529274" y="4169450"/>
            <a:ext cx="737235" cy="22860"/>
          </a:xfrm>
          <a:prstGeom prst="roundRect">
            <a:avLst>
              <a:gd fmla="val 387002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7078266" y="3943945"/>
            <a:ext cx="473869" cy="473869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220426" y="4022884"/>
            <a:ext cx="189548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450" u="none" cap="none" strike="noStrike"/>
          </a:p>
        </p:txBody>
      </p:sp>
      <p:sp>
        <p:nvSpPr>
          <p:cNvPr id="215" name="Google Shape;215;p11"/>
          <p:cNvSpPr/>
          <p:nvPr/>
        </p:nvSpPr>
        <p:spPr>
          <a:xfrm>
            <a:off x="8473678" y="3917633"/>
            <a:ext cx="2632948" cy="32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Descentralización</a:t>
            </a:r>
            <a:endParaRPr b="0" i="0" sz="2050" u="none" cap="none" strike="noStrike"/>
          </a:p>
        </p:txBody>
      </p:sp>
      <p:sp>
        <p:nvSpPr>
          <p:cNvPr id="216" name="Google Shape;216;p11"/>
          <p:cNvSpPr/>
          <p:nvPr/>
        </p:nvSpPr>
        <p:spPr>
          <a:xfrm>
            <a:off x="8473678" y="4372928"/>
            <a:ext cx="5419487" cy="1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diferencia de los sistemas operativos tradicionales, los sistemas descentralizados eliminan la necesidad de una autoridad central, lo que fomenta la autonomía, la resiliencia y la equidad.</a:t>
            </a:r>
            <a:endParaRPr b="0" i="0" sz="1650" u="none" cap="none" strike="noStrike"/>
          </a:p>
        </p:txBody>
      </p:sp>
      <p:sp>
        <p:nvSpPr>
          <p:cNvPr id="217" name="Google Shape;217;p11"/>
          <p:cNvSpPr/>
          <p:nvPr/>
        </p:nvSpPr>
        <p:spPr>
          <a:xfrm>
            <a:off x="6363891" y="5551289"/>
            <a:ext cx="737235" cy="22860"/>
          </a:xfrm>
          <a:prstGeom prst="roundRect">
            <a:avLst>
              <a:gd fmla="val 387002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078266" y="5325785"/>
            <a:ext cx="473869" cy="473869"/>
          </a:xfrm>
          <a:prstGeom prst="roundRect">
            <a:avLst>
              <a:gd fmla="val 18669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7217926" y="5404723"/>
            <a:ext cx="194429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450" u="none" cap="none" strike="noStrike"/>
          </a:p>
        </p:txBody>
      </p:sp>
      <p:sp>
        <p:nvSpPr>
          <p:cNvPr id="220" name="Google Shape;220;p11"/>
          <p:cNvSpPr/>
          <p:nvPr/>
        </p:nvSpPr>
        <p:spPr>
          <a:xfrm>
            <a:off x="2056802" y="5299475"/>
            <a:ext cx="409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Ejemplos Destacados</a:t>
            </a:r>
            <a:endParaRPr b="0" i="0" sz="2050" u="none" cap="none" strike="noStrike"/>
          </a:p>
        </p:txBody>
      </p:sp>
      <p:sp>
        <p:nvSpPr>
          <p:cNvPr id="221" name="Google Shape;221;p11"/>
          <p:cNvSpPr/>
          <p:nvPr/>
        </p:nvSpPr>
        <p:spPr>
          <a:xfrm>
            <a:off x="737235" y="5754767"/>
            <a:ext cx="5419487" cy="1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Sistemas como EOS y Tezos han sido pioneros en el desarrollo de sistemas operativos descentralizados, demostrando el potencial de esta tecnología para transformar el panorama de los sistemas operativos.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409100" y="321475"/>
            <a:ext cx="10926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Desafíos y Limitaciones de los Sistemas Operativos Descentralizados</a:t>
            </a:r>
            <a:endParaRPr b="0" i="0" sz="2300" u="none" cap="none" strike="noStrike"/>
          </a:p>
        </p:txBody>
      </p:sp>
      <p:sp>
        <p:nvSpPr>
          <p:cNvPr id="228" name="Google Shape;228;p12"/>
          <p:cNvSpPr/>
          <p:nvPr/>
        </p:nvSpPr>
        <p:spPr>
          <a:xfrm>
            <a:off x="409100" y="978825"/>
            <a:ext cx="3584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Escalabilidad y Rendimiento</a:t>
            </a:r>
            <a:endParaRPr b="0" i="0" sz="1650" u="none" cap="none" strike="noStrike"/>
          </a:p>
        </p:txBody>
      </p:sp>
      <p:sp>
        <p:nvSpPr>
          <p:cNvPr id="229" name="Google Shape;229;p12"/>
          <p:cNvSpPr/>
          <p:nvPr/>
        </p:nvSpPr>
        <p:spPr>
          <a:xfrm>
            <a:off x="409099" y="1278136"/>
            <a:ext cx="6763583" cy="37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Mantener un alto rendimiento y capacidad de procesamiento a medida que la red crece y el volumen de datos aumenta es un reto clave para los sistemas operativos descentralizados basados en blockchain.</a:t>
            </a:r>
            <a:endParaRPr b="0" i="0" sz="1500" u="none" cap="none" strike="noStrike"/>
          </a:p>
        </p:txBody>
      </p:sp>
      <p:sp>
        <p:nvSpPr>
          <p:cNvPr id="230" name="Google Shape;230;p12"/>
          <p:cNvSpPr/>
          <p:nvPr/>
        </p:nvSpPr>
        <p:spPr>
          <a:xfrm>
            <a:off x="409100" y="2668050"/>
            <a:ext cx="34227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Gobernanza y Gestión de la Red</a:t>
            </a:r>
            <a:endParaRPr b="0" i="0" sz="1650" u="none" cap="none" strike="noStrike"/>
          </a:p>
        </p:txBody>
      </p:sp>
      <p:sp>
        <p:nvSpPr>
          <p:cNvPr id="231" name="Google Shape;231;p12"/>
          <p:cNvSpPr/>
          <p:nvPr/>
        </p:nvSpPr>
        <p:spPr>
          <a:xfrm>
            <a:off x="409099" y="3025004"/>
            <a:ext cx="67635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descentralización plantea desafíos en cuanto a la toma de decisiones, el mantenimiento y la evolución de estos sistemas sin una autoridad central.</a:t>
            </a:r>
            <a:endParaRPr b="0" i="0" sz="1500" u="none" cap="none" strike="noStrike"/>
          </a:p>
        </p:txBody>
      </p:sp>
      <p:pic>
        <p:nvPicPr>
          <p:cNvPr descr="preencoded.png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5338" y="993458"/>
            <a:ext cx="6763583" cy="46276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409100" y="5920075"/>
            <a:ext cx="53244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Adopción Masiva y Desarrollo de Aplicaciones</a:t>
            </a:r>
            <a:endParaRPr b="0" i="0" sz="1650" u="none" cap="none" strike="noStrike"/>
          </a:p>
        </p:txBody>
      </p:sp>
      <p:sp>
        <p:nvSpPr>
          <p:cNvPr id="234" name="Google Shape;234;p12"/>
          <p:cNvSpPr/>
          <p:nvPr/>
        </p:nvSpPr>
        <p:spPr>
          <a:xfrm>
            <a:off x="409099" y="6300073"/>
            <a:ext cx="6763583" cy="37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Lograr la adopción generalizada de estos sistemas operativos y fomentar un ecosistema vibrante de aplicaciones y servicios es crucial para su éxito a largo plazo.</a:t>
            </a:r>
            <a:endParaRPr b="0" i="0" sz="1600" u="none" cap="none" strike="noStrike"/>
          </a:p>
        </p:txBody>
      </p:sp>
      <p:pic>
        <p:nvPicPr>
          <p:cNvPr descr="preencoded.png" id="235" name="Google Shape;2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1519" y="4666849"/>
            <a:ext cx="4831228" cy="33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Seguridad Avanzada: Sistemas Operativos Unikernel y Microkernels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793790" y="1599962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Seguridad Avanzada: Sistemas Operativos Unikernel y Microkernels</a:t>
            </a:r>
            <a:endParaRPr b="0" i="0" sz="4450" u="none" cap="none" strike="noStrike"/>
          </a:p>
        </p:txBody>
      </p:sp>
      <p:sp>
        <p:nvSpPr>
          <p:cNvPr id="248" name="Google Shape;248;p14"/>
          <p:cNvSpPr/>
          <p:nvPr/>
        </p:nvSpPr>
        <p:spPr>
          <a:xfrm>
            <a:off x="793790" y="3471148"/>
            <a:ext cx="130428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sistemas operativos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unikernel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microkernel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representan enfoques de diseño avanzado que priorizan la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la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eficiencia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por encima de la flexibilidad y la complejidad de los sistemas operativos tradicionales. Estos enfoques se caracterizan por su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arquitectura simplificada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 su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superficie de exposición reducida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lo que los hace más resistentes a ataques y vulnerabilidades.</a:t>
            </a:r>
            <a:endParaRPr b="0" i="0" sz="1750" u="none" cap="none" strike="noStrike"/>
          </a:p>
        </p:txBody>
      </p:sp>
      <p:sp>
        <p:nvSpPr>
          <p:cNvPr id="249" name="Google Shape;249;p14"/>
          <p:cNvSpPr/>
          <p:nvPr/>
        </p:nvSpPr>
        <p:spPr>
          <a:xfrm>
            <a:off x="793790" y="5177909"/>
            <a:ext cx="130428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unikernels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son sistemas operativos construidos alrededor de una única aplicación, lo que les permite eliminar funcionalidades y componentes innecesarios, reduciendo drásticamente los vectores de ataque. Por otro lado, los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microkernels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reducen el código del núcleo del sistema operativo al mínimo, delegando funcionalidades no esenciales a módulos externos, lo que también mejora la seguridad y el rendimiento.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/>
          <p:nvPr/>
        </p:nvSpPr>
        <p:spPr>
          <a:xfrm>
            <a:off x="758666" y="873323"/>
            <a:ext cx="13113068" cy="1354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Inter"/>
              <a:buNone/>
            </a:pPr>
            <a:r>
              <a:rPr b="1" i="0" lang="en-US" sz="4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Seguridad Avanzada: Sistemas Operativos Unikernel y Microkernels</a:t>
            </a:r>
            <a:endParaRPr b="0" i="0" sz="4250" u="none" cap="none" strike="noStrike"/>
          </a:p>
        </p:txBody>
      </p:sp>
      <p:pic>
        <p:nvPicPr>
          <p:cNvPr descr="preencoded.png" id="256" name="Google Shape;2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666" y="2661761"/>
            <a:ext cx="4154210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5"/>
          <p:cNvSpPr/>
          <p:nvPr/>
        </p:nvSpPr>
        <p:spPr>
          <a:xfrm>
            <a:off x="758666" y="5500211"/>
            <a:ext cx="4095274" cy="3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Sistemas Operativos Monolíticos</a:t>
            </a:r>
            <a:endParaRPr b="0" i="0" sz="2100" u="none" cap="none" strike="noStrike"/>
          </a:p>
        </p:txBody>
      </p:sp>
      <p:sp>
        <p:nvSpPr>
          <p:cNvPr id="258" name="Google Shape;258;p15"/>
          <p:cNvSpPr/>
          <p:nvPr/>
        </p:nvSpPr>
        <p:spPr>
          <a:xfrm>
            <a:off x="758666" y="5968960"/>
            <a:ext cx="4154210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sistemas operativos monolíticos tradicionales presentan una arquitectura compleja con un gran código base y múltiples puntos de exposición a ataques.</a:t>
            </a:r>
            <a:endParaRPr b="0" i="0" sz="1700" u="none" cap="none" strike="noStrike"/>
          </a:p>
        </p:txBody>
      </p:sp>
      <p:pic>
        <p:nvPicPr>
          <p:cNvPr descr="preencoded.png" id="259" name="Google Shape;2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036" y="2661761"/>
            <a:ext cx="4154210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5"/>
          <p:cNvSpPr/>
          <p:nvPr/>
        </p:nvSpPr>
        <p:spPr>
          <a:xfrm>
            <a:off x="5238036" y="5500211"/>
            <a:ext cx="3830122" cy="3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Sistemas Operativos Unikernel</a:t>
            </a:r>
            <a:endParaRPr b="0" i="0" sz="2100" u="none" cap="none" strike="noStrike"/>
          </a:p>
        </p:txBody>
      </p:sp>
      <p:sp>
        <p:nvSpPr>
          <p:cNvPr id="261" name="Google Shape;261;p15"/>
          <p:cNvSpPr/>
          <p:nvPr/>
        </p:nvSpPr>
        <p:spPr>
          <a:xfrm>
            <a:off x="5238036" y="5968960"/>
            <a:ext cx="4154210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unikernels se enfocan en la seguridad a través de una arquitectura simplificada con un mínimo código base y una superficie de ataque reducida.</a:t>
            </a:r>
            <a:endParaRPr b="0" i="0" sz="1700" u="none" cap="none" strike="noStrike"/>
          </a:p>
        </p:txBody>
      </p:sp>
      <p:pic>
        <p:nvPicPr>
          <p:cNvPr descr="preencoded.png" id="262" name="Google Shape;26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2661761"/>
            <a:ext cx="4154329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5"/>
          <p:cNvSpPr/>
          <p:nvPr/>
        </p:nvSpPr>
        <p:spPr>
          <a:xfrm>
            <a:off x="9717405" y="5500211"/>
            <a:ext cx="4128373" cy="3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Sistemas Operativos Microkernel</a:t>
            </a:r>
            <a:endParaRPr b="0" i="0" sz="2100" u="none" cap="none" strike="noStrike"/>
          </a:p>
        </p:txBody>
      </p:sp>
      <p:sp>
        <p:nvSpPr>
          <p:cNvPr id="264" name="Google Shape;264;p15"/>
          <p:cNvSpPr/>
          <p:nvPr/>
        </p:nvSpPr>
        <p:spPr>
          <a:xfrm>
            <a:off x="9717405" y="5968960"/>
            <a:ext cx="4154329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microkernels reducen el código del núcleo al mínimo esencial, mejorando la seguridad y el rendimiento mediante un diseño modular.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/>
          <p:nvPr/>
        </p:nvSpPr>
        <p:spPr>
          <a:xfrm>
            <a:off x="793803" y="1821175"/>
            <a:ext cx="9227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Casos de uso y aplicaciones</a:t>
            </a:r>
            <a:endParaRPr b="0" i="0" sz="4450" u="none" cap="none" strike="noStrike"/>
          </a:p>
        </p:txBody>
      </p:sp>
      <p:sp>
        <p:nvSpPr>
          <p:cNvPr id="271" name="Google Shape;271;p16"/>
          <p:cNvSpPr/>
          <p:nvPr/>
        </p:nvSpPr>
        <p:spPr>
          <a:xfrm>
            <a:off x="793790" y="2983587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Servidores de aplicaciones altamente seguros: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Sistemas operativos unikernel y microkernel ofrecen una superficie de ataque reducida y una arquitectura simplificada, lo que los convierte en una opción ideal para servidores de aplicaciones críticas que requieren niveles de seguridad elevados.</a:t>
            </a:r>
            <a:endParaRPr b="0" i="0" sz="1750" u="none" cap="none" strike="noStrike"/>
          </a:p>
        </p:txBody>
      </p:sp>
      <p:sp>
        <p:nvSpPr>
          <p:cNvPr id="272" name="Google Shape;272;p16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Plataformas de IoT con requisitos de seguridad estrictos: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Estos enfoques de diseño avanzado son especialmente adecuados para dispositivos IoT que manejan datos sensibles y están expuestos a amenazas, brindando una sólida protección contra ataques.</a:t>
            </a:r>
            <a:endParaRPr b="0" i="0" sz="1750" u="none" cap="none" strike="noStrike"/>
          </a:p>
        </p:txBody>
      </p:sp>
      <p:sp>
        <p:nvSpPr>
          <p:cNvPr id="273" name="Google Shape;273;p16"/>
          <p:cNvSpPr/>
          <p:nvPr/>
        </p:nvSpPr>
        <p:spPr>
          <a:xfrm>
            <a:off x="793790" y="5319593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Entornos de ejecución confiables para aplicaciones críticas: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 naturaleza segura y eficiente de los sistemas operativos unikernel y microkernel los convierte en una elección excepcional para ejecutar aplicaciones de misión crítica en entornos de confianza.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Muchas gracias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2024-11-05T00:03:16Z</dcterms:created>
  <dc:creator>PptxGenJS</dc:creator>
</cp:coreProperties>
</file>