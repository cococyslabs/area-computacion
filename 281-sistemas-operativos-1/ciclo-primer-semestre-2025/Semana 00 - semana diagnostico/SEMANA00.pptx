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T Sans Narrow"/>
      <p:regular r:id="rId14"/>
      <p:bold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TSansNarrow-bold.fntdata"/><Relationship Id="rId14" Type="http://schemas.openxmlformats.org/officeDocument/2006/relationships/font" Target="fonts/PTSansNarrow-regular.fntdata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3111a471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3111a471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3111a471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3111a471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3111a4710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3111a4710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3111a4710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3111a471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3111a4710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3111a4710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3111a4710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3111a4710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3111a4710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3111a4710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3014174660101@ingenieria.usac.edu.gt" TargetMode="External"/><Relationship Id="rId4" Type="http://schemas.openxmlformats.org/officeDocument/2006/relationships/hyperlink" Target="https://uedi.ingenieria.usac.edu.gt/campus/course/view.php?id=2502" TargetMode="External"/><Relationship Id="rId5" Type="http://schemas.openxmlformats.org/officeDocument/2006/relationships/hyperlink" Target="https://uedi.ingenieria.usac.edu.gt/campus/course/view.php?id=2502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5" y="0"/>
            <a:ext cx="912025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/>
          <p:nvPr/>
        </p:nvSpPr>
        <p:spPr>
          <a:xfrm>
            <a:off x="4272925" y="990900"/>
            <a:ext cx="47757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Universidad de San Carlos de Guatemala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Facultad de Ingeniería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Ingeniería en Ciencias y Sistemas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LABORATORIO SISTEMAS OPERATIVOS 1 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Presentacion y Prueba de Diagnostico 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SEMANA 00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EMPEZAMOS A LAS 17:30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336625" y="336625"/>
            <a:ext cx="8385300" cy="8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040"/>
              <a:t>Edgar Alvarez</a:t>
            </a:r>
            <a:endParaRPr sz="40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0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040"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36625" y="1211350"/>
            <a:ext cx="86442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/>
              <a:t>Info contacto para dudas, solicitudes o problemas del lab: </a:t>
            </a:r>
            <a:endParaRPr b="1" sz="2500"/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500"/>
              <a:t>CORREO:   </a:t>
            </a:r>
            <a:r>
              <a:rPr b="1" lang="es" sz="2500" u="sng">
                <a:solidFill>
                  <a:schemeClr val="hlink"/>
                </a:solidFill>
                <a:hlinkClick r:id="rId3"/>
              </a:rPr>
              <a:t>3014174660101@ingenieria.usac.edu.gt</a:t>
            </a:r>
            <a:endParaRPr b="1" sz="2500"/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500"/>
              <a:t>ASUNTO:   [LAB-SO1] &lt;asunto&gt;</a:t>
            </a:r>
            <a:endParaRPr b="1" sz="2500"/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rgbClr val="9900FF"/>
                </a:solidFill>
              </a:rPr>
              <a:t>**adjuntar nombre y </a:t>
            </a:r>
            <a:r>
              <a:rPr b="1" lang="es" sz="2500">
                <a:solidFill>
                  <a:srgbClr val="9900FF"/>
                </a:solidFill>
              </a:rPr>
              <a:t>número</a:t>
            </a:r>
            <a:r>
              <a:rPr b="1" lang="es" sz="2500">
                <a:solidFill>
                  <a:srgbClr val="9900FF"/>
                </a:solidFill>
              </a:rPr>
              <a:t> de carnet </a:t>
            </a:r>
            <a:r>
              <a:rPr b="1" lang="es" sz="2500">
                <a:solidFill>
                  <a:srgbClr val="9900FF"/>
                </a:solidFill>
              </a:rPr>
              <a:t>por favor</a:t>
            </a:r>
            <a:r>
              <a:rPr b="1" lang="es" sz="2500">
                <a:solidFill>
                  <a:srgbClr val="9900FF"/>
                </a:solidFill>
              </a:rPr>
              <a:t>**</a:t>
            </a:r>
            <a:endParaRPr b="1" sz="25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2500"/>
              <a:t>UEDI: </a:t>
            </a:r>
            <a:r>
              <a:rPr b="1" lang="es" sz="2500" u="sng">
                <a:solidFill>
                  <a:schemeClr val="hlink"/>
                </a:solidFill>
                <a:hlinkClick r:id="rId4"/>
              </a:rPr>
              <a:t>https://uedi.ingenieria.usac.edu.gt/campus/course/view.php?id=2</a:t>
            </a:r>
            <a:r>
              <a:rPr b="1" lang="es" sz="2500" u="sng">
                <a:solidFill>
                  <a:schemeClr val="hlink"/>
                </a:solidFill>
                <a:hlinkClick r:id="rId5"/>
              </a:rPr>
              <a:t>502</a:t>
            </a:r>
            <a:endParaRPr b="1"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25" y="500925"/>
            <a:ext cx="83190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TEMAS QUE SE </a:t>
            </a:r>
            <a:r>
              <a:rPr lang="es"/>
              <a:t>DARÁN</a:t>
            </a:r>
            <a:r>
              <a:rPr lang="es"/>
              <a:t> ESTE SEMESTRE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38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</a:pPr>
            <a:r>
              <a:rPr b="1" lang="es" sz="3200"/>
              <a:t>GO/RUST</a:t>
            </a:r>
            <a:endParaRPr b="1" sz="3200"/>
          </a:p>
          <a:p>
            <a:pPr indent="-431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1" lang="es" sz="3200"/>
              <a:t>DOCKER</a:t>
            </a:r>
            <a:endParaRPr b="1" sz="3200"/>
          </a:p>
          <a:p>
            <a:pPr indent="-438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</a:pPr>
            <a:r>
              <a:rPr b="1" lang="es" sz="3200"/>
              <a:t>BASH</a:t>
            </a:r>
            <a:endParaRPr b="1" sz="3200"/>
          </a:p>
          <a:p>
            <a:pPr indent="-438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</a:pPr>
            <a:r>
              <a:rPr b="1" lang="es" sz="3200"/>
              <a:t>MÓDULOS DE KERNEL</a:t>
            </a:r>
            <a:endParaRPr b="1" sz="3200"/>
          </a:p>
          <a:p>
            <a:pPr indent="-438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</a:pPr>
            <a:r>
              <a:rPr b="1" lang="es" sz="3200"/>
              <a:t>KUBERNETES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ACERCA DE USTEDES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s" sz="2500"/>
              <a:t>¿</a:t>
            </a:r>
            <a:r>
              <a:rPr b="1" lang="es" sz="2500"/>
              <a:t>QUÉ</a:t>
            </a:r>
            <a:r>
              <a:rPr b="1" lang="es" sz="2500"/>
              <a:t> EXPECTATIVAS TIENEN DEL CURSO?</a:t>
            </a:r>
            <a:endParaRPr b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s" sz="2500"/>
              <a:t>¿ALGUNA IDEA QUE TRAIGAN DEL CURSO?</a:t>
            </a:r>
            <a:endParaRPr b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s" sz="2500"/>
              <a:t>¿QUIENES TRABAJAN?</a:t>
            </a:r>
            <a:endParaRPr b="1"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 DEL LABORATORIO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*ver en uedi*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265500" y="411200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Prueba de Conocimientos Previos (QUIZZ)</a:t>
            </a:r>
            <a:endParaRPr/>
          </a:p>
        </p:txBody>
      </p:sp>
      <p:sp>
        <p:nvSpPr>
          <p:cNvPr id="99" name="Google Shape;99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accent5"/>
                </a:solidFill>
              </a:rPr>
              <a:t>https://wayground.com/join?gc=941408&amp;source=liveDashboard</a:t>
            </a:r>
            <a:endParaRPr b="1" sz="25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500">
              <a:solidFill>
                <a:schemeClr val="accent5"/>
              </a:solidFill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250" y="2087000"/>
            <a:ext cx="2751700" cy="27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265500" y="353000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Prueba de Conocimientos Actuales (QUIZZ)</a:t>
            </a:r>
            <a:endParaRPr/>
          </a:p>
        </p:txBody>
      </p:sp>
      <p:sp>
        <p:nvSpPr>
          <p:cNvPr id="106" name="Google Shape;106;p1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accent5"/>
                </a:solidFill>
              </a:rPr>
              <a:t>https://wayground.com/join?gc=607741&amp;source=liveDashboard</a:t>
            </a:r>
            <a:endParaRPr b="1" sz="25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500">
              <a:solidFill>
                <a:schemeClr val="accent5"/>
              </a:solidFill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150" y="2086950"/>
            <a:ext cx="2809900" cy="28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 POR SU ATENCION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