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Montserrat"/>
      <p:bold r:id="rId18"/>
      <p:boldItalic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FJ2usY4+R9kZTYtMjBNGDOInY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8C48B2-5A82-470C-9B07-7BBE21AC330D}">
  <a:tblStyle styleId="{4E8C48B2-5A82-470C-9B07-7BBE21AC330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{4E8C48B2-5A82-470C-9B07-7BBE21AC330D}</a:tableStyleId>
              </a:tblPr>
              <a:tblGrid>
                <a:gridCol w="3035400"/>
                <a:gridCol w="4343300"/>
              </a:tblGrid>
              <a:tr h="63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/>
                        <a:t>Viernes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2799"/>
                        <a:t>23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799"/>
                        <a:t>01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/2026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1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/>
                        <a:t>17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799"/>
                        <a:t>2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063200" y="4670875"/>
            <a:ext cx="13218300" cy="8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2 [A]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740250" y="5965300"/>
            <a:ext cx="70803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Javier Alejandro Avila Flores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5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8765979" y="7005747"/>
            <a:ext cx="1628968" cy="1628968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 txBox="1"/>
          <p:nvPr/>
        </p:nvSpPr>
        <p:spPr>
          <a:xfrm>
            <a:off x="3601920" y="4112472"/>
            <a:ext cx="11280600" cy="263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4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OPERATIVOS 2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 flipH="1">
            <a:off x="12212552" y="4217247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 flipH="1" rot="10800000">
            <a:off x="0" y="0"/>
            <a:ext cx="5439627" cy="5439627"/>
          </a:xfrm>
          <a:custGeom>
            <a:rect b="b" l="l" r="r" t="t"/>
            <a:pathLst>
              <a:path extrusionOk="0" h="5439627" w="5439627">
                <a:moveTo>
                  <a:pt x="0" y="5439627"/>
                </a:moveTo>
                <a:lnTo>
                  <a:pt x="5439627" y="5439627"/>
                </a:lnTo>
                <a:lnTo>
                  <a:pt x="5439627" y="0"/>
                </a:lnTo>
                <a:lnTo>
                  <a:pt x="0" y="0"/>
                </a:lnTo>
                <a:lnTo>
                  <a:pt x="0" y="543962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 txBox="1"/>
          <p:nvPr/>
        </p:nvSpPr>
        <p:spPr>
          <a:xfrm>
            <a:off x="1028700" y="8626189"/>
            <a:ext cx="69813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028700" y="9050988"/>
            <a:ext cx="35253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028700" y="9471025"/>
            <a:ext cx="6407944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-363179" y="-27925"/>
            <a:ext cx="19018250" cy="10344967"/>
          </a:xfrm>
          <a:custGeom>
            <a:rect b="b" l="l" r="r" t="t"/>
            <a:pathLst>
              <a:path extrusionOk="0" h="3454079" w="6350000">
                <a:moveTo>
                  <a:pt x="6209030" y="0"/>
                </a:moveTo>
                <a:lnTo>
                  <a:pt x="140970" y="0"/>
                </a:lnTo>
                <a:cubicBezTo>
                  <a:pt x="63500" y="0"/>
                  <a:pt x="0" y="64525"/>
                  <a:pt x="0" y="143536"/>
                </a:cubicBezTo>
                <a:lnTo>
                  <a:pt x="0" y="3310543"/>
                </a:lnTo>
                <a:cubicBezTo>
                  <a:pt x="0" y="3389554"/>
                  <a:pt x="63500" y="3454079"/>
                  <a:pt x="140970" y="3454079"/>
                </a:cubicBezTo>
                <a:lnTo>
                  <a:pt x="6209030" y="3454079"/>
                </a:lnTo>
                <a:cubicBezTo>
                  <a:pt x="6286500" y="3454079"/>
                  <a:pt x="6350000" y="3389554"/>
                  <a:pt x="6350000" y="3310543"/>
                </a:cubicBezTo>
                <a:lnTo>
                  <a:pt x="6350000" y="143536"/>
                </a:lnTo>
                <a:cubicBezTo>
                  <a:pt x="6350000" y="64525"/>
                  <a:pt x="6286500" y="0"/>
                  <a:pt x="620903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4" l="0" r="0" t="-1704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9975144" y="2474976"/>
            <a:ext cx="7764113" cy="618744"/>
          </a:xfrm>
          <a:custGeom>
            <a:rect b="b" l="l" r="r" t="t"/>
            <a:pathLst>
              <a:path extrusionOk="0" h="824992" w="10352151">
                <a:moveTo>
                  <a:pt x="9939655" y="0"/>
                </a:moveTo>
                <a:cubicBezTo>
                  <a:pt x="10167493" y="0"/>
                  <a:pt x="10352151" y="184658"/>
                  <a:pt x="10352151" y="412496"/>
                </a:cubicBezTo>
                <a:cubicBezTo>
                  <a:pt x="10352151" y="640334"/>
                  <a:pt x="10167493" y="824992"/>
                  <a:pt x="9939655" y="824992"/>
                </a:cubicBezTo>
                <a:lnTo>
                  <a:pt x="412496" y="824992"/>
                </a:lnTo>
                <a:cubicBezTo>
                  <a:pt x="184658" y="825119"/>
                  <a:pt x="0" y="640334"/>
                  <a:pt x="0" y="412496"/>
                </a:cubicBezTo>
                <a:cubicBezTo>
                  <a:pt x="0" y="184658"/>
                  <a:pt x="184658" y="0"/>
                  <a:pt x="412496" y="0"/>
                </a:cubicBezTo>
                <a:close/>
              </a:path>
            </a:pathLst>
          </a:custGeom>
          <a:solidFill>
            <a:srgbClr val="FC740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3"/>
          <p:cNvGrpSpPr/>
          <p:nvPr/>
        </p:nvGrpSpPr>
        <p:grpSpPr>
          <a:xfrm>
            <a:off x="10772200" y="2388907"/>
            <a:ext cx="6170049" cy="726667"/>
            <a:chOff x="0" y="-85725"/>
            <a:chExt cx="8226732" cy="968890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8226732" cy="883165"/>
            </a:xfrm>
            <a:custGeom>
              <a:rect b="b" l="l" r="r" t="t"/>
              <a:pathLst>
                <a:path extrusionOk="0" h="883165" w="8226732">
                  <a:moveTo>
                    <a:pt x="0" y="0"/>
                  </a:moveTo>
                  <a:lnTo>
                    <a:pt x="8226732" y="0"/>
                  </a:lnTo>
                  <a:lnTo>
                    <a:pt x="8226732" y="883165"/>
                  </a:lnTo>
                  <a:lnTo>
                    <a:pt x="0" y="8831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8" name="Google Shape;108;p3"/>
            <p:cNvSpPr txBox="1"/>
            <p:nvPr/>
          </p:nvSpPr>
          <p:spPr>
            <a:xfrm>
              <a:off x="0" y="-85725"/>
              <a:ext cx="8226732" cy="968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5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5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Anuncios Importantes</a:t>
              </a:r>
              <a:endParaRPr/>
            </a:p>
          </p:txBody>
        </p:sp>
      </p:grpSp>
      <p:sp>
        <p:nvSpPr>
          <p:cNvPr id="109" name="Google Shape;109;p3"/>
          <p:cNvSpPr/>
          <p:nvPr/>
        </p:nvSpPr>
        <p:spPr>
          <a:xfrm>
            <a:off x="3021500" y="3312989"/>
            <a:ext cx="2522525" cy="252252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533" l="-1373" r="-4513" t="-235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7419025" y="3556613"/>
            <a:ext cx="102291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Formulario de </a:t>
            </a:r>
            <a:r>
              <a:rPr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asignación</a:t>
            </a:r>
            <a:r>
              <a:rPr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al DTT</a:t>
            </a:r>
            <a:endParaRPr sz="4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Posibles horarios de calificación</a:t>
            </a:r>
            <a:br>
              <a:rPr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11" name="Google Shape;111;p3" title="formdt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14850" y="4348388"/>
            <a:ext cx="1592350" cy="15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 title="posibles horario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99750" y="7538600"/>
            <a:ext cx="1707450" cy="17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-363179" y="-27922"/>
            <a:ext cx="19014358" cy="10342850"/>
          </a:xfrm>
          <a:custGeom>
            <a:rect b="b" l="l" r="r" t="t"/>
            <a:pathLst>
              <a:path extrusionOk="0" h="3454079" w="6350000">
                <a:moveTo>
                  <a:pt x="6209030" y="0"/>
                </a:moveTo>
                <a:lnTo>
                  <a:pt x="140970" y="0"/>
                </a:lnTo>
                <a:cubicBezTo>
                  <a:pt x="63500" y="0"/>
                  <a:pt x="0" y="64525"/>
                  <a:pt x="0" y="143536"/>
                </a:cubicBezTo>
                <a:lnTo>
                  <a:pt x="0" y="3310543"/>
                </a:lnTo>
                <a:cubicBezTo>
                  <a:pt x="0" y="3389554"/>
                  <a:pt x="63500" y="3454079"/>
                  <a:pt x="140970" y="3454079"/>
                </a:cubicBezTo>
                <a:lnTo>
                  <a:pt x="6209030" y="3454079"/>
                </a:lnTo>
                <a:cubicBezTo>
                  <a:pt x="6286500" y="3454079"/>
                  <a:pt x="6350000" y="3389554"/>
                  <a:pt x="6350000" y="3310543"/>
                </a:cubicBezTo>
                <a:lnTo>
                  <a:pt x="6350000" y="143536"/>
                </a:lnTo>
                <a:cubicBezTo>
                  <a:pt x="6350000" y="64525"/>
                  <a:pt x="6286500" y="0"/>
                  <a:pt x="620903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4" l="0" r="0" t="-1704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85643" y="2328738"/>
            <a:ext cx="7764113" cy="618744"/>
          </a:xfrm>
          <a:custGeom>
            <a:rect b="b" l="l" r="r" t="t"/>
            <a:pathLst>
              <a:path extrusionOk="0" h="824992" w="10352151">
                <a:moveTo>
                  <a:pt x="9939655" y="0"/>
                </a:moveTo>
                <a:cubicBezTo>
                  <a:pt x="10167493" y="0"/>
                  <a:pt x="10352151" y="184658"/>
                  <a:pt x="10352151" y="412496"/>
                </a:cubicBezTo>
                <a:cubicBezTo>
                  <a:pt x="10352151" y="640334"/>
                  <a:pt x="10167493" y="824992"/>
                  <a:pt x="9939655" y="824992"/>
                </a:cubicBezTo>
                <a:lnTo>
                  <a:pt x="412496" y="824992"/>
                </a:lnTo>
                <a:cubicBezTo>
                  <a:pt x="184658" y="825119"/>
                  <a:pt x="0" y="640334"/>
                  <a:pt x="0" y="412496"/>
                </a:cubicBezTo>
                <a:cubicBezTo>
                  <a:pt x="0" y="184658"/>
                  <a:pt x="184658" y="0"/>
                  <a:pt x="412496" y="0"/>
                </a:cubicBezTo>
                <a:close/>
              </a:path>
            </a:pathLst>
          </a:custGeom>
          <a:solidFill>
            <a:srgbClr val="FC740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1791119" y="2264444"/>
            <a:ext cx="5553208" cy="726668"/>
            <a:chOff x="0" y="-85725"/>
            <a:chExt cx="7404278" cy="968890"/>
          </a:xfrm>
        </p:grpSpPr>
        <p:sp>
          <p:nvSpPr>
            <p:cNvPr id="120" name="Google Shape;120;p4"/>
            <p:cNvSpPr/>
            <p:nvPr/>
          </p:nvSpPr>
          <p:spPr>
            <a:xfrm>
              <a:off x="0" y="0"/>
              <a:ext cx="7404278" cy="883165"/>
            </a:xfrm>
            <a:custGeom>
              <a:rect b="b" l="l" r="r" t="t"/>
              <a:pathLst>
                <a:path extrusionOk="0" h="883165" w="7404278">
                  <a:moveTo>
                    <a:pt x="0" y="0"/>
                  </a:moveTo>
                  <a:lnTo>
                    <a:pt x="7404278" y="0"/>
                  </a:lnTo>
                  <a:lnTo>
                    <a:pt x="7404278" y="883165"/>
                  </a:lnTo>
                  <a:lnTo>
                    <a:pt x="0" y="8831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1" name="Google Shape;121;p4"/>
            <p:cNvSpPr txBox="1"/>
            <p:nvPr/>
          </p:nvSpPr>
          <p:spPr>
            <a:xfrm>
              <a:off x="0" y="-85725"/>
              <a:ext cx="7404278" cy="968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5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5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AGENDA</a:t>
              </a:r>
              <a:endParaRPr/>
            </a:p>
          </p:txBody>
        </p:sp>
      </p:grpSp>
      <p:sp>
        <p:nvSpPr>
          <p:cNvPr id="122" name="Google Shape;122;p4"/>
          <p:cNvSpPr txBox="1"/>
          <p:nvPr/>
        </p:nvSpPr>
        <p:spPr>
          <a:xfrm>
            <a:off x="685643" y="3440793"/>
            <a:ext cx="10966500" cy="3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377" lvl="1" marL="430166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65"/>
              <a:buFont typeface="Calibri"/>
              <a:buAutoNum type="arabicPeriod"/>
            </a:pPr>
            <a:r>
              <a:rPr b="0" i="0" lang="en-US" sz="356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Conociendo al Auxiliar</a:t>
            </a:r>
            <a:endParaRPr/>
          </a:p>
          <a:p>
            <a:pPr indent="-226377" lvl="1" marL="430166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65"/>
              <a:buFont typeface="Calibri"/>
              <a:buAutoNum type="arabicPeriod"/>
            </a:pPr>
            <a:r>
              <a:rPr b="0" i="0" lang="en-US" sz="356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Evaluación de Conocimientos Previos</a:t>
            </a:r>
            <a:endParaRPr/>
          </a:p>
          <a:p>
            <a:pPr indent="-226377" lvl="1" marL="43016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65"/>
              <a:buFont typeface="Calibri"/>
              <a:buAutoNum type="arabicPeriod"/>
            </a:pPr>
            <a:r>
              <a:rPr b="0" i="0" lang="en-US" sz="356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¿Quienes son tus compañeros?</a:t>
            </a:r>
            <a:endParaRPr/>
          </a:p>
          <a:p>
            <a:pPr indent="-226377" lvl="1" marL="43016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65"/>
              <a:buFont typeface="Calibri"/>
              <a:buAutoNum type="arabicPeriod"/>
            </a:pPr>
            <a:r>
              <a:rPr b="0" i="0" lang="en-US" sz="356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Lectura del Programa</a:t>
            </a:r>
            <a:endParaRPr/>
          </a:p>
          <a:p>
            <a:pPr indent="-226377" lvl="1" marL="430166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65"/>
              <a:buFont typeface="Calibri"/>
              <a:buAutoNum type="arabicPeriod"/>
            </a:pPr>
            <a:r>
              <a:rPr b="0" i="0" lang="en-US" sz="356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Evaluación de Conocimientos Nuevos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3706556" y="2947563"/>
            <a:ext cx="2870073" cy="4114800"/>
          </a:xfrm>
          <a:custGeom>
            <a:rect b="b" l="l" r="r" t="t"/>
            <a:pathLst>
              <a:path extrusionOk="0" h="4114800" w="2870073">
                <a:moveTo>
                  <a:pt x="0" y="0"/>
                </a:moveTo>
                <a:lnTo>
                  <a:pt x="2870073" y="0"/>
                </a:lnTo>
                <a:lnTo>
                  <a:pt x="28700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/>
          <p:nvPr/>
        </p:nvSpPr>
        <p:spPr>
          <a:xfrm>
            <a:off x="3216225" y="2443222"/>
            <a:ext cx="525052" cy="433407"/>
          </a:xfrm>
          <a:custGeom>
            <a:rect b="b" l="l" r="r" t="t"/>
            <a:pathLst>
              <a:path extrusionOk="0" h="433407" w="525052">
                <a:moveTo>
                  <a:pt x="0" y="0"/>
                </a:moveTo>
                <a:lnTo>
                  <a:pt x="525053" y="0"/>
                </a:lnTo>
                <a:lnTo>
                  <a:pt x="525053" y="433407"/>
                </a:lnTo>
                <a:lnTo>
                  <a:pt x="0" y="433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2671299" y="-1"/>
            <a:ext cx="12604490" cy="10287013"/>
          </a:xfrm>
          <a:custGeom>
            <a:rect b="b" l="l" r="r" t="t"/>
            <a:pathLst>
              <a:path extrusionOk="0" h="23130002" w="28340769">
                <a:moveTo>
                  <a:pt x="0" y="0"/>
                </a:moveTo>
                <a:lnTo>
                  <a:pt x="28340769" y="0"/>
                </a:lnTo>
                <a:lnTo>
                  <a:pt x="28340769" y="23130002"/>
                </a:lnTo>
                <a:lnTo>
                  <a:pt x="0" y="2313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1" r="-160" t="0"/>
            </a:stretch>
          </a:blipFill>
          <a:ln>
            <a:noFill/>
          </a:ln>
        </p:spPr>
      </p:sp>
      <p:sp>
        <p:nvSpPr>
          <p:cNvPr id="130" name="Google Shape;130;p5"/>
          <p:cNvSpPr txBox="1"/>
          <p:nvPr/>
        </p:nvSpPr>
        <p:spPr>
          <a:xfrm>
            <a:off x="903746" y="3381342"/>
            <a:ext cx="11906100" cy="286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1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¿Quien Soy?</a:t>
            </a:r>
            <a:endParaRPr/>
          </a:p>
          <a:p>
            <a:pPr indent="0" lvl="0" marL="0" marR="0" rtl="0" algn="ctr">
              <a:lnSpc>
                <a:spcPct val="14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8746570" y="5870896"/>
            <a:ext cx="4626483" cy="4576000"/>
          </a:xfrm>
          <a:custGeom>
            <a:rect b="b" l="l" r="r" t="t"/>
            <a:pathLst>
              <a:path extrusionOk="0" h="6101334" w="6168644">
                <a:moveTo>
                  <a:pt x="0" y="0"/>
                </a:moveTo>
                <a:lnTo>
                  <a:pt x="6168644" y="0"/>
                </a:lnTo>
                <a:lnTo>
                  <a:pt x="6168644" y="6101334"/>
                </a:lnTo>
                <a:lnTo>
                  <a:pt x="0" y="6101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-21"/>
            </a:stretch>
          </a:blipFill>
          <a:ln>
            <a:noFill/>
          </a:ln>
        </p:spPr>
      </p:sp>
      <p:sp>
        <p:nvSpPr>
          <p:cNvPr id="132" name="Google Shape;132;p5"/>
          <p:cNvSpPr txBox="1"/>
          <p:nvPr/>
        </p:nvSpPr>
        <p:spPr>
          <a:xfrm>
            <a:off x="19221725" y="6350900"/>
            <a:ext cx="3695100" cy="40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</a:t>
            </a:r>
            <a:r>
              <a:rPr lang="en-US" sz="20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presen</a:t>
            </a:r>
            <a:r>
              <a:rPr b="0" i="0" lang="en-US" sz="20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inicial ytación personal.</a:t>
            </a:r>
            <a:endParaRPr sz="1200"/>
          </a:p>
          <a:p>
            <a:pPr indent="0" lvl="0" marL="0" marR="0" rtl="0" algn="l">
              <a:lnSpc>
                <a:spcPct val="16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 sz="1200"/>
          </a:p>
          <a:p>
            <a:pPr indent="0" lvl="0" marL="0" marR="0" rtl="0" algn="l">
              <a:lnSpc>
                <a:spcPct val="16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 sz="1200"/>
          </a:p>
          <a:p>
            <a:pPr indent="0" lvl="0" marL="0" marR="0" rtl="0" algn="l">
              <a:lnSpc>
                <a:spcPct val="1049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8836782" y="10335425"/>
            <a:ext cx="5079600" cy="87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7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1433451" y="3428973"/>
            <a:ext cx="3129748" cy="3163337"/>
          </a:xfrm>
          <a:custGeom>
            <a:rect b="b" l="l" r="r" t="t"/>
            <a:pathLst>
              <a:path extrusionOk="0" h="6502400" w="6433357">
                <a:moveTo>
                  <a:pt x="0" y="0"/>
                </a:moveTo>
                <a:lnTo>
                  <a:pt x="6433357" y="0"/>
                </a:lnTo>
                <a:lnTo>
                  <a:pt x="6433357" y="6502400"/>
                </a:lnTo>
                <a:lnTo>
                  <a:pt x="0" y="6502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35" r="-535" t="0"/>
            </a:stretch>
          </a:blip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 flipH="1" rot="10800000">
            <a:off x="0" y="0"/>
            <a:ext cx="5439627" cy="5439627"/>
          </a:xfrm>
          <a:custGeom>
            <a:rect b="b" l="l" r="r" t="t"/>
            <a:pathLst>
              <a:path extrusionOk="0" h="5439627" w="5439627">
                <a:moveTo>
                  <a:pt x="0" y="5439627"/>
                </a:moveTo>
                <a:lnTo>
                  <a:pt x="5439627" y="5439627"/>
                </a:lnTo>
                <a:lnTo>
                  <a:pt x="5439627" y="0"/>
                </a:lnTo>
                <a:lnTo>
                  <a:pt x="0" y="0"/>
                </a:lnTo>
                <a:lnTo>
                  <a:pt x="0" y="543962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 flipH="1">
            <a:off x="12212552" y="4217247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7" name="Google Shape;137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9573" y="8109475"/>
            <a:ext cx="874350" cy="87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6003075" y="8384175"/>
            <a:ext cx="5322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solidFill>
                  <a:srgbClr val="FFFFFF"/>
                </a:solidFill>
              </a:rPr>
              <a:t>Javier Alejandro Avila Flores</a:t>
            </a:r>
            <a:endParaRPr sz="100"/>
          </a:p>
        </p:txBody>
      </p:sp>
      <p:pic>
        <p:nvPicPr>
          <p:cNvPr id="139" name="Google Shape;139;p5" title="linkedi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11548" y="8109477"/>
            <a:ext cx="874350" cy="8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2671299" y="-1"/>
            <a:ext cx="12604490" cy="10287013"/>
          </a:xfrm>
          <a:custGeom>
            <a:rect b="b" l="l" r="r" t="t"/>
            <a:pathLst>
              <a:path extrusionOk="0" h="23130002" w="28340769">
                <a:moveTo>
                  <a:pt x="0" y="0"/>
                </a:moveTo>
                <a:lnTo>
                  <a:pt x="28340769" y="0"/>
                </a:lnTo>
                <a:lnTo>
                  <a:pt x="28340769" y="23130002"/>
                </a:lnTo>
                <a:lnTo>
                  <a:pt x="0" y="2313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1" r="-160" t="0"/>
            </a:stretch>
          </a:blipFill>
          <a:ln>
            <a:noFill/>
          </a:ln>
        </p:spPr>
      </p:sp>
      <p:sp>
        <p:nvSpPr>
          <p:cNvPr id="145" name="Google Shape;145;p6"/>
          <p:cNvSpPr/>
          <p:nvPr/>
        </p:nvSpPr>
        <p:spPr>
          <a:xfrm>
            <a:off x="523000" y="2705100"/>
            <a:ext cx="4876800" cy="4876800"/>
          </a:xfrm>
          <a:custGeom>
            <a:rect b="b" l="l" r="r" t="t"/>
            <a:pathLst>
              <a:path extrusionOk="0" h="6502400" w="6502400">
                <a:moveTo>
                  <a:pt x="0" y="0"/>
                </a:moveTo>
                <a:lnTo>
                  <a:pt x="6502400" y="0"/>
                </a:lnTo>
                <a:lnTo>
                  <a:pt x="6502400" y="6502400"/>
                </a:lnTo>
                <a:lnTo>
                  <a:pt x="0" y="6502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6"/>
          <p:cNvSpPr/>
          <p:nvPr/>
        </p:nvSpPr>
        <p:spPr>
          <a:xfrm>
            <a:off x="18971695" y="6556046"/>
            <a:ext cx="4626483" cy="4576000"/>
          </a:xfrm>
          <a:custGeom>
            <a:rect b="b" l="l" r="r" t="t"/>
            <a:pathLst>
              <a:path extrusionOk="0" h="6101334" w="6168644">
                <a:moveTo>
                  <a:pt x="0" y="0"/>
                </a:moveTo>
                <a:lnTo>
                  <a:pt x="6168644" y="0"/>
                </a:lnTo>
                <a:lnTo>
                  <a:pt x="6168644" y="6101334"/>
                </a:lnTo>
                <a:lnTo>
                  <a:pt x="0" y="6101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0" l="0" r="0" t="-21"/>
            </a:stretch>
          </a:blipFill>
          <a:ln>
            <a:noFill/>
          </a:ln>
        </p:spPr>
      </p:sp>
      <p:sp>
        <p:nvSpPr>
          <p:cNvPr id="147" name="Google Shape;147;p6"/>
          <p:cNvSpPr txBox="1"/>
          <p:nvPr/>
        </p:nvSpPr>
        <p:spPr>
          <a:xfrm>
            <a:off x="5472525" y="2938050"/>
            <a:ext cx="109449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  <a:p>
            <a:pPr indent="0" lvl="0" marL="0" marR="0" rtl="0" algn="ctr">
              <a:lnSpc>
                <a:spcPct val="24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9545564" y="6947343"/>
            <a:ext cx="3238200" cy="410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/>
          </a:p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/>
          </a:p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/>
          </a:p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18971698" y="5336612"/>
            <a:ext cx="14365800" cy="87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7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 flipH="1">
            <a:off x="12212552" y="4217247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-65650" y="-65650"/>
            <a:ext cx="18356496" cy="10524151"/>
          </a:xfrm>
          <a:custGeom>
            <a:rect b="b" l="l" r="r" t="t"/>
            <a:pathLst>
              <a:path extrusionOk="0" h="23130002" w="28459683">
                <a:moveTo>
                  <a:pt x="0" y="0"/>
                </a:moveTo>
                <a:lnTo>
                  <a:pt x="28459683" y="0"/>
                </a:lnTo>
                <a:lnTo>
                  <a:pt x="28459683" y="23130002"/>
                </a:lnTo>
                <a:lnTo>
                  <a:pt x="0" y="231300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"/>
          <p:cNvSpPr/>
          <p:nvPr/>
        </p:nvSpPr>
        <p:spPr>
          <a:xfrm>
            <a:off x="2671299" y="-1"/>
            <a:ext cx="12604490" cy="10287013"/>
          </a:xfrm>
          <a:custGeom>
            <a:rect b="b" l="l" r="r" t="t"/>
            <a:pathLst>
              <a:path extrusionOk="0" h="23130002" w="28340769">
                <a:moveTo>
                  <a:pt x="0" y="0"/>
                </a:moveTo>
                <a:lnTo>
                  <a:pt x="28340769" y="0"/>
                </a:lnTo>
                <a:lnTo>
                  <a:pt x="28340769" y="23130002"/>
                </a:lnTo>
                <a:lnTo>
                  <a:pt x="0" y="2313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1" r="-160" t="0"/>
            </a:stretch>
          </a:blipFill>
          <a:ln>
            <a:noFill/>
          </a:ln>
        </p:spPr>
      </p:sp>
      <p:sp>
        <p:nvSpPr>
          <p:cNvPr id="157" name="Google Shape;157;p7"/>
          <p:cNvSpPr txBox="1"/>
          <p:nvPr/>
        </p:nvSpPr>
        <p:spPr>
          <a:xfrm>
            <a:off x="2163160" y="3428070"/>
            <a:ext cx="109449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¿Quienes son tus compañeros de curso?</a:t>
            </a:r>
            <a:endParaRPr/>
          </a:p>
          <a:p>
            <a:pPr indent="0" lvl="0" marL="0" marR="0" rtl="0" algn="ctr">
              <a:lnSpc>
                <a:spcPct val="24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0502772" y="5916594"/>
            <a:ext cx="4815459" cy="4762976"/>
          </a:xfrm>
          <a:custGeom>
            <a:rect b="b" l="l" r="r" t="t"/>
            <a:pathLst>
              <a:path extrusionOk="0" h="6350635" w="6420612">
                <a:moveTo>
                  <a:pt x="0" y="0"/>
                </a:moveTo>
                <a:lnTo>
                  <a:pt x="6420612" y="0"/>
                </a:lnTo>
                <a:lnTo>
                  <a:pt x="6420612" y="6350635"/>
                </a:lnTo>
                <a:lnTo>
                  <a:pt x="0" y="6350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" l="0" r="0" t="-21"/>
            </a:stretch>
          </a:blipFill>
          <a:ln>
            <a:noFill/>
          </a:ln>
        </p:spPr>
      </p:sp>
      <p:sp>
        <p:nvSpPr>
          <p:cNvPr id="159" name="Google Shape;159;p7"/>
          <p:cNvSpPr/>
          <p:nvPr/>
        </p:nvSpPr>
        <p:spPr>
          <a:xfrm>
            <a:off x="14055484" y="3910093"/>
            <a:ext cx="2440622" cy="2466815"/>
          </a:xfrm>
          <a:custGeom>
            <a:rect b="b" l="l" r="r" t="t"/>
            <a:pathLst>
              <a:path extrusionOk="0" h="6502400" w="6433357">
                <a:moveTo>
                  <a:pt x="0" y="0"/>
                </a:moveTo>
                <a:lnTo>
                  <a:pt x="6433357" y="0"/>
                </a:lnTo>
                <a:lnTo>
                  <a:pt x="6433357" y="6502400"/>
                </a:lnTo>
                <a:lnTo>
                  <a:pt x="0" y="6502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35" r="-535" t="0"/>
            </a:stretch>
          </a:blipFill>
          <a:ln>
            <a:noFill/>
          </a:ln>
        </p:spPr>
      </p:sp>
      <p:sp>
        <p:nvSpPr>
          <p:cNvPr id="160" name="Google Shape;160;p7"/>
          <p:cNvSpPr txBox="1"/>
          <p:nvPr/>
        </p:nvSpPr>
        <p:spPr>
          <a:xfrm>
            <a:off x="21006400" y="6497578"/>
            <a:ext cx="3808200" cy="4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¡Es tu turno! Conociendo a algunos compañeros</a:t>
            </a:r>
            <a:endParaRPr/>
          </a:p>
          <a:p>
            <a:pPr indent="0" lvl="0" marL="0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fomentar un ambiente dinámico y participativo, cinco estudiantes serán seleccionados al azar para presentarse ante la clase.</a:t>
            </a:r>
            <a:endParaRPr/>
          </a:p>
          <a:p>
            <a:pPr indent="0" lvl="0" marL="0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estudiante deberá compartir:</a:t>
            </a:r>
            <a:endParaRPr/>
          </a:p>
          <a:p>
            <a:pPr indent="-119064" lvl="2" marL="357196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7"/>
              <a:buFont typeface="Arial"/>
              <a:buChar char="⚬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Nombre </a:t>
            </a:r>
            <a:endParaRPr/>
          </a:p>
          <a:p>
            <a:pPr indent="-119064" lvl="2" marL="357196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7"/>
              <a:buFont typeface="Arial"/>
              <a:buChar char="⚬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Intereses o expectativas sobre el curso.</a:t>
            </a:r>
            <a:endParaRPr/>
          </a:p>
          <a:p>
            <a:pPr indent="-119064" lvl="2" marL="357196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7"/>
              <a:buFont typeface="Arial"/>
              <a:buChar char="⚬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Experiencia previa relacionada con el tema (si aplica).</a:t>
            </a:r>
            <a:endParaRPr/>
          </a:p>
          <a:p>
            <a:pPr indent="-119064" lvl="2" marL="357196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7"/>
              <a:buFont typeface="Arial"/>
              <a:buChar char="⚬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 dato curioso sobre sí mismo.</a:t>
            </a:r>
            <a:endParaRPr/>
          </a:p>
          <a:p>
            <a:pPr indent="-101827" lvl="2" marL="305482" marR="0" rtl="0" algn="l">
              <a:lnSpc>
                <a:spcPct val="1436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37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20502705" y="10488375"/>
            <a:ext cx="4815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7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 flipH="1" rot="10800000">
            <a:off x="0" y="0"/>
            <a:ext cx="5439627" cy="5439627"/>
          </a:xfrm>
          <a:custGeom>
            <a:rect b="b" l="l" r="r" t="t"/>
            <a:pathLst>
              <a:path extrusionOk="0" h="5439627" w="5439627">
                <a:moveTo>
                  <a:pt x="0" y="5439627"/>
                </a:moveTo>
                <a:lnTo>
                  <a:pt x="5439627" y="5439627"/>
                </a:lnTo>
                <a:lnTo>
                  <a:pt x="5439627" y="0"/>
                </a:lnTo>
                <a:lnTo>
                  <a:pt x="0" y="0"/>
                </a:lnTo>
                <a:lnTo>
                  <a:pt x="0" y="543962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7"/>
          <p:cNvSpPr/>
          <p:nvPr/>
        </p:nvSpPr>
        <p:spPr>
          <a:xfrm flipH="1">
            <a:off x="12212552" y="4217247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2671299" y="-1"/>
            <a:ext cx="12604490" cy="10287013"/>
          </a:xfrm>
          <a:custGeom>
            <a:rect b="b" l="l" r="r" t="t"/>
            <a:pathLst>
              <a:path extrusionOk="0" h="23130002" w="28340769">
                <a:moveTo>
                  <a:pt x="0" y="0"/>
                </a:moveTo>
                <a:lnTo>
                  <a:pt x="28340769" y="0"/>
                </a:lnTo>
                <a:lnTo>
                  <a:pt x="28340769" y="23130002"/>
                </a:lnTo>
                <a:lnTo>
                  <a:pt x="0" y="2313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1" r="-160" t="0"/>
            </a:stretch>
          </a:blipFill>
          <a:ln>
            <a:noFill/>
          </a:ln>
        </p:spPr>
      </p:sp>
      <p:sp>
        <p:nvSpPr>
          <p:cNvPr id="169" name="Google Shape;169;p8"/>
          <p:cNvSpPr/>
          <p:nvPr/>
        </p:nvSpPr>
        <p:spPr>
          <a:xfrm>
            <a:off x="18971695" y="6556046"/>
            <a:ext cx="4626483" cy="4576000"/>
          </a:xfrm>
          <a:custGeom>
            <a:rect b="b" l="l" r="r" t="t"/>
            <a:pathLst>
              <a:path extrusionOk="0" h="6101334" w="6168644">
                <a:moveTo>
                  <a:pt x="0" y="0"/>
                </a:moveTo>
                <a:lnTo>
                  <a:pt x="6168644" y="0"/>
                </a:lnTo>
                <a:lnTo>
                  <a:pt x="6168644" y="6101334"/>
                </a:lnTo>
                <a:lnTo>
                  <a:pt x="0" y="6101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-21"/>
            </a:stretch>
          </a:blipFill>
          <a:ln>
            <a:noFill/>
          </a:ln>
        </p:spPr>
      </p:sp>
      <p:sp>
        <p:nvSpPr>
          <p:cNvPr id="170" name="Google Shape;170;p8"/>
          <p:cNvSpPr txBox="1"/>
          <p:nvPr/>
        </p:nvSpPr>
        <p:spPr>
          <a:xfrm>
            <a:off x="5265483" y="3238051"/>
            <a:ext cx="11863681" cy="434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2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Encuesta de Disponibilidad de Horarios para calificación</a:t>
            </a:r>
            <a:endParaRPr/>
          </a:p>
          <a:p>
            <a:pPr indent="0" lvl="0" marL="0" marR="0" rtl="0" algn="ctr">
              <a:lnSpc>
                <a:spcPct val="1452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34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44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34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028700" y="2998250"/>
            <a:ext cx="3431052" cy="3212712"/>
          </a:xfrm>
          <a:custGeom>
            <a:rect b="b" l="l" r="r" t="t"/>
            <a:pathLst>
              <a:path extrusionOk="0" h="3212712" w="3431052">
                <a:moveTo>
                  <a:pt x="0" y="0"/>
                </a:moveTo>
                <a:lnTo>
                  <a:pt x="3431052" y="0"/>
                </a:lnTo>
                <a:lnTo>
                  <a:pt x="3431052" y="3212712"/>
                </a:lnTo>
                <a:lnTo>
                  <a:pt x="0" y="3212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8"/>
          <p:cNvSpPr txBox="1"/>
          <p:nvPr/>
        </p:nvSpPr>
        <p:spPr>
          <a:xfrm>
            <a:off x="19545564" y="6947343"/>
            <a:ext cx="3238200" cy="410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/>
          </a:p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/>
          </a:p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/>
          </a:p>
          <a:p>
            <a:pPr indent="0" lvl="0" marL="0" marR="0" rtl="0" algn="l">
              <a:lnSpc>
                <a:spcPct val="16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18971698" y="5336612"/>
            <a:ext cx="14365800" cy="87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7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 flipH="1">
            <a:off x="12212552" y="4217247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2671299" y="-1"/>
            <a:ext cx="12604490" cy="10287013"/>
          </a:xfrm>
          <a:custGeom>
            <a:rect b="b" l="l" r="r" t="t"/>
            <a:pathLst>
              <a:path extrusionOk="0" h="23130002" w="28340769">
                <a:moveTo>
                  <a:pt x="0" y="0"/>
                </a:moveTo>
                <a:lnTo>
                  <a:pt x="28340769" y="0"/>
                </a:lnTo>
                <a:lnTo>
                  <a:pt x="28340769" y="23130002"/>
                </a:lnTo>
                <a:lnTo>
                  <a:pt x="0" y="2313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1" r="-160" t="0"/>
            </a:stretch>
          </a:blipFill>
          <a:ln>
            <a:noFill/>
          </a:ln>
        </p:spPr>
      </p:sp>
      <p:sp>
        <p:nvSpPr>
          <p:cNvPr id="180" name="Google Shape;180;p9"/>
          <p:cNvSpPr txBox="1"/>
          <p:nvPr/>
        </p:nvSpPr>
        <p:spPr>
          <a:xfrm>
            <a:off x="4315425" y="1401038"/>
            <a:ext cx="109449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103425" y="1575775"/>
            <a:ext cx="1385411" cy="1385411"/>
          </a:xfrm>
          <a:custGeom>
            <a:rect b="b" l="l" r="r" t="t"/>
            <a:pathLst>
              <a:path extrusionOk="0" h="1847215" w="1847215">
                <a:moveTo>
                  <a:pt x="0" y="0"/>
                </a:moveTo>
                <a:lnTo>
                  <a:pt x="1847215" y="0"/>
                </a:lnTo>
                <a:lnTo>
                  <a:pt x="1847215" y="1847215"/>
                </a:lnTo>
                <a:lnTo>
                  <a:pt x="0" y="1847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" l="0" r="-1" t="0"/>
            </a:stretch>
          </a:blipFill>
          <a:ln>
            <a:noFill/>
          </a:ln>
        </p:spPr>
      </p:sp>
      <p:sp>
        <p:nvSpPr>
          <p:cNvPr id="182" name="Google Shape;182;p9"/>
          <p:cNvSpPr txBox="1"/>
          <p:nvPr/>
        </p:nvSpPr>
        <p:spPr>
          <a:xfrm>
            <a:off x="4228838" y="2745413"/>
            <a:ext cx="10944900" cy="99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Disponible en UEDI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4977350" y="4479000"/>
            <a:ext cx="11946900" cy="1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237" lvl="1" marL="473551" marR="0" rtl="0" algn="l">
              <a:lnSpc>
                <a:spcPct val="2076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/>
          </a:p>
          <a:p>
            <a:pPr indent="-249237" lvl="1" marL="473551" marR="0" rtl="0" algn="l">
              <a:lnSpc>
                <a:spcPct val="2076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18677295" y="8486346"/>
            <a:ext cx="4626483" cy="4576000"/>
          </a:xfrm>
          <a:custGeom>
            <a:rect b="b" l="l" r="r" t="t"/>
            <a:pathLst>
              <a:path extrusionOk="0" h="6101334" w="6168644">
                <a:moveTo>
                  <a:pt x="0" y="0"/>
                </a:moveTo>
                <a:lnTo>
                  <a:pt x="6168644" y="0"/>
                </a:lnTo>
                <a:lnTo>
                  <a:pt x="6168644" y="6101334"/>
                </a:lnTo>
                <a:lnTo>
                  <a:pt x="0" y="6101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0" l="0" r="0" t="-21"/>
            </a:stretch>
          </a:blipFill>
          <a:ln>
            <a:noFill/>
          </a:ln>
        </p:spPr>
      </p:sp>
      <p:sp>
        <p:nvSpPr>
          <p:cNvPr id="185" name="Google Shape;185;p9"/>
          <p:cNvSpPr txBox="1"/>
          <p:nvPr/>
        </p:nvSpPr>
        <p:spPr>
          <a:xfrm>
            <a:off x="19371411" y="9537628"/>
            <a:ext cx="3238200" cy="27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/>
          </a:p>
          <a:p>
            <a:pPr indent="0" lvl="0" marL="0" marR="0" rtl="0" algn="l">
              <a:lnSpc>
                <a:spcPct val="167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4040239" y="8116627"/>
            <a:ext cx="5365051" cy="5306568"/>
          </a:xfrm>
          <a:custGeom>
            <a:rect b="b" l="l" r="r" t="t"/>
            <a:pathLst>
              <a:path extrusionOk="0" h="7075424" w="7153402">
                <a:moveTo>
                  <a:pt x="0" y="0"/>
                </a:moveTo>
                <a:lnTo>
                  <a:pt x="7153402" y="0"/>
                </a:lnTo>
                <a:lnTo>
                  <a:pt x="7153402" y="7075424"/>
                </a:lnTo>
                <a:lnTo>
                  <a:pt x="0" y="7075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" l="0" r="0" t="-21"/>
            </a:stretch>
          </a:blipFill>
          <a:ln>
            <a:noFill/>
          </a:ln>
        </p:spPr>
      </p:sp>
      <p:sp>
        <p:nvSpPr>
          <p:cNvPr id="187" name="Google Shape;187;p9"/>
          <p:cNvSpPr txBox="1"/>
          <p:nvPr/>
        </p:nvSpPr>
        <p:spPr>
          <a:xfrm>
            <a:off x="24527060" y="9236919"/>
            <a:ext cx="4171200" cy="4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/>
          </a:p>
          <a:p>
            <a:pPr indent="-123019" lvl="2" marL="369056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⚬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/>
          </a:p>
          <a:p>
            <a:pPr indent="-123019" lvl="2" marL="369056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⚬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/>
          </a:p>
          <a:p>
            <a:pPr indent="-123019" lvl="2" marL="369056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⚬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/>
          </a:p>
          <a:p>
            <a:pPr indent="-123019" lvl="2" marL="369056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⚬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/>
          </a:p>
          <a:p>
            <a:pPr indent="-123019" lvl="2" marL="369056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⚬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/>
          </a:p>
          <a:p>
            <a:pPr indent="-106708" lvl="2" marL="320123" marR="0" rtl="0" algn="l">
              <a:lnSpc>
                <a:spcPct val="145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18677298" y="7242264"/>
            <a:ext cx="14365800" cy="87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7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 flipH="1" rot="10800000">
            <a:off x="0" y="0"/>
            <a:ext cx="5439627" cy="5439627"/>
          </a:xfrm>
          <a:custGeom>
            <a:rect b="b" l="l" r="r" t="t"/>
            <a:pathLst>
              <a:path extrusionOk="0" h="5439627" w="5439627">
                <a:moveTo>
                  <a:pt x="0" y="5439627"/>
                </a:moveTo>
                <a:lnTo>
                  <a:pt x="5439627" y="5439627"/>
                </a:lnTo>
                <a:lnTo>
                  <a:pt x="5439627" y="0"/>
                </a:lnTo>
                <a:lnTo>
                  <a:pt x="0" y="0"/>
                </a:lnTo>
                <a:lnTo>
                  <a:pt x="0" y="543962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9"/>
          <p:cNvSpPr/>
          <p:nvPr/>
        </p:nvSpPr>
        <p:spPr>
          <a:xfrm flipH="1">
            <a:off x="12212552" y="4217247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2671299" y="-1"/>
            <a:ext cx="12604490" cy="10287013"/>
          </a:xfrm>
          <a:custGeom>
            <a:rect b="b" l="l" r="r" t="t"/>
            <a:pathLst>
              <a:path extrusionOk="0" h="23130002" w="28340769">
                <a:moveTo>
                  <a:pt x="0" y="0"/>
                </a:moveTo>
                <a:lnTo>
                  <a:pt x="28340769" y="0"/>
                </a:lnTo>
                <a:lnTo>
                  <a:pt x="28340769" y="23130002"/>
                </a:lnTo>
                <a:lnTo>
                  <a:pt x="0" y="23130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1" r="-160" t="0"/>
            </a:stretch>
          </a:blipFill>
          <a:ln>
            <a:noFill/>
          </a:ln>
        </p:spPr>
      </p:sp>
      <p:sp>
        <p:nvSpPr>
          <p:cNvPr id="196" name="Google Shape;196;p10"/>
          <p:cNvSpPr txBox="1"/>
          <p:nvPr/>
        </p:nvSpPr>
        <p:spPr>
          <a:xfrm>
            <a:off x="5472525" y="2938050"/>
            <a:ext cx="109449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Nuevos</a:t>
            </a:r>
            <a:endParaRPr/>
          </a:p>
          <a:p>
            <a:pPr indent="0" lvl="0" marL="0" marR="0" rtl="0" algn="ctr">
              <a:lnSpc>
                <a:spcPct val="24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23000" y="2705100"/>
            <a:ext cx="4876800" cy="4876800"/>
          </a:xfrm>
          <a:custGeom>
            <a:rect b="b" l="l" r="r" t="t"/>
            <a:pathLst>
              <a:path extrusionOk="0" h="6502400" w="6502400">
                <a:moveTo>
                  <a:pt x="0" y="0"/>
                </a:moveTo>
                <a:lnTo>
                  <a:pt x="6502400" y="0"/>
                </a:lnTo>
                <a:lnTo>
                  <a:pt x="6502400" y="6502400"/>
                </a:lnTo>
                <a:lnTo>
                  <a:pt x="0" y="6502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0"/>
          <p:cNvSpPr txBox="1"/>
          <p:nvPr/>
        </p:nvSpPr>
        <p:spPr>
          <a:xfrm>
            <a:off x="18971698" y="5336612"/>
            <a:ext cx="14365800" cy="87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7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18914271" y="7111752"/>
            <a:ext cx="4626483" cy="4576000"/>
          </a:xfrm>
          <a:custGeom>
            <a:rect b="b" l="l" r="r" t="t"/>
            <a:pathLst>
              <a:path extrusionOk="0" h="6101334" w="6168644">
                <a:moveTo>
                  <a:pt x="0" y="0"/>
                </a:moveTo>
                <a:lnTo>
                  <a:pt x="6168644" y="0"/>
                </a:lnTo>
                <a:lnTo>
                  <a:pt x="6168644" y="6101334"/>
                </a:lnTo>
                <a:lnTo>
                  <a:pt x="0" y="6101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0" l="0" r="0" t="-21"/>
            </a:stretch>
          </a:blipFill>
          <a:ln>
            <a:noFill/>
          </a:ln>
        </p:spPr>
      </p:sp>
      <p:sp>
        <p:nvSpPr>
          <p:cNvPr id="200" name="Google Shape;200;p10"/>
          <p:cNvSpPr txBox="1"/>
          <p:nvPr/>
        </p:nvSpPr>
        <p:spPr>
          <a:xfrm>
            <a:off x="19608387" y="8124934"/>
            <a:ext cx="3238200" cy="30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 flipH="1">
            <a:off x="12212552" y="4217247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1"/>
          <p:cNvSpPr txBox="1"/>
          <p:nvPr/>
        </p:nvSpPr>
        <p:spPr>
          <a:xfrm>
            <a:off x="3601920" y="4112472"/>
            <a:ext cx="112806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4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</a:t>
            </a:r>
            <a:r>
              <a:rPr lang="en-US" sz="7933">
                <a:solidFill>
                  <a:srgbClr val="FFFFFF"/>
                </a:solidFill>
              </a:rPr>
              <a:t>ó</a:t>
            </a:r>
            <a:r>
              <a:rPr b="0" i="0" lang="en-US" sz="79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n!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 flipH="1" rot="10800000">
            <a:off x="69750" y="75919"/>
            <a:ext cx="5439627" cy="5439627"/>
          </a:xfrm>
          <a:custGeom>
            <a:rect b="b" l="l" r="r" t="t"/>
            <a:pathLst>
              <a:path extrusionOk="0" h="5439627" w="5439627">
                <a:moveTo>
                  <a:pt x="0" y="5439627"/>
                </a:moveTo>
                <a:lnTo>
                  <a:pt x="5439628" y="5439627"/>
                </a:lnTo>
                <a:lnTo>
                  <a:pt x="5439628" y="0"/>
                </a:lnTo>
                <a:lnTo>
                  <a:pt x="0" y="0"/>
                </a:lnTo>
                <a:lnTo>
                  <a:pt x="0" y="543962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1"/>
          <p:cNvSpPr/>
          <p:nvPr/>
        </p:nvSpPr>
        <p:spPr>
          <a:xfrm flipH="1">
            <a:off x="12203062" y="4141328"/>
            <a:ext cx="6018509" cy="6018509"/>
          </a:xfrm>
          <a:custGeom>
            <a:rect b="b" l="l" r="r" t="t"/>
            <a:pathLst>
              <a:path extrusionOk="0" h="6018509" w="6018509">
                <a:moveTo>
                  <a:pt x="6018509" y="0"/>
                </a:moveTo>
                <a:lnTo>
                  <a:pt x="0" y="0"/>
                </a:lnTo>
                <a:lnTo>
                  <a:pt x="0" y="6018509"/>
                </a:lnTo>
                <a:lnTo>
                  <a:pt x="6018509" y="6018509"/>
                </a:lnTo>
                <a:lnTo>
                  <a:pt x="6018509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1"/>
          <p:cNvSpPr/>
          <p:nvPr/>
        </p:nvSpPr>
        <p:spPr>
          <a:xfrm>
            <a:off x="7744295" y="6458891"/>
            <a:ext cx="2799409" cy="2799409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